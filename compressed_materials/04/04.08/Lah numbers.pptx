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1" r:id="rId4"/>
    <p:sldId id="258" r:id="rId5"/>
    <p:sldId id="262" r:id="rId6"/>
    <p:sldId id="259" r:id="rId7"/>
    <p:sldId id="260" r:id="rId8"/>
    <p:sldId id="264" r:id="rId9"/>
    <p:sldId id="268" r:id="rId10"/>
    <p:sldId id="267" r:id="rId11"/>
    <p:sldId id="266" r:id="rId12"/>
    <p:sldId id="265" r:id="rId13"/>
    <p:sldId id="269" r:id="rId14"/>
    <p:sldId id="270" r:id="rId15"/>
    <p:sldId id="271" r:id="rId16"/>
    <p:sldId id="272" r:id="rId17"/>
    <p:sldId id="273" r:id="rId18"/>
    <p:sldId id="28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4" r:id="rId38"/>
    <p:sldId id="295" r:id="rId39"/>
    <p:sldId id="296" r:id="rId40"/>
    <p:sldId id="297" r:id="rId41"/>
    <p:sldId id="298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9T08:30:05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23001 6562 0,'0'-18'47,"18"0"-16,-18 54 1,0-19-17,0 177 1,17 53 15,-17-194-15,0 0-16,0 159 31,0-53-15,0-124-16,18 141 31,-36-17 0,18-53 0,0 0 1,0-89-32,0 36 31,0-35-16,-17 35 17,17 0-17,-18-36-15,18 36 32,35-18-1,36-17 0,-18-18-15,88-18 15,-53-17-15,-53 18-16,1-1 15</inkml:trace>
  <inkml:trace contextRef="#ctx0" brushRef="#br0" timeOffset="1349.1">23724 6526 0,'36'0'32,"17"0"-17,-36 0-15,1 0 16,35 0 0,-18 18 15,-53 0-16,1-1 1,17 72 15,17-72-15,36 36 0,-53 0 15,-53 0-16,0 0 1,-35 17 0,53-158 15</inkml:trace>
  <inkml:trace contextRef="#ctx0" brushRef="#br0" timeOffset="2325.69">23777 7743 0,'0'-17'31,"36"17"0,34 17 0,-35 1-15,1 70 15,-54-17-15,0-53-16,1 123 31,34-106-15,107-17 15,-1-89-15</inkml:trace>
  <inkml:trace contextRef="#ctx0" brushRef="#br0" timeOffset="3757">24483 6438 0,'17'0'0,"1"53"32,17 88-17,1 71 17,-1 70-1,-17-70 0,-18 17 0,17-194-31,1 124 32,-1-18-1,-17-105-16,0 87 17,18-105-32,-18 35 31,18-36-15,-18 71 15,0-35 0,17-17 0,-17-19 1,-17 1-17,-1-18 1,-70 35 15,53-35-31,-106 0 31,17-18 1,89 1-17</inkml:trace>
  <inkml:trace contextRef="#ctx0" brushRef="#br0" timeOffset="4207.33">24941 7549 0,'18'0'0,"0"18"0,52 0 31,54-18 0,-89 0-15,0-18-1</inkml:trace>
  <inkml:trace contextRef="#ctx0" brushRef="#br0" timeOffset="4423.89">25030 7338 0,'35'0'16,"0"0"-1,106-18 1,-53 1 15</inkml:trace>
  <inkml:trace contextRef="#ctx0" brushRef="#br0" timeOffset="11747.74">25947 6385 0,'-18'-17'0,"-17"17"31,-18-18-15,0 0 15,0 36 1,36-18-32,-1 0 15,-17 35 1,17 36 15,18-1-15,0-34-1,18 122 1,-1-34 0,1-1-1,-18-70 1,35 141-1,-17-35 17,-18-53-17,0-53 1,0 35 0,0-70-1,0 52 1,0 18 15,0-70-15,-18 53-1,18-54-15,0 36 32,0-35-17,-17-18-15,17 53 16,17 0 15,-17-36-15,0 1-1,0 0 1,0-1 0,0 1-1,18-1 1,35 19 31,0-36-32,17 0 17,-35 0-32</inkml:trace>
  <inkml:trace contextRef="#ctx0" brushRef="#br0" timeOffset="17989.03">26229 6473 0,'0'-17'16,"0"-1"30,18 18-30,-1 0 0,1 0-16,-18-17 15,71 17 1,-54-18-16,54 36 31,-89 52 0,-17 1-15,17-54-16,1 19 16,17-19-16,0 54 31,35-36-15,18 18 15,-36-35-16,-17-1-15,-35 54 32,-106 17-1,106-70-15</inkml:trace>
  <inkml:trace contextRef="#ctx0" brushRef="#br0" timeOffset="18661.75">26335 7655 0,'18'0'16,"-1"-17"0,54 17 15,35 35 0,-106 71 0,-18-71-15,-53 124 0,54-124-1,17 53 1,106-52 15,-18-89 0</inkml:trace>
  <inkml:trace contextRef="#ctx0" brushRef="#br0" timeOffset="20312.39">26829 6315 0,'0'-18'16,"0"0"15,17 1-15,36 17-1,0 17 17,-35-17-17,17 53 1,-17 0-1,-1 88 1,1-52 0,0-1-1,35 123 1,-53-158-16,17 141 31,-17-141-15,-17 141-1,34 0 17,1-141-1,-18 18-15,18-54-16,-36 125 31,36-19 0,-18-35 0,0-52-15,0-19-16,0 18 31,0 1 0,0-19 1,-71-17-1,-70 18 0,53-18 0,52-123 1</inkml:trace>
  <inkml:trace contextRef="#ctx0" brushRef="#br0" timeOffset="20851">27587 7091 0,'36'0'32,"-36"17"-32,17-17 31,1 0 0,-36-17 0,1 17-15</inkml:trace>
  <inkml:trace contextRef="#ctx0" brushRef="#br0" timeOffset="24769.38">28011 6350 0,'0'-18'32,"-18"1"-17,0-19 17,1 54 14,17 70-30,-18 53 0,0 124 15,1-212-15,-19 106-1,36-106 1,-17 17 15,34-88 0,19 18-15,-19 0 0,36 53-1,-53-17 1,0 158-1,-17 35 17,17-141-17,0 89 1,0-124 0,0-18-16,35 88 15,-35-105 1</inkml:trace>
  <inkml:trace contextRef="#ctx0" brushRef="#br0" timeOffset="25446.4">28310 6403 0,'0'0'16,"18"-18"-1,17 18 16,1 36-15,-19 52 15,-70 106 1,36-141-32,-19 70 31,89-52 0,-35-71-31,35-18 16</inkml:trace>
  <inkml:trace contextRef="#ctx0" brushRef="#br0" timeOffset="26544.87">28310 7585 0,'18'-18'16,"35"0"31,18 71-16,-71-35-31,17 70 31,-52 36 0,35-89-31,-18 0 0,18 71 32,18-88-32,70 52 31,36-158 0</inkml:trace>
  <inkml:trace contextRef="#ctx0" brushRef="#br0" timeOffset="27733.67">28822 6227 0,'18'-18'16,"-1"36"15,-17 34-15,18-16-16,-36 175 31,18-158-15,0 18-16,-17-18 0,17 106 15,0-107-15,17 195 32,-17-211-17,53 87 1,-53-105 0,18-18-16,17 35 15,18-53 16,-35 1-15,-1 17 0,-17-18-1,-17 18 32,17 35-31,-18 107 15,18 69 0,0-176-31,0 160 32,0 34-1,-18-70 0,-52-71 0,52-88-31,-35-53 32</inkml:trace>
  <inkml:trace contextRef="#ctx0" brushRef="#br0" timeOffset="28615.91">29369 7232 0,'0'-18'0,"35"-17"16,-17 35-1,70 0 1,-70 0 0,17 18-16,53-18 15,-70 0 1,-1 17 0</inkml:trace>
  <inkml:trace contextRef="#ctx0" brushRef="#br0" timeOffset="28845.49">29545 7073 0,'0'88'31,"0"124"0,0-141-15</inkml:trace>
  <inkml:trace contextRef="#ctx0" brushRef="#br0" timeOffset="34809.05">30357 6262 0,'-18'-18'32,"0"1"-1,-17 17-15,17 0-16,-52 0 31,52 0-16,1 0-15,-36-18 16,35 18-16,0 0 16,-17-18-1,17 18-15,1-17 32,-1 52-1,18-17-16,0 70 1,0 18 0,0-54-16,18 125 31,-18-142-15,0 0-16,17 107 15,-17-107 1,0 0-16,0 89 15,18 34 17,-18-69-1,0-72-15,0 71-1,0-70 1,-18 70 15,18 18 0,0-88-15,0-1-16,18 36 31,-18 18 0,0-18 1,-18-18-1,18 0 0,0 1 0,-17-19 1,-1 18-1,18-17 0,0 0-15,18-18 15,-18 17-15,35-34 15,18 17-15,-35 0-16,87-18 31,-34-35 0</inkml:trace>
  <inkml:trace contextRef="#ctx0" brushRef="#br0" timeOffset="35622.74">30656 6332 0,'0'-17'0,"0"-1"47,53 0-15,-35 18-32,53 18 31,-36 17-16,-35-17 1,-18 0-16,-17 70 16,35-71-1,-18 1-15,1 53 32,70 17-1,-36-35 0,-17-36-31,-53 54 31,-70-18 1,87-53-32</inkml:trace>
  <inkml:trace contextRef="#ctx0" brushRef="#br0" timeOffset="36444.36">30674 7426 0,'0'-18'0,"35"18"78,71 18-47,-88-18-31,-1 0 0,19 18 31,-36-1-15,-18 1-16,18 0 16,-70 70-1,105 0 16,-18-70-15,72 34 0,-36 1 15,-71-35-15,-53 53-1,54-54 1,-1 1-16,-70 35 15,70-53 1,1 0-16,-1-53 16</inkml:trace>
  <inkml:trace contextRef="#ctx0" brushRef="#br0" timeOffset="37517.72">31080 6174 0,'0'0'15,"17"-18"1,19 0 15,-1 1-15,18-1-1,53 18 17,-53 35-1,-36 195 0,-52 140 0,35-229-15,18-88-16,-1 123 31,19-70-15,-19 88 15,-17-17 0,0-142-31,18 71 32,-1 0-1,-17-89-31,-17 54 31,17-18 0,-18-18 1,-35 0-1,36-35-31,-72 0 31,-34-35 0,105 35-31,18-70 32</inkml:trace>
  <inkml:trace contextRef="#ctx0" brushRef="#br0" timeOffset="38011.41">31715 6967 0,'17'18'32,"-17"0"-17,18-1 1,-18-34 31,0-19-32,-18 36-15,1 18 32,17 0-32,0 17 15</inkml:trace>
  <inkml:trace contextRef="#ctx0" brushRef="#br0" timeOffset="41475.76">32262 6174 0,'0'-18'31,"0"0"0,-18 1-15,18-1 0,-18 18 30,1 53-30,-19 18 0,19 17-1,-36 212 17,35-265-32,-35 159 31,0-18 0,18-105 0,35-54-15,-18-34 15,54-1 0,17 36 1,17 52-1,-17 107 0,-53-54-15,18-87-16,-18 16 15,35 90 1,-17-125-16,-18 1 16,70-1 15</inkml:trace>
  <inkml:trace contextRef="#ctx0" brushRef="#br0" timeOffset="42234.19">32508 6227 0,'18'-36'15,"0"36"1,17 0 0,-17 18-1,-1 17 1,1-17-1,-53 52 1,17-52 0,-17 53 15,70-36-15,18 53 15,-53-70-16,-35 70 17,17-70-32,-70 17 31,70-35-31</inkml:trace>
  <inkml:trace contextRef="#ctx0" brushRef="#br0" timeOffset="50905.45">32561 7426 0,'0'-18'47,"-17"18"-16,34-17 63,1 17-78,0-18-1,-1 0 1,36 18 15,-35 0-15,0 0-16,-18 18 15,35 0 1,-35-1-16,0 1 0,-35 70 31,-1 0-15,19-70-1,-54 105 1,53-34 15,18-72-15,0 1-16,18-18 0,35 18 16,88-71 15</inkml:trace>
  <inkml:trace contextRef="#ctx0" brushRef="#br0" timeOffset="52342.71">33126 6174 0,'0'35'78,"-18"0"-63,18-17 1,-53 158 0,36-123-1,-54 212 1,53-212 0,18 176-1,0-194 1,53 106-1,-35-141 1,53 36 0,-54-36-1,18-18 1,-35 0 0,18-17-1,-18 17 16,-18 1-15,1 52 15,17 36-15,0-36-16,-18 177 31,18 17 0,0-194-31,-35 106 32,-36-17-1</inkml:trace>
  <inkml:trace contextRef="#ctx0" brushRef="#br0" timeOffset="55657.6">32967 6103 0,'0'-18'62,"0"36"63,18-18-93,-1 18 15,-17-1-1,18-17-30,-18 18 15,18-18 16,-18 18-16,17-18 1,-17 17 30,18-17 16,-18 18-31,0 0 16,18-18 15,-18 17-47,0 1 16,0-1-16,-18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9T08:44:49.6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3898 11113 0,'-17'17'31,"17"1"0,0-1 1,17-17-1,-17-17 47,35-1-62,-17-35 15,35 18 0,-35 17-31,17 18 31,18 0 1,0 36-1,-53-19-31,17 36 31,-34 35-15,-1 18 15,-17-35-15,17-36-16,18-17 15,-35 35 1,35-36-16,-18 1 31,54 17 0,-19-35-31,54 18 32,17-36-1,-88 0-31,18 1 16</inkml:trace>
  <inkml:trace contextRef="#ctx0" brushRef="#br0" timeOffset="518.78">4516 10989 0,'0'35'31,"0"1"-15,-18 69-1,18-52 1,0 36 0,53-89 15,0-53 0,-18 106 0,-17-36-15,-1 177 0,1-176-1,-18-18 1</inkml:trace>
  <inkml:trace contextRef="#ctx0" brushRef="#br0" timeOffset="5469.91">3881 11748 0,'17'17'157,"1"-17"-142,17 0 16,18 0 1,-35 0-32,17 18 31,36-18 0,-54 0-31,1 0 0,35 0 31,-36 0-31,54-18 32,-1 18-1,-17 0 0,0 0 0,-35 0-15,35 0 15,-36 0-31,36-17 32,-35 17-17,0 17-15,17-17 31,-17 0-15,17 0 15,-17 0-31,-1 0 16,18-17 0,-17 17-1,53-18 1,-18 0 15,-53 54 0</inkml:trace>
  <inkml:trace contextRef="#ctx0" brushRef="#br0" timeOffset="8973.25">4568 11959 0,'0'-17'0,"-17"17"63,17-18-48,-18 18-15,1 0 31,-19 18 1,36-1-32,-17 71 31,34 36 0,54-1 0,-71-105-31,70-36 32,-52-17-17,-18 17-15,-35-17 32,-36 35-1,18 35-16,53-17 1,18 17 0</inkml:trace>
  <inkml:trace contextRef="#ctx0" brushRef="#br0" timeOffset="9483.12">5274 11836 0,'0'0'0,"35"17"16,-17-17 0,17 0-16,18-17 15,-53-1 1,18 18-16</inkml:trace>
  <inkml:trace contextRef="#ctx0" brushRef="#br0" timeOffset="9670.21">5274 11642 0,'35'0'31,"-70"0"-31,159-18 31,-107 18-31</inkml:trace>
  <inkml:trace contextRef="#ctx0" brushRef="#br0" timeOffset="10392.71">5944 11183 0,'0'-18'0,"18"1"32,-36 17-17,18 35 16,0 0-15,-17-17-16,-1 158 16,18-87-1,0-54-15,0 0 16,35 53 0,-17-70-1,53-53 1,-54 17-1,-17-17-15,35-1 16,-17 195 15,-18-106-15,35 141 0,-35-159-1,0-17-15,18 0 16</inkml:trace>
  <inkml:trace contextRef="#ctx0" brushRef="#br0" timeOffset="20598.68">13212 14711 0,'0'0'31,"35"-18"0,-18 1-31,1-1 0,17-35 31,-17 53-31,-18-18 16,53-70 0,0 0 15,-36 70-15,19 124 15,-19 123 0,-34-193-31,17-1 16,0 71-1,-18-88 1</inkml:trace>
  <inkml:trace contextRef="#ctx0" brushRef="#br0" timeOffset="21141.14">13688 14464 0,'17'-18'31,"19"36"0,-19 0-15,36 17 0,-53-18-1,0 54 1,0-53-1,-53 140 1,89-69 15,-19-72-15,107 1 15,-71-18-15</inkml:trace>
  <inkml:trace contextRef="#ctx0" brushRef="#br0" timeOffset="31079.13">13106 15046 0,'17'18'109,"1"-18"-93,0 0-1,70 17 1,-53-17-1,89 18 1,52 0 15,-141-18-15,1 0-16,16 0 0,90-18 16,-107 18-1,194-35 1,-194 35-1,1 0-15,52-18 16,-53 0 15</inkml:trace>
  <inkml:trace contextRef="#ctx0" brushRef="#br0" timeOffset="31989.76">13176 15522 0,'-17'-17'0,"-1"-1"31,18 0-15,18 18 15,35-17 0,-1 70 1,-34 0-17,-18 88 16,-18 0 1,36-106-32,0 18 31,17-53-15</inkml:trace>
  <inkml:trace contextRef="#ctx0" brushRef="#br0" timeOffset="32281.68">13529 15452 0,'0'0'0,"0"106"31,-18 35 0</inkml:trace>
  <inkml:trace contextRef="#ctx0" brushRef="#br0" timeOffset="32661.5">13617 15928 0,'0'0'0,"0"18"47</inkml:trace>
  <inkml:trace contextRef="#ctx0" brushRef="#br0" timeOffset="33107.12">13864 15628 0,'18'0'32,"-18"-18"-1</inkml:trace>
  <inkml:trace contextRef="#ctx0" brushRef="#br0" timeOffset="33573.39">14023 15363 0,'18'0'15,"17"0"1,18 36 15,-36 17 0,-17-36-15,0 72 15,0 69-15,0-70 15,0-70-15,36-36-1,-36 1 1</inkml:trace>
  <inkml:trace contextRef="#ctx0" brushRef="#br0" timeOffset="33920.01">14376 15275 0,'17'0'16,"-17"18"-16,18 88 31,-18-18-15,0 35 15</inkml:trace>
  <inkml:trace contextRef="#ctx0" brushRef="#br0" timeOffset="34108.08">14605 15752 0,'0'0'0</inkml:trace>
  <inkml:trace contextRef="#ctx0" brushRef="#br0" timeOffset="34597.03">14870 15011 0,'53'17'31,"-36"1"-31,107 35 32,-107-53-32,1 0 15,0 0-15,-1-18 16</inkml:trace>
  <inkml:trace contextRef="#ctx0" brushRef="#br0" timeOffset="34758.55">15011 14940 0,'-18'-17'0,"36"-1"15,17 0 1,-17 18-16,-1-17 16,54 17-1</inkml:trace>
  <inkml:trace contextRef="#ctx0" brushRef="#br0" timeOffset="35870.94">15593 14623 0,'0'-18'0,"17"-17"31,1 17-15,70 18-1,-70 0 1,70 53 15,-70 0-15,-54 106 15,1-53 0,35-89-31,71 54 32,70 17-1,-141 53 0,-35-70-15,17-54-16,-106 107 31,89-124-31,-88-36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7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7" Type="http://schemas.openxmlformats.org/officeDocument/2006/relationships/image" Target="../media/image2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7" Type="http://schemas.openxmlformats.org/officeDocument/2006/relationships/image" Target="../media/image2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0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0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image" Target="../media/image26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26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26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3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35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36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36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36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49.png"/><Relationship Id="rId5" Type="http://schemas.openxmlformats.org/officeDocument/2006/relationships/image" Target="../media/image39.png"/><Relationship Id="rId23" Type="http://schemas.openxmlformats.org/officeDocument/2006/relationships/image" Target="../media/image35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36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49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35.png"/><Relationship Id="rId5" Type="http://schemas.openxmlformats.org/officeDocument/2006/relationships/image" Target="../media/image39.png"/><Relationship Id="rId23" Type="http://schemas.openxmlformats.org/officeDocument/2006/relationships/image" Target="../media/image50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36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49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35.png"/><Relationship Id="rId5" Type="http://schemas.openxmlformats.org/officeDocument/2006/relationships/image" Target="../media/image39.png"/><Relationship Id="rId23" Type="http://schemas.openxmlformats.org/officeDocument/2006/relationships/image" Target="../media/image57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58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58.png"/><Relationship Id="rId2" Type="http://schemas.openxmlformats.org/officeDocument/2006/relationships/image" Target="../media/image590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60.png"/><Relationship Id="rId2" Type="http://schemas.openxmlformats.org/officeDocument/2006/relationships/image" Target="../media/image590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58.png"/><Relationship Id="rId2" Type="http://schemas.openxmlformats.org/officeDocument/2006/relationships/image" Target="../media/image590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70.png"/><Relationship Id="rId7" Type="http://schemas.openxmlformats.org/officeDocument/2006/relationships/image" Target="../media/image64.png"/><Relationship Id="rId12" Type="http://schemas.openxmlformats.org/officeDocument/2006/relationships/image" Target="../media/image80.png"/><Relationship Id="rId17" Type="http://schemas.openxmlformats.org/officeDocument/2006/relationships/image" Target="../media/image58.png"/><Relationship Id="rId2" Type="http://schemas.openxmlformats.org/officeDocument/2006/relationships/image" Target="../media/image590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79.png"/><Relationship Id="rId4" Type="http://schemas.openxmlformats.org/officeDocument/2006/relationships/image" Target="../media/image76.png"/><Relationship Id="rId9" Type="http://schemas.openxmlformats.org/officeDocument/2006/relationships/image" Target="../media/image66.png"/><Relationship Id="rId14" Type="http://schemas.openxmlformats.org/officeDocument/2006/relationships/image" Target="../media/image8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70.png"/><Relationship Id="rId18" Type="http://schemas.openxmlformats.org/officeDocument/2006/relationships/image" Target="../media/image58.png"/><Relationship Id="rId7" Type="http://schemas.openxmlformats.org/officeDocument/2006/relationships/image" Target="../media/image64.png"/><Relationship Id="rId12" Type="http://schemas.openxmlformats.org/officeDocument/2006/relationships/image" Target="../media/image80.png"/><Relationship Id="rId17" Type="http://schemas.openxmlformats.org/officeDocument/2006/relationships/image" Target="../media/image82.png"/><Relationship Id="rId2" Type="http://schemas.openxmlformats.org/officeDocument/2006/relationships/image" Target="../media/image590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79.png"/><Relationship Id="rId4" Type="http://schemas.openxmlformats.org/officeDocument/2006/relationships/image" Target="../media/image76.png"/><Relationship Id="rId9" Type="http://schemas.openxmlformats.org/officeDocument/2006/relationships/image" Target="../media/image66.png"/><Relationship Id="rId14" Type="http://schemas.openxmlformats.org/officeDocument/2006/relationships/image" Target="../media/image8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70.png"/><Relationship Id="rId18" Type="http://schemas.openxmlformats.org/officeDocument/2006/relationships/image" Target="../media/image83.png"/><Relationship Id="rId21" Type="http://schemas.openxmlformats.org/officeDocument/2006/relationships/image" Target="../media/image86.png"/><Relationship Id="rId7" Type="http://schemas.openxmlformats.org/officeDocument/2006/relationships/image" Target="../media/image64.png"/><Relationship Id="rId12" Type="http://schemas.openxmlformats.org/officeDocument/2006/relationships/image" Target="../media/image80.png"/><Relationship Id="rId17" Type="http://schemas.openxmlformats.org/officeDocument/2006/relationships/image" Target="../media/image82.png"/><Relationship Id="rId2" Type="http://schemas.openxmlformats.org/officeDocument/2006/relationships/image" Target="../media/image590.png"/><Relationship Id="rId16" Type="http://schemas.openxmlformats.org/officeDocument/2006/relationships/image" Target="../media/image75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79.png"/><Relationship Id="rId19" Type="http://schemas.openxmlformats.org/officeDocument/2006/relationships/image" Target="../media/image84.png"/><Relationship Id="rId4" Type="http://schemas.openxmlformats.org/officeDocument/2006/relationships/image" Target="../media/image76.png"/><Relationship Id="rId9" Type="http://schemas.openxmlformats.org/officeDocument/2006/relationships/image" Target="../media/image66.png"/><Relationship Id="rId14" Type="http://schemas.openxmlformats.org/officeDocument/2006/relationships/image" Target="../media/image81.png"/><Relationship Id="rId22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70.png"/><Relationship Id="rId18" Type="http://schemas.openxmlformats.org/officeDocument/2006/relationships/image" Target="../media/image83.png"/><Relationship Id="rId26" Type="http://schemas.openxmlformats.org/officeDocument/2006/relationships/customXml" Target="../ink/ink2.xml"/><Relationship Id="rId21" Type="http://schemas.openxmlformats.org/officeDocument/2006/relationships/image" Target="../media/image86.png"/><Relationship Id="rId7" Type="http://schemas.openxmlformats.org/officeDocument/2006/relationships/image" Target="../media/image64.png"/><Relationship Id="rId12" Type="http://schemas.openxmlformats.org/officeDocument/2006/relationships/image" Target="../media/image80.png"/><Relationship Id="rId17" Type="http://schemas.openxmlformats.org/officeDocument/2006/relationships/image" Target="../media/image82.png"/><Relationship Id="rId25" Type="http://schemas.openxmlformats.org/officeDocument/2006/relationships/image" Target="../media/image58.png"/><Relationship Id="rId2" Type="http://schemas.openxmlformats.org/officeDocument/2006/relationships/image" Target="../media/image590.png"/><Relationship Id="rId16" Type="http://schemas.openxmlformats.org/officeDocument/2006/relationships/image" Target="../media/image75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68.png"/><Relationship Id="rId24" Type="http://schemas.openxmlformats.org/officeDocument/2006/relationships/image" Target="../media/image89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23" Type="http://schemas.openxmlformats.org/officeDocument/2006/relationships/image" Target="../media/image88.png"/><Relationship Id="rId10" Type="http://schemas.openxmlformats.org/officeDocument/2006/relationships/image" Target="../media/image79.png"/><Relationship Id="rId19" Type="http://schemas.openxmlformats.org/officeDocument/2006/relationships/image" Target="../media/image84.png"/><Relationship Id="rId4" Type="http://schemas.openxmlformats.org/officeDocument/2006/relationships/image" Target="../media/image76.png"/><Relationship Id="rId9" Type="http://schemas.openxmlformats.org/officeDocument/2006/relationships/image" Target="../media/image66.png"/><Relationship Id="rId14" Type="http://schemas.openxmlformats.org/officeDocument/2006/relationships/image" Target="../media/image81.png"/><Relationship Id="rId22" Type="http://schemas.openxmlformats.org/officeDocument/2006/relationships/image" Target="../media/image87.png"/><Relationship Id="rId27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D980E5B8-2EDF-04EA-4DD3-9AC096F24787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A194C8F-AE10-B690-DA45-94065ADF434C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9CDD4-5FCF-B7E3-17A0-B3F7E7EB5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10A77C55-C36B-85B6-6AB9-6D83A3B3BE1D}"/>
              </a:ext>
            </a:extLst>
          </p:cNvPr>
          <p:cNvSpPr txBox="1"/>
          <p:nvPr/>
        </p:nvSpPr>
        <p:spPr>
          <a:xfrm>
            <a:off x="176470" y="1985606"/>
            <a:ext cx="8085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 be defined by a certain formula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C289BEC-8B07-E54E-E90C-7553C633DCDD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36A885F-FC65-1BD6-0DE2-19A8CFE3FBAC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73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DBD7-B72A-401F-691A-0432CE55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8ADAABE-2BBA-6D99-D93B-DCE9731298DE}"/>
                  </a:ext>
                </a:extLst>
              </p:cNvPr>
              <p:cNvSpPr txBox="1"/>
              <p:nvPr/>
            </p:nvSpPr>
            <p:spPr>
              <a:xfrm>
                <a:off x="3603465" y="2447271"/>
                <a:ext cx="3903761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8ADAABE-2BBA-6D99-D93B-DCE973129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465" y="2447271"/>
                <a:ext cx="3903761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E70FDCF-F21C-8BA3-9FD7-203AF5AE2DED}"/>
                  </a:ext>
                </a:extLst>
              </p:cNvPr>
              <p:cNvSpPr txBox="1"/>
              <p:nvPr/>
            </p:nvSpPr>
            <p:spPr>
              <a:xfrm>
                <a:off x="7800732" y="2677526"/>
                <a:ext cx="21155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E70FDCF-F21C-8BA3-9FD7-203AF5AE2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732" y="2677526"/>
                <a:ext cx="2115516" cy="461665"/>
              </a:xfrm>
              <a:prstGeom prst="rect">
                <a:avLst/>
              </a:prstGeom>
              <a:blipFill>
                <a:blip r:embed="rId3"/>
                <a:stretch>
                  <a:fillRect l="-461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77D1AA7B-FE6B-C9FD-301E-D49BC6A93B70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2DA6251-349D-F1AC-C9DE-F5E25B791595}"/>
              </a:ext>
            </a:extLst>
          </p:cNvPr>
          <p:cNvSpPr txBox="1"/>
          <p:nvPr/>
        </p:nvSpPr>
        <p:spPr>
          <a:xfrm>
            <a:off x="176470" y="1985606"/>
            <a:ext cx="8085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 be defined by a certain formula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F2FA94C-950D-767F-ADEC-FC276727DF1C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502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7348-2BC8-3852-EFA7-5C3E65F9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DCD8FAA-3D6F-1EB6-6B4E-1C14AF5B4006}"/>
                  </a:ext>
                </a:extLst>
              </p:cNvPr>
              <p:cNvSpPr txBox="1"/>
              <p:nvPr/>
            </p:nvSpPr>
            <p:spPr>
              <a:xfrm>
                <a:off x="3603465" y="2447271"/>
                <a:ext cx="3903761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DCD8FAA-3D6F-1EB6-6B4E-1C14AF5B4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465" y="2447271"/>
                <a:ext cx="3903761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5396CE4-64BD-18FB-540F-FC877C2A515E}"/>
                  </a:ext>
                </a:extLst>
              </p:cNvPr>
              <p:cNvSpPr txBox="1"/>
              <p:nvPr/>
            </p:nvSpPr>
            <p:spPr>
              <a:xfrm>
                <a:off x="8799982" y="3369446"/>
                <a:ext cx="3042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5396CE4-64BD-18FB-540F-FC877C2A5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982" y="3369446"/>
                <a:ext cx="30424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6824ADC-80E2-2B28-06B0-10B2908A2AE9}"/>
                  </a:ext>
                </a:extLst>
              </p:cNvPr>
              <p:cNvSpPr txBox="1"/>
              <p:nvPr/>
            </p:nvSpPr>
            <p:spPr>
              <a:xfrm>
                <a:off x="8799982" y="3830533"/>
                <a:ext cx="1765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6824ADC-80E2-2B28-06B0-10B2908A2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982" y="3830533"/>
                <a:ext cx="176599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20CCB8B6-FAD3-D0A7-154C-1F7B9F10A2BE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2252B2B-AFE7-EFCF-B08E-20B5F9994D45}"/>
              </a:ext>
            </a:extLst>
          </p:cNvPr>
          <p:cNvSpPr txBox="1"/>
          <p:nvPr/>
        </p:nvSpPr>
        <p:spPr>
          <a:xfrm>
            <a:off x="176470" y="1985606"/>
            <a:ext cx="8085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 be defined by a certain formula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65A6BDA-E14E-EADA-9EB2-D8A68CACA5BB}"/>
                  </a:ext>
                </a:extLst>
              </p:cNvPr>
              <p:cNvSpPr txBox="1"/>
              <p:nvPr/>
            </p:nvSpPr>
            <p:spPr>
              <a:xfrm>
                <a:off x="7800732" y="2677526"/>
                <a:ext cx="21155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65A6BDA-E14E-EADA-9EB2-D8A68CACA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732" y="2677526"/>
                <a:ext cx="2115516" cy="461665"/>
              </a:xfrm>
              <a:prstGeom prst="rect">
                <a:avLst/>
              </a:prstGeom>
              <a:blipFill>
                <a:blip r:embed="rId6"/>
                <a:stretch>
                  <a:fillRect l="-461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A89758D6-3D18-A30D-8E79-8B69EFE0CC5B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188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08ABB-2398-6DC2-CD8A-F5DB01CB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F513184-4A12-FCB7-51D2-BBEBCAD3BC37}"/>
                  </a:ext>
                </a:extLst>
              </p:cNvPr>
              <p:cNvSpPr txBox="1"/>
              <p:nvPr/>
            </p:nvSpPr>
            <p:spPr>
              <a:xfrm>
                <a:off x="3603465" y="2447271"/>
                <a:ext cx="3903761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F513184-4A12-FCB7-51D2-BBEBCAD3B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465" y="2447271"/>
                <a:ext cx="3903761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99B4014F-2A27-1452-D346-A28586BA1884}"/>
                  </a:ext>
                </a:extLst>
              </p:cNvPr>
              <p:cNvSpPr txBox="1"/>
              <p:nvPr/>
            </p:nvSpPr>
            <p:spPr>
              <a:xfrm>
                <a:off x="8799982" y="3369446"/>
                <a:ext cx="3042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99B4014F-2A27-1452-D346-A28586BA1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982" y="3369446"/>
                <a:ext cx="30424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F815B37-E17F-8FC8-1E6F-E63105A723AE}"/>
                  </a:ext>
                </a:extLst>
              </p:cNvPr>
              <p:cNvSpPr txBox="1"/>
              <p:nvPr/>
            </p:nvSpPr>
            <p:spPr>
              <a:xfrm>
                <a:off x="8799982" y="3830533"/>
                <a:ext cx="1765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F815B37-E17F-8FC8-1E6F-E63105A72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982" y="3830533"/>
                <a:ext cx="176599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C43D1A0B-0A5A-59AF-A576-173111B04A36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3950DE1-3439-CC70-3FBD-7F5698B0CD05}"/>
              </a:ext>
            </a:extLst>
          </p:cNvPr>
          <p:cNvSpPr txBox="1"/>
          <p:nvPr/>
        </p:nvSpPr>
        <p:spPr>
          <a:xfrm>
            <a:off x="176470" y="1985606"/>
            <a:ext cx="8085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 be defined by a certain formula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0F2DB9BA-DBC8-74B1-2292-C5524DBB0667}"/>
                  </a:ext>
                </a:extLst>
              </p:cNvPr>
              <p:cNvSpPr txBox="1"/>
              <p:nvPr/>
            </p:nvSpPr>
            <p:spPr>
              <a:xfrm>
                <a:off x="7800732" y="2677526"/>
                <a:ext cx="21155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0F2DB9BA-DBC8-74B1-2292-C5524DBB0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732" y="2677526"/>
                <a:ext cx="2115516" cy="461665"/>
              </a:xfrm>
              <a:prstGeom prst="rect">
                <a:avLst/>
              </a:prstGeom>
              <a:blipFill>
                <a:blip r:embed="rId6"/>
                <a:stretch>
                  <a:fillRect l="-461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7C7A5AE-130C-0BA4-6B5B-745318E20E86}"/>
              </a:ext>
            </a:extLst>
          </p:cNvPr>
          <p:cNvSpPr txBox="1"/>
          <p:nvPr/>
        </p:nvSpPr>
        <p:spPr>
          <a:xfrm>
            <a:off x="176470" y="3198167"/>
            <a:ext cx="1645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2D8328D-063F-7C61-5346-46284A82152D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392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B560C-1F53-0876-F870-90D1EF14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EA85B63-5EF7-C834-2ACE-C8BCBEC4606B}"/>
                  </a:ext>
                </a:extLst>
              </p:cNvPr>
              <p:cNvSpPr txBox="1"/>
              <p:nvPr/>
            </p:nvSpPr>
            <p:spPr>
              <a:xfrm>
                <a:off x="3603465" y="2447271"/>
                <a:ext cx="3903761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EA85B63-5EF7-C834-2ACE-C8BCBEC46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465" y="2447271"/>
                <a:ext cx="3903761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1C675497-685C-EDCF-C7A5-CAB1E00C2EE0}"/>
              </a:ext>
            </a:extLst>
          </p:cNvPr>
          <p:cNvSpPr txBox="1"/>
          <p:nvPr/>
        </p:nvSpPr>
        <p:spPr>
          <a:xfrm>
            <a:off x="176470" y="3198167"/>
            <a:ext cx="1645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F15F38B-A5CD-78F1-8548-4F88DBE6C2F0}"/>
                  </a:ext>
                </a:extLst>
              </p:cNvPr>
              <p:cNvSpPr txBox="1"/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F15F38B-A5CD-78F1-8548-4F88DBE6C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CDED3B4-F969-D57D-0A3C-60661623A6A6}"/>
                  </a:ext>
                </a:extLst>
              </p:cNvPr>
              <p:cNvSpPr txBox="1"/>
              <p:nvPr/>
            </p:nvSpPr>
            <p:spPr>
              <a:xfrm>
                <a:off x="4363603" y="4707685"/>
                <a:ext cx="3620158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begChr m:val="⌊"/>
                              <m:endChr m:val="⌋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</m:e>
                            <m:sup>
                              <m:bar>
                                <m:barPr>
                                  <m:pos m:val="top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</m:ba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CDED3B4-F969-D57D-0A3C-60661623A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603" y="4707685"/>
                <a:ext cx="3620158" cy="1100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CFEB78C-0FFD-EC4C-AA4D-49148882C7AA}"/>
                  </a:ext>
                </a:extLst>
              </p:cNvPr>
              <p:cNvSpPr txBox="1"/>
              <p:nvPr/>
            </p:nvSpPr>
            <p:spPr>
              <a:xfrm>
                <a:off x="8799982" y="3369446"/>
                <a:ext cx="3042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CFEB78C-0FFD-EC4C-AA4D-49148882C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982" y="3369446"/>
                <a:ext cx="304243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D91B1442-5628-7C47-91D8-0E8FC1E788B9}"/>
                  </a:ext>
                </a:extLst>
              </p:cNvPr>
              <p:cNvSpPr txBox="1"/>
              <p:nvPr/>
            </p:nvSpPr>
            <p:spPr>
              <a:xfrm>
                <a:off x="8799982" y="3830533"/>
                <a:ext cx="1765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D91B1442-5628-7C47-91D8-0E8FC1E78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982" y="3830533"/>
                <a:ext cx="176599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4D7D40ED-E823-7FB1-0122-6FA37A9B24C1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8BFCA93-0A37-A606-0235-C6EC5F4CB459}"/>
              </a:ext>
            </a:extLst>
          </p:cNvPr>
          <p:cNvSpPr txBox="1"/>
          <p:nvPr/>
        </p:nvSpPr>
        <p:spPr>
          <a:xfrm>
            <a:off x="176470" y="1985606"/>
            <a:ext cx="8085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 be defined by a certain formula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B4B0613-DF94-A182-C256-398FBA5F7EB5}"/>
                  </a:ext>
                </a:extLst>
              </p:cNvPr>
              <p:cNvSpPr txBox="1"/>
              <p:nvPr/>
            </p:nvSpPr>
            <p:spPr>
              <a:xfrm>
                <a:off x="7800732" y="2677526"/>
                <a:ext cx="21155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B4B0613-DF94-A182-C256-398FBA5F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732" y="2677526"/>
                <a:ext cx="2115516" cy="461665"/>
              </a:xfrm>
              <a:prstGeom prst="rect">
                <a:avLst/>
              </a:prstGeom>
              <a:blipFill>
                <a:blip r:embed="rId8"/>
                <a:stretch>
                  <a:fillRect l="-461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5CE9C86D-4F2D-42E6-3899-E6CDCFF5A8A0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939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2EB6B-BAD8-A014-81BF-FBC13C68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DBB7664-6D77-8F7E-84DA-AC9DE469EE82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EA7E371-E4C2-616C-5D63-9679BE1BCAF6}"/>
                  </a:ext>
                </a:extLst>
              </p:cNvPr>
              <p:cNvSpPr txBox="1"/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EA7E371-E4C2-616C-5D63-9679BE1BC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F024486-2495-1F03-FB25-140C2039A986}"/>
                  </a:ext>
                </a:extLst>
              </p:cNvPr>
              <p:cNvSpPr txBox="1"/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F024486-2495-1F03-FB25-140C2039A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9A0AAC23-7C2A-99EC-CC73-775F383BC7EE}"/>
                  </a:ext>
                </a:extLst>
              </p:cNvPr>
              <p:cNvSpPr txBox="1"/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9A0AAC23-7C2A-99EC-CC73-775F383BC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BEE811A-E718-8D24-4735-D96AC31CB781}"/>
                  </a:ext>
                </a:extLst>
              </p:cNvPr>
              <p:cNvSpPr txBox="1"/>
              <p:nvPr/>
            </p:nvSpPr>
            <p:spPr>
              <a:xfrm>
                <a:off x="176470" y="4606007"/>
                <a:ext cx="1343125" cy="742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19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BEE811A-E718-8D24-4735-D96AC31CB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606007"/>
                <a:ext cx="1343125" cy="742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63C0E4E7-4AF9-9E06-C4B0-3F37F2801966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76393E2-164F-C336-A6CA-CD28C832C1B9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285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AD14D-3C99-BFC2-5B50-588D8D438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09E9E22-5B8D-07BA-49D9-1DB14A948253}"/>
                  </a:ext>
                </a:extLst>
              </p:cNvPr>
              <p:cNvSpPr txBox="1"/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09E9E22-5B8D-07BA-49D9-1DB14A948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CFE4219-5374-24B4-DE26-76F56A24B6B1}"/>
                  </a:ext>
                </a:extLst>
              </p:cNvPr>
              <p:cNvSpPr txBox="1"/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CFE4219-5374-24B4-DE26-76F56A24B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458FFFCC-D394-8DF5-F1A0-15472DF0B060}"/>
                  </a:ext>
                </a:extLst>
              </p:cNvPr>
              <p:cNvSpPr txBox="1"/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458FFFCC-D394-8DF5-F1A0-15472DF0B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5EFAC3B-7165-693E-F317-6168A852FDB6}"/>
                  </a:ext>
                </a:extLst>
              </p:cNvPr>
              <p:cNvSpPr txBox="1"/>
              <p:nvPr/>
            </p:nvSpPr>
            <p:spPr>
              <a:xfrm>
                <a:off x="167326" y="4606007"/>
                <a:ext cx="2898614" cy="742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5EFAC3B-7165-693E-F317-6168A852F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26" y="4606007"/>
                <a:ext cx="2898614" cy="742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345B45C1-4045-8EF9-EB5B-B41E1133D666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0758D1A-67C2-E778-9B12-79E5FC9A759B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6F61DFE-2515-D466-67C7-493C293567F8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135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9F8D1-4655-3FC8-21C5-4BB7D29B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D86BE08-6E03-EDA3-6BA4-9BD1089C00B5}"/>
                  </a:ext>
                </a:extLst>
              </p:cNvPr>
              <p:cNvSpPr txBox="1"/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D86BE08-6E03-EDA3-6BA4-9BD1089C0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687A6072-7FC3-A644-2388-5E1BDDBCBDE1}"/>
                  </a:ext>
                </a:extLst>
              </p:cNvPr>
              <p:cNvSpPr txBox="1"/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687A6072-7FC3-A644-2388-5E1BDDBCB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ECB7484C-61CD-1BAE-911C-9B8813346776}"/>
                  </a:ext>
                </a:extLst>
              </p:cNvPr>
              <p:cNvSpPr txBox="1"/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ECB7484C-61CD-1BAE-911C-9B8813346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31AA292-B200-956B-4ACC-356950E655F5}"/>
                  </a:ext>
                </a:extLst>
              </p:cNvPr>
              <p:cNvSpPr txBox="1"/>
              <p:nvPr/>
            </p:nvSpPr>
            <p:spPr>
              <a:xfrm>
                <a:off x="158182" y="4606007"/>
                <a:ext cx="5219186" cy="742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31AA292-B200-956B-4ACC-356950E65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82" y="4606007"/>
                <a:ext cx="5219186" cy="742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B86596EB-B70F-55D6-4D4E-8CA435DB12CE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D31918F-C24E-49C8-756E-381DE0E57661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8DF7881-DD9B-2671-A6BF-CF7870FA01B1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312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23D1B-8818-2771-6520-6CF122CCD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F565229-7C2C-DDA0-AC1F-7EC127734D70}"/>
                  </a:ext>
                </a:extLst>
              </p:cNvPr>
              <p:cNvSpPr txBox="1"/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F565229-7C2C-DDA0-AC1F-7EC127734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85A98D01-C155-C810-A81E-B7D92EC5697B}"/>
                  </a:ext>
                </a:extLst>
              </p:cNvPr>
              <p:cNvSpPr txBox="1"/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85A98D01-C155-C810-A81E-B7D92EC56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99A9FE7-C10A-1DE1-3E0A-30E87C7A5161}"/>
                  </a:ext>
                </a:extLst>
              </p:cNvPr>
              <p:cNvSpPr txBox="1"/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99A9FE7-C10A-1DE1-3E0A-30E87C7A5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1BEA198-10A7-019C-DD3E-202D2D450039}"/>
                  </a:ext>
                </a:extLst>
              </p:cNvPr>
              <p:cNvSpPr txBox="1"/>
              <p:nvPr/>
            </p:nvSpPr>
            <p:spPr>
              <a:xfrm>
                <a:off x="30166" y="4606007"/>
                <a:ext cx="8541697" cy="742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1BEA198-10A7-019C-DD3E-202D2D450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6" y="4606007"/>
                <a:ext cx="8541697" cy="742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8813DB1E-1136-5282-CC4D-3305624BCE4C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F37F6BE-CD30-EB9B-2148-D64727522E0B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2B43580-D12B-EB98-CDBD-6777BD5663EE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775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0EAFB-484C-8781-1839-09923D02B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37BF73B-51F6-FD8B-2281-1FA65FE7AD6E}"/>
                  </a:ext>
                </a:extLst>
              </p:cNvPr>
              <p:cNvSpPr txBox="1"/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37BF73B-51F6-FD8B-2281-1FA65FE7A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C6F1BC2-B62A-B31A-FB2B-45DB7823AD81}"/>
                  </a:ext>
                </a:extLst>
              </p:cNvPr>
              <p:cNvSpPr txBox="1"/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C6F1BC2-B62A-B31A-FB2B-45DB7823A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595C454-8896-2108-1433-792E4135C9D7}"/>
                  </a:ext>
                </a:extLst>
              </p:cNvPr>
              <p:cNvSpPr txBox="1"/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595C454-8896-2108-1433-792E4135C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D1C08CE1-E370-77DD-B708-33CA1AFD61FC}"/>
                  </a:ext>
                </a:extLst>
              </p:cNvPr>
              <p:cNvSpPr txBox="1"/>
              <p:nvPr/>
            </p:nvSpPr>
            <p:spPr>
              <a:xfrm>
                <a:off x="130750" y="4606007"/>
                <a:ext cx="11793357" cy="742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D1C08CE1-E370-77DD-B708-33CA1AFD6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50" y="4606007"/>
                <a:ext cx="11793357" cy="742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B3ABC1AA-2DDD-BC61-B58B-60A5D153861F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9CB0798-7807-687B-94DD-08A4E8F10308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10F3EDD-F124-BAAB-27A5-4CECF8EAFF32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671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B2D8-C23A-1408-E869-D0F353EE2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81A3AA2-1D8F-A0B0-4612-A5192AAA2222}"/>
                  </a:ext>
                </a:extLst>
              </p:cNvPr>
              <p:cNvSpPr txBox="1"/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81A3AA2-1D8F-A0B0-4612-A5192AAA2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4A84408-A4B5-0665-361E-280488F49A85}"/>
                  </a:ext>
                </a:extLst>
              </p:cNvPr>
              <p:cNvSpPr txBox="1"/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4A84408-A4B5-0665-361E-280488F49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F949D14-49C1-FD36-6E8E-57CDC1F76661}"/>
                  </a:ext>
                </a:extLst>
              </p:cNvPr>
              <p:cNvSpPr txBox="1"/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F949D14-49C1-FD36-6E8E-57CDC1F76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AB9A376-2FE8-2B2D-6F7F-99834FBF36D3}"/>
                  </a:ext>
                </a:extLst>
              </p:cNvPr>
              <p:cNvSpPr txBox="1"/>
              <p:nvPr/>
            </p:nvSpPr>
            <p:spPr>
              <a:xfrm>
                <a:off x="130750" y="4606007"/>
                <a:ext cx="11793357" cy="742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AB9A376-2FE8-2B2D-6F7F-99834FBF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50" y="4606007"/>
                <a:ext cx="11793357" cy="742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92217AC-8479-B292-CF81-1BD01C58B8AC}"/>
                  </a:ext>
                </a:extLst>
              </p:cNvPr>
              <p:cNvSpPr txBox="1"/>
              <p:nvPr/>
            </p:nvSpPr>
            <p:spPr>
              <a:xfrm>
                <a:off x="130749" y="5928839"/>
                <a:ext cx="5920980" cy="742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pl-PL" sz="19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=120,  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=240,  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=120,  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=20</m:t>
                      </m:r>
                    </m:oMath>
                  </m:oMathPara>
                </a14:m>
                <a:endParaRPr lang="en-US" sz="19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92217AC-8479-B292-CF81-1BD01C58B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49" y="5928839"/>
                <a:ext cx="5920980" cy="7428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2BD3D8BC-C5BD-0995-779B-B7BB6D603B2B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FB51F41-47B5-36A0-2673-2352FADCD658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6276467-1BBB-535D-85C9-705A8A5B08E9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400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5D9F3-41E8-4426-111E-81406EC9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F654F13-D006-E7ED-0C8B-DCCDC734762E}"/>
                  </a:ext>
                </a:extLst>
              </p:cNvPr>
              <p:cNvSpPr txBox="1"/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F654F13-D006-E7ED-0C8B-DCCDC7347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65207"/>
                <a:ext cx="10397783" cy="532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5B6B985E-77F9-6B04-C34C-BD165C4FE13B}"/>
                  </a:ext>
                </a:extLst>
              </p:cNvPr>
              <p:cNvSpPr txBox="1"/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5B6B985E-77F9-6B04-C34C-BD165C4FE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7" y="2935735"/>
                <a:ext cx="10397783" cy="465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33ED498-C3F7-3410-722A-9A3B5CD53C52}"/>
                  </a:ext>
                </a:extLst>
              </p:cNvPr>
              <p:cNvSpPr txBox="1"/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33ED498-C3F7-3410-722A-9A3B5CD53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12" y="3488554"/>
                <a:ext cx="2553776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462BF609-A95A-C57D-0F15-618AFD6E34C2}"/>
                  </a:ext>
                </a:extLst>
              </p:cNvPr>
              <p:cNvSpPr txBox="1"/>
              <p:nvPr/>
            </p:nvSpPr>
            <p:spPr>
              <a:xfrm>
                <a:off x="130750" y="4724879"/>
                <a:ext cx="11825673" cy="441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1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1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+240</m:t>
                      </m:r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1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1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</m:t>
                      </m:r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r>
                        <a:rPr lang="pl-PL" sz="1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1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1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462BF609-A95A-C57D-0F15-618AFD6E3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50" y="4724879"/>
                <a:ext cx="11825673" cy="4410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41BEA699-8A73-5CA0-2EE5-D16B197CF970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B6C6BB8-639D-8B76-92B5-17D366FCA3BC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7680C5B-8ED9-BA1D-DE06-163C1ACF4544}"/>
              </a:ext>
            </a:extLst>
          </p:cNvPr>
          <p:cNvSpPr txBox="1"/>
          <p:nvPr/>
        </p:nvSpPr>
        <p:spPr>
          <a:xfrm>
            <a:off x="176470" y="785277"/>
            <a:ext cx="12052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 numbers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(also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third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– discovered by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Ivo Lah in 1954. They were originally introduced as a way to express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 vice versa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256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6543A-BF03-4F74-209C-8F703C037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068E7C8-BAD9-0D2A-3FD5-E3542F9FF68F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503461B-6828-0F58-B021-FC406443F286}"/>
                  </a:ext>
                </a:extLst>
              </p:cNvPr>
              <p:cNvSpPr txBox="1"/>
              <p:nvPr/>
            </p:nvSpPr>
            <p:spPr>
              <a:xfrm>
                <a:off x="2594758" y="1246942"/>
                <a:ext cx="3903761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503461B-6828-0F58-B021-FC406443F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58" y="1246942"/>
                <a:ext cx="3903761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6BD52EA-D385-6F97-DCD7-7C1899BD0CE1}"/>
                  </a:ext>
                </a:extLst>
              </p:cNvPr>
              <p:cNvSpPr txBox="1"/>
              <p:nvPr/>
            </p:nvSpPr>
            <p:spPr>
              <a:xfrm>
                <a:off x="6792025" y="1477197"/>
                <a:ext cx="21155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6BD52EA-D385-6F97-DCD7-7C1899BD0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025" y="1477197"/>
                <a:ext cx="2115516" cy="461665"/>
              </a:xfrm>
              <a:prstGeom prst="rect">
                <a:avLst/>
              </a:prstGeom>
              <a:blipFill>
                <a:blip r:embed="rId3"/>
                <a:stretch>
                  <a:fillRect l="-432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D8DE919-F447-E26D-6A68-10D1C15596B7}"/>
                  </a:ext>
                </a:extLst>
              </p:cNvPr>
              <p:cNvSpPr txBox="1"/>
              <p:nvPr/>
            </p:nvSpPr>
            <p:spPr>
              <a:xfrm>
                <a:off x="8926264" y="1015532"/>
                <a:ext cx="3042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D8DE919-F447-E26D-6A68-10D1C1559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6264" y="1015532"/>
                <a:ext cx="30424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0085076-0D6A-3CEA-D83D-524BFBFC2A4D}"/>
                  </a:ext>
                </a:extLst>
              </p:cNvPr>
              <p:cNvSpPr txBox="1"/>
              <p:nvPr/>
            </p:nvSpPr>
            <p:spPr>
              <a:xfrm>
                <a:off x="9219770" y="1477196"/>
                <a:ext cx="1765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0085076-0D6A-3CEA-D83D-524BFBFC2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9770" y="1477196"/>
                <a:ext cx="176599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073E332A-BBC2-93F7-F378-92CF8037912C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012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FC7C5-E5E1-0E13-3649-29EF01B2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30DAF84-BFF0-65BA-C74F-51D1F15C5037}"/>
                  </a:ext>
                </a:extLst>
              </p:cNvPr>
              <p:cNvSpPr txBox="1"/>
              <p:nvPr/>
            </p:nvSpPr>
            <p:spPr>
              <a:xfrm>
                <a:off x="2594758" y="1246942"/>
                <a:ext cx="3903761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30DAF84-BFF0-65BA-C74F-51D1F15C5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58" y="1246942"/>
                <a:ext cx="3903761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26300CA-7707-0E06-D58F-A3F81822AF18}"/>
                  </a:ext>
                </a:extLst>
              </p:cNvPr>
              <p:cNvSpPr txBox="1"/>
              <p:nvPr/>
            </p:nvSpPr>
            <p:spPr>
              <a:xfrm>
                <a:off x="8926264" y="1015532"/>
                <a:ext cx="3042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26300CA-7707-0E06-D58F-A3F81822A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6264" y="1015532"/>
                <a:ext cx="30424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ED02467-8981-C229-9A84-09A9020CA184}"/>
                  </a:ext>
                </a:extLst>
              </p:cNvPr>
              <p:cNvSpPr txBox="1"/>
              <p:nvPr/>
            </p:nvSpPr>
            <p:spPr>
              <a:xfrm>
                <a:off x="9219770" y="1477196"/>
                <a:ext cx="1765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ED02467-8981-C229-9A84-09A9020CA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9770" y="1477196"/>
                <a:ext cx="176599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D2E2708-CA78-323E-FF45-B360C0266771}"/>
                  </a:ext>
                </a:extLst>
              </p:cNvPr>
              <p:cNvSpPr txBox="1"/>
              <p:nvPr/>
            </p:nvSpPr>
            <p:spPr>
              <a:xfrm>
                <a:off x="5183543" y="2169118"/>
                <a:ext cx="2629951" cy="11423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D2E2708-CA78-323E-FF45-B360C0266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543" y="2169118"/>
                <a:ext cx="2629951" cy="11423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F466890E-DF2C-19AF-11E6-E66660589191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5F112C9-B664-532D-DD9C-8A66BB659063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377B7B7-F03D-396B-789D-D46102EB51F2}"/>
                  </a:ext>
                </a:extLst>
              </p:cNvPr>
              <p:cNvSpPr txBox="1"/>
              <p:nvPr/>
            </p:nvSpPr>
            <p:spPr>
              <a:xfrm>
                <a:off x="6792025" y="1477197"/>
                <a:ext cx="21155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377B7B7-F03D-396B-789D-D46102EB5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025" y="1477197"/>
                <a:ext cx="2115516" cy="461665"/>
              </a:xfrm>
              <a:prstGeom prst="rect">
                <a:avLst/>
              </a:prstGeom>
              <a:blipFill>
                <a:blip r:embed="rId7"/>
                <a:stretch>
                  <a:fillRect l="-432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2C425E2C-0A9E-C02D-8C3B-689563FABFC2}"/>
                  </a:ext>
                </a:extLst>
              </p14:cNvPr>
              <p14:cNvContentPartPr/>
              <p14:nvPr/>
            </p14:nvContentPartPr>
            <p14:xfrm>
              <a:off x="8280360" y="2190600"/>
              <a:ext cx="3657960" cy="8388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2C425E2C-0A9E-C02D-8C3B-689563FABF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71000" y="2181240"/>
                <a:ext cx="3676680" cy="85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8343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5023B-C91B-0E90-2504-B9B70BB8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FEDA0D0-436C-EAD4-D6E2-9499D507D0AA}"/>
                  </a:ext>
                </a:extLst>
              </p:cNvPr>
              <p:cNvSpPr txBox="1"/>
              <p:nvPr/>
            </p:nvSpPr>
            <p:spPr>
              <a:xfrm>
                <a:off x="2594758" y="1246942"/>
                <a:ext cx="3903761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FEDA0D0-436C-EAD4-D6E2-9499D507D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58" y="1246942"/>
                <a:ext cx="3903761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3A6BA69-A265-9C52-9D8D-2934DD966B19}"/>
                  </a:ext>
                </a:extLst>
              </p:cNvPr>
              <p:cNvSpPr txBox="1"/>
              <p:nvPr/>
            </p:nvSpPr>
            <p:spPr>
              <a:xfrm>
                <a:off x="8926264" y="1015532"/>
                <a:ext cx="3042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3A6BA69-A265-9C52-9D8D-2934DD966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6264" y="1015532"/>
                <a:ext cx="30424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8256E73-5A86-FAAC-7E07-C96832C295C6}"/>
                  </a:ext>
                </a:extLst>
              </p:cNvPr>
              <p:cNvSpPr txBox="1"/>
              <p:nvPr/>
            </p:nvSpPr>
            <p:spPr>
              <a:xfrm>
                <a:off x="9219770" y="1477196"/>
                <a:ext cx="1765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8256E73-5A86-FAAC-7E07-C96832C29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9770" y="1477196"/>
                <a:ext cx="176599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34AB43A-A918-F457-A54B-A20E0DF1A5E6}"/>
                  </a:ext>
                </a:extLst>
              </p:cNvPr>
              <p:cNvSpPr txBox="1"/>
              <p:nvPr/>
            </p:nvSpPr>
            <p:spPr>
              <a:xfrm>
                <a:off x="5183543" y="2169118"/>
                <a:ext cx="2629951" cy="11423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34AB43A-A918-F457-A54B-A20E0DF1A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543" y="2169118"/>
                <a:ext cx="2629951" cy="11423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E3E8F37-1FC3-D15F-223E-0EC47B2DDB70}"/>
                  </a:ext>
                </a:extLst>
              </p:cNvPr>
              <p:cNvSpPr txBox="1"/>
              <p:nvPr/>
            </p:nvSpPr>
            <p:spPr>
              <a:xfrm>
                <a:off x="3943812" y="3322703"/>
                <a:ext cx="5109412" cy="796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E3E8F37-1FC3-D15F-223E-0EC47B2DD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812" y="3322703"/>
                <a:ext cx="5109412" cy="7961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DB99B9B9-5D87-7EDE-D248-65E193150909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0F14DF2-AA6C-422F-755B-ACE7DFD62424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4970526-86D4-B090-1CE2-C8CFCCD4216E}"/>
                  </a:ext>
                </a:extLst>
              </p:cNvPr>
              <p:cNvSpPr txBox="1"/>
              <p:nvPr/>
            </p:nvSpPr>
            <p:spPr>
              <a:xfrm>
                <a:off x="6792025" y="1477197"/>
                <a:ext cx="21155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4970526-86D4-B090-1CE2-C8CFCCD42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025" y="1477197"/>
                <a:ext cx="2115516" cy="461665"/>
              </a:xfrm>
              <a:prstGeom prst="rect">
                <a:avLst/>
              </a:prstGeom>
              <a:blipFill>
                <a:blip r:embed="rId8"/>
                <a:stretch>
                  <a:fillRect l="-432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324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3BDF5-98A5-E708-F255-0FBAA86D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3CB185F-66AB-0673-8E76-35CB49D5B357}"/>
                  </a:ext>
                </a:extLst>
              </p:cNvPr>
              <p:cNvSpPr txBox="1"/>
              <p:nvPr/>
            </p:nvSpPr>
            <p:spPr>
              <a:xfrm>
                <a:off x="2594758" y="1246942"/>
                <a:ext cx="3903761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3CB185F-66AB-0673-8E76-35CB49D5B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58" y="1246942"/>
                <a:ext cx="3903761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CB76A77-7B70-DE43-A66F-930DE64A8F8D}"/>
                  </a:ext>
                </a:extLst>
              </p:cNvPr>
              <p:cNvSpPr txBox="1"/>
              <p:nvPr/>
            </p:nvSpPr>
            <p:spPr>
              <a:xfrm>
                <a:off x="8926264" y="1015532"/>
                <a:ext cx="3042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,0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CB76A77-7B70-DE43-A66F-930DE64A8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6264" y="1015532"/>
                <a:ext cx="30424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D472017-910F-68B4-0E34-D3AA033FE32D}"/>
                  </a:ext>
                </a:extLst>
              </p:cNvPr>
              <p:cNvSpPr txBox="1"/>
              <p:nvPr/>
            </p:nvSpPr>
            <p:spPr>
              <a:xfrm>
                <a:off x="9219770" y="1477196"/>
                <a:ext cx="1765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D472017-910F-68B4-0E34-D3AA033FE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9770" y="1477196"/>
                <a:ext cx="176599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035B4E9-4950-2049-E4D1-F1C2D4457999}"/>
                  </a:ext>
                </a:extLst>
              </p:cNvPr>
              <p:cNvSpPr txBox="1"/>
              <p:nvPr/>
            </p:nvSpPr>
            <p:spPr>
              <a:xfrm>
                <a:off x="5183543" y="2169118"/>
                <a:ext cx="2629951" cy="11423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035B4E9-4950-2049-E4D1-F1C2D4457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543" y="2169118"/>
                <a:ext cx="2629951" cy="11423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30D505C-D75D-A8AB-538D-0F33BB46B1D4}"/>
                  </a:ext>
                </a:extLst>
              </p:cNvPr>
              <p:cNvSpPr txBox="1"/>
              <p:nvPr/>
            </p:nvSpPr>
            <p:spPr>
              <a:xfrm>
                <a:off x="3943812" y="3322703"/>
                <a:ext cx="5109412" cy="796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30D505C-D75D-A8AB-538D-0F33BB46B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812" y="3322703"/>
                <a:ext cx="5109412" cy="7961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71F5DC7-6CA9-525E-285A-BA6C91E2C968}"/>
                  </a:ext>
                </a:extLst>
              </p:cNvPr>
              <p:cNvSpPr txBox="1"/>
              <p:nvPr/>
            </p:nvSpPr>
            <p:spPr>
              <a:xfrm>
                <a:off x="5615520" y="4234234"/>
                <a:ext cx="18541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!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71F5DC7-6CA9-525E-285A-BA6C91E2C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520" y="4234234"/>
                <a:ext cx="185416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49EB1F1-FD15-ABE0-6B86-630241F25841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ABD7F06-AC49-A7A5-4194-FA9D340E4A6E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23702E6-D8DD-1194-2BE3-FFE3AB9650EF}"/>
                  </a:ext>
                </a:extLst>
              </p:cNvPr>
              <p:cNvSpPr txBox="1"/>
              <p:nvPr/>
            </p:nvSpPr>
            <p:spPr>
              <a:xfrm>
                <a:off x="6792025" y="1477197"/>
                <a:ext cx="21155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23702E6-D8DD-1194-2BE3-FFE3AB965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025" y="1477197"/>
                <a:ext cx="2115516" cy="461665"/>
              </a:xfrm>
              <a:prstGeom prst="rect">
                <a:avLst/>
              </a:prstGeom>
              <a:blipFill>
                <a:blip r:embed="rId9"/>
                <a:stretch>
                  <a:fillRect l="-432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478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3DB2-354F-26BE-8C09-73E7C9A8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ole tekstowe 9">
            <a:extLst>
              <a:ext uri="{FF2B5EF4-FFF2-40B4-BE49-F238E27FC236}">
                <a16:creationId xmlns:a16="http://schemas.microsoft.com/office/drawing/2014/main" id="{458A451F-0CAA-3BA6-88CD-7D4F8AB57A24}"/>
              </a:ext>
            </a:extLst>
          </p:cNvPr>
          <p:cNvSpPr txBox="1"/>
          <p:nvPr/>
        </p:nvSpPr>
        <p:spPr>
          <a:xfrm>
            <a:off x="176470" y="785277"/>
            <a:ext cx="471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101CB11-B107-0204-C0BD-97706BEBDC52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803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C15AA-43E0-EED3-27CC-A3AB20093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A136FBDC-4E5C-1B26-AF5E-1EABA5BA8E1E}"/>
              </a:ext>
            </a:extLst>
          </p:cNvPr>
          <p:cNvSpPr txBox="1"/>
          <p:nvPr/>
        </p:nvSpPr>
        <p:spPr>
          <a:xfrm>
            <a:off x="176470" y="1246942"/>
            <a:ext cx="10685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Expressing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conversely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7CA2BB1-0D49-C157-9836-42EBA9CF8933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CB40801-BB7E-9E7A-1082-F5AB98D3A83B}"/>
              </a:ext>
            </a:extLst>
          </p:cNvPr>
          <p:cNvSpPr txBox="1"/>
          <p:nvPr/>
        </p:nvSpPr>
        <p:spPr>
          <a:xfrm>
            <a:off x="176470" y="785277"/>
            <a:ext cx="471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55301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499B-7E3C-F5AD-4C6B-7A57E71A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FCDB731E-EADF-DD2D-CFBF-B79034DF3395}"/>
              </a:ext>
            </a:extLst>
          </p:cNvPr>
          <p:cNvSpPr txBox="1"/>
          <p:nvPr/>
        </p:nvSpPr>
        <p:spPr>
          <a:xfrm>
            <a:off x="176470" y="1246942"/>
            <a:ext cx="115896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Expressing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factorial, and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conversely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falling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 in terms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rising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factorial.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Computing certain sums of products that involve both Stirling numbers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the first kind and Stirling numbers of the second kind.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E25A29E-C966-DEA2-8CAD-227DA1FF88C0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84059EC-BFE4-5E61-32E9-F25B4E088D09}"/>
              </a:ext>
            </a:extLst>
          </p:cNvPr>
          <p:cNvSpPr txBox="1"/>
          <p:nvPr/>
        </p:nvSpPr>
        <p:spPr>
          <a:xfrm>
            <a:off x="176470" y="785277"/>
            <a:ext cx="471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91234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3173A-4E0A-B516-6025-09ADA15A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809F773-BBD9-D29D-FFB3-1C4F35EAAA56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589648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Expressing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rising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 in terms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falling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factorial, and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conversely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falling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 in terms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rising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Computing certain sums of products that involve both Stirling numbers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first kind and Stirling numbers of the second kind.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Counting the number of ways to partition 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non-empty linearly ordered subsets.</a:t>
                </a: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809F773-BBD9-D29D-FFB3-1C4F35EAA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589648" cy="2308324"/>
              </a:xfrm>
              <a:prstGeom prst="rect">
                <a:avLst/>
              </a:prstGeom>
              <a:blipFill>
                <a:blip r:embed="rId2"/>
                <a:stretch>
                  <a:fillRect l="-736" t="-2116" b="-5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76685A4E-C403-519C-6B96-07789F92D45A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AD2905A-BBF0-1382-8A86-11258B4D1B6D}"/>
              </a:ext>
            </a:extLst>
          </p:cNvPr>
          <p:cNvSpPr txBox="1"/>
          <p:nvPr/>
        </p:nvSpPr>
        <p:spPr>
          <a:xfrm>
            <a:off x="176470" y="785277"/>
            <a:ext cx="471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1973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42DB-D8DD-1C49-B8C2-D15090EAB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8EEE504-412F-8EEF-2815-735326025616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938396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Expressing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rising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 in terms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falling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factorial, and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conversely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falling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 in terms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rising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Computing certain sums of products that involve both Stirling numbers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first kind and Stirling numbers of the second kind.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Counting the number of ways to partition an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non-empty linearly ordered subsets.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other words: the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specifies how many subsets appear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partition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not their sizes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Within each subset the order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elements matters, while the order of the subsets themselves does not.</a:t>
                </a: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8EEE504-412F-8EEF-2815-735326025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938396" cy="3416320"/>
              </a:xfrm>
              <a:prstGeom prst="rect">
                <a:avLst/>
              </a:prstGeom>
              <a:blipFill>
                <a:blip r:embed="rId2"/>
                <a:stretch>
                  <a:fillRect l="-715" t="-1429" b="-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AF508A8F-11D3-9DC3-75FC-171B15EAD5B3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3134D0E-5923-739A-60D6-3C66B6023906}"/>
              </a:ext>
            </a:extLst>
          </p:cNvPr>
          <p:cNvSpPr txBox="1"/>
          <p:nvPr/>
        </p:nvSpPr>
        <p:spPr>
          <a:xfrm>
            <a:off x="176470" y="785277"/>
            <a:ext cx="471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75786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2002-B81F-FA1D-DEEA-F5E4F38F1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4444F334-8D01-1595-B902-2C5BC2B72BE2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A22BDEB-7B63-0080-AE48-2EBF9687C401}"/>
              </a:ext>
            </a:extLst>
          </p:cNvPr>
          <p:cNvSpPr txBox="1"/>
          <p:nvPr/>
        </p:nvSpPr>
        <p:spPr>
          <a:xfrm>
            <a:off x="176470" y="785277"/>
            <a:ext cx="471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9EC2A0D-7033-2853-DE5C-76D54222D73D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938396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Expressing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rising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 in terms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falling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factorial, and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conversely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falling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 in terms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rising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factorial.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Computing certain sums of products that involve both Stirling numbers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first kind and Stirling numbers of the second kind.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Counting the number of ways to partition an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</a:t>
                </a:r>
                <a:br>
                  <a:rPr lang="pl-PL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non-empty linearly ordered subsets.</a:t>
                </a:r>
                <a:br>
                  <a:rPr lang="pl-PL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other words: the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specifies how many subsets appear</a:t>
                </a:r>
                <a:br>
                  <a:rPr lang="pl-PL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partition</a:t>
                </a:r>
                <a:r>
                  <a:rPr lang="pl-PL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not their sizes</a:t>
                </a:r>
                <a:r>
                  <a:rPr lang="pl-PL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Within each subset the order</a:t>
                </a:r>
                <a:br>
                  <a:rPr lang="pl-PL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elements matters, while the order of the subsets themselves does not.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9EC2A0D-7033-2853-DE5C-76D54222D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938396" cy="3416320"/>
              </a:xfrm>
              <a:prstGeom prst="rect">
                <a:avLst/>
              </a:prstGeom>
              <a:blipFill>
                <a:blip r:embed="rId2"/>
                <a:stretch>
                  <a:fillRect l="-715" t="-1429" b="-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9129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621D-621B-8312-88D9-B6285EEB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ole tekstowe 9">
            <a:extLst>
              <a:ext uri="{FF2B5EF4-FFF2-40B4-BE49-F238E27FC236}">
                <a16:creationId xmlns:a16="http://schemas.microsoft.com/office/drawing/2014/main" id="{C655ACAC-4915-50ED-BE29-A4D4DAE93BF4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855DC14-712A-530C-E536-B2C2B52AA2FD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444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E9A0-CD15-96D3-6935-FD9C2319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A254A2C-B945-78DB-60C9-2F90F20964D0}"/>
                  </a:ext>
                </a:extLst>
              </p:cNvPr>
              <p:cNvSpPr txBox="1"/>
              <p:nvPr/>
            </p:nvSpPr>
            <p:spPr>
              <a:xfrm>
                <a:off x="5279109" y="1246942"/>
                <a:ext cx="11212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4,1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A254A2C-B945-78DB-60C9-2F90F2096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109" y="1246942"/>
                <a:ext cx="112126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2F010EE4-E40E-0C7C-EB5F-0768BD07C850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F783DBC-422D-7851-F9E2-B3C662FD02BE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13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C12E4-B255-E7D0-34C4-79341983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641DB48-47C3-FF29-2C3D-969056D87AB3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=4!=24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641DB48-47C3-FF29-2C3D-969056D87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CAB0D368-18CE-C9C2-6CFA-F9F1306AF44D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EE8A724-F79F-CF20-86C1-D2661D3342F8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717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BE477-8E91-50E2-1320-623C53FE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0832E96-17B9-F211-9D5B-959EE14E1C5D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=4!=24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0832E96-17B9-F211-9D5B-959EE14E1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48DE9E2-E3C1-7EBF-6498-0C857F1A11DF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here are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a single subset.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48DE9E2-E3C1-7EBF-6498-0C857F1A1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blipFill>
                <a:blip r:embed="rId3"/>
                <a:stretch>
                  <a:fillRect l="-9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0A7B0660-A807-1832-2CD7-1DA5E3EE6B6E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ABA9B7C-D056-2CAF-AAC5-2B8EE9C0EE13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510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2FC3-05DE-9F63-4CC0-94AF6DF22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B517C11-6357-0963-6C98-C5AE18562E4A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=4!=24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B517C11-6357-0963-6C98-C5AE18562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26DCC84-0A7A-CF10-D660-5C832DE030FE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1,3,2,4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26DCC84-0A7A-CF10-D660-5C832DE03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E7B2903-C0D2-2512-1FE7-913398257BCC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8C69951-B667-D8BD-CD84-3D058C6EDC8D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4A87289-0399-F515-9779-5FCDC797D66B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here are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a single subset.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4A87289-0399-F515-9779-5FCDC797D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blipFill>
                <a:blip r:embed="rId5"/>
                <a:stretch>
                  <a:fillRect l="-9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030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B18D7-4830-3046-F2F4-B2AF0706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14EF631-4A5D-CBB4-8285-2EDC397A13AA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=4!=24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14EF631-4A5D-CBB4-8285-2EDC397A1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1D59511-D2DF-3806-F401-B66A429916F1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1,3,2,4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1D59511-D2DF-3806-F401-B66A42991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7EC6AA0-F8A1-089A-42C2-4BB65F0FF1A7}"/>
                  </a:ext>
                </a:extLst>
              </p:cNvPr>
              <p:cNvSpPr txBox="1"/>
              <p:nvPr/>
            </p:nvSpPr>
            <p:spPr>
              <a:xfrm>
                <a:off x="4881180" y="2631937"/>
                <a:ext cx="2474588" cy="7824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7EC6AA0-F8A1-089A-42C2-4BB65F0FF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180" y="2631937"/>
                <a:ext cx="2474588" cy="7824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6D418347-CF74-D787-3702-FFA2FD88D2CA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D170A7C-AF91-D3DA-BD5E-CC50EB263A1E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3A6EB87-9266-FD21-6A3E-B24166CAAD59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here are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a single subset.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3A6EB87-9266-FD21-6A3E-B24166CAA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blipFill>
                <a:blip r:embed="rId6"/>
                <a:stretch>
                  <a:fillRect l="-9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198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BB526-30C1-6777-0858-AD9EA5CF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68F1FBF-BAF0-6E76-0ECD-02E98715D274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=4!=24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68F1FBF-BAF0-6E76-0ECD-02E98715D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004EB58-E2C1-A60D-3DBF-B2B95A2C9008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1,3,2,4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004EB58-E2C1-A60D-3DBF-B2B95A2C9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4578A75-5C40-025F-497C-B89D3AF2AFAE}"/>
                  </a:ext>
                </a:extLst>
              </p:cNvPr>
              <p:cNvSpPr txBox="1"/>
              <p:nvPr/>
            </p:nvSpPr>
            <p:spPr>
              <a:xfrm>
                <a:off x="3810342" y="2631937"/>
                <a:ext cx="4571316" cy="7824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=3⋅3⋅4=36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4578A75-5C40-025F-497C-B89D3AF2A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342" y="2631937"/>
                <a:ext cx="4571316" cy="7824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083E8D83-A828-4C26-850D-DA60ADE3BD66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C4BD2BF-F885-939C-4C68-60F0EC9721D1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9EF8CF2-5AF5-C50C-FB15-2CE0FB84B5B8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here are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a single subset.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9EF8CF2-5AF5-C50C-FB15-2CE0FB84B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blipFill>
                <a:blip r:embed="rId6"/>
                <a:stretch>
                  <a:fillRect l="-9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456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86659-8716-3C68-7CBC-DB9E94EE0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426EE43-EA27-D564-7004-5A853245CEB2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=4!=24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426EE43-EA27-D564-7004-5A853245C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8360D11-6AC1-5BD6-7B13-250101BDF0BF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1,3,2,4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8360D11-6AC1-5BD6-7B13-250101BDF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D2D7A10-A271-9B7B-59E4-4F922C9E0D04}"/>
                  </a:ext>
                </a:extLst>
              </p:cNvPr>
              <p:cNvSpPr txBox="1"/>
              <p:nvPr/>
            </p:nvSpPr>
            <p:spPr>
              <a:xfrm>
                <a:off x="3810342" y="2631937"/>
                <a:ext cx="4571316" cy="7824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=3⋅3⋅4=36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D2D7A10-A271-9B7B-59E4-4F922C9E0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342" y="2631937"/>
                <a:ext cx="4571316" cy="7824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77F0671-3451-61B9-AECF-DBBBF3E1786A}"/>
                  </a:ext>
                </a:extLst>
              </p:cNvPr>
              <p:cNvSpPr txBox="1"/>
              <p:nvPr/>
            </p:nvSpPr>
            <p:spPr>
              <a:xfrm>
                <a:off x="201053" y="3414395"/>
                <a:ext cx="10665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Possible partitions of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two subsets are as follows: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77F0671-3451-61B9-AECF-DBBBF3E17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3" y="3414395"/>
                <a:ext cx="10665612" cy="461665"/>
              </a:xfrm>
              <a:prstGeom prst="rect">
                <a:avLst/>
              </a:prstGeom>
              <a:blipFill>
                <a:blip r:embed="rId6"/>
                <a:stretch>
                  <a:fillRect l="-91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75DE95D6-9578-CE2C-41B1-B3F5FC9AC931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CAB698F-B815-0CAF-7B2E-452D9D47ACF6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DA74EA4-DE10-9A39-B222-53B793F8186D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here are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a single subset.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DA74EA4-DE10-9A39-B222-53B793F81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blipFill>
                <a:blip r:embed="rId7"/>
                <a:stretch>
                  <a:fillRect l="-9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955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5DED-4DB6-B8C2-BBB1-DAB8F8250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D4F51B3-AB2A-15A9-6A3A-3D2F0D450EC4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=4!=24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D4F51B3-AB2A-15A9-6A3A-3D2F0D450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092715F-183A-657B-320A-14E9D5C10F85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1,3,2,4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092715F-183A-657B-320A-14E9D5C10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383696C-B7B2-2164-8FA8-E1B7714A6D1D}"/>
                  </a:ext>
                </a:extLst>
              </p:cNvPr>
              <p:cNvSpPr txBox="1"/>
              <p:nvPr/>
            </p:nvSpPr>
            <p:spPr>
              <a:xfrm>
                <a:off x="3810342" y="2631937"/>
                <a:ext cx="4571316" cy="7824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=3⋅3⋅4=36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383696C-B7B2-2164-8FA8-E1B7714A6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342" y="2631937"/>
                <a:ext cx="4571316" cy="7824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0871BCF-5D58-7DE9-2F17-DAAD30CABCCF}"/>
                  </a:ext>
                </a:extLst>
              </p:cNvPr>
              <p:cNvSpPr txBox="1"/>
              <p:nvPr/>
            </p:nvSpPr>
            <p:spPr>
              <a:xfrm>
                <a:off x="201052" y="3876060"/>
                <a:ext cx="63528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0871BCF-5D58-7DE9-2F17-DAAD30CAB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2" y="3876060"/>
                <a:ext cx="6352829" cy="461665"/>
              </a:xfrm>
              <a:prstGeom prst="rect">
                <a:avLst/>
              </a:prstGeom>
              <a:blipFill>
                <a:blip r:embed="rId6"/>
                <a:stretch>
                  <a:fillRect l="-2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7F8D069F-353C-E30C-D2DD-0970B48B3B4D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044D1F5-949B-2FDF-FFD8-0D9118C0516A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3EB18FE-8064-BFF0-7966-FE636AA737A2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here are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a single subset.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3EB18FE-8064-BFF0-7966-FE636AA73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blipFill>
                <a:blip r:embed="rId7"/>
                <a:stretch>
                  <a:fillRect l="-9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D874C3B-8149-9117-4D65-00D18FBF5457}"/>
                  </a:ext>
                </a:extLst>
              </p:cNvPr>
              <p:cNvSpPr txBox="1"/>
              <p:nvPr/>
            </p:nvSpPr>
            <p:spPr>
              <a:xfrm>
                <a:off x="201053" y="3414395"/>
                <a:ext cx="10665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Possible partitions of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two subsets are as follows: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D874C3B-8149-9117-4D65-00D18FBF5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3" y="3414395"/>
                <a:ext cx="10665612" cy="461665"/>
              </a:xfrm>
              <a:prstGeom prst="rect">
                <a:avLst/>
              </a:prstGeom>
              <a:blipFill>
                <a:blip r:embed="rId8"/>
                <a:stretch>
                  <a:fillRect l="-91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760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B266A-C78F-72EA-C318-2BCD9E9E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66EE1DD-2EDB-1BC6-D164-63AA4A9E0CD6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=4!=24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66EE1DD-2EDB-1BC6-D164-63AA4A9E0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1953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F019E1D-D136-A37E-03EA-6D386A59BF21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1,3,2,4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1,4,3,2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F019E1D-D136-A37E-03EA-6D386A59B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3F924EA-2911-52D0-C6D4-4F05E8EE6E9B}"/>
                  </a:ext>
                </a:extLst>
              </p:cNvPr>
              <p:cNvSpPr txBox="1"/>
              <p:nvPr/>
            </p:nvSpPr>
            <p:spPr>
              <a:xfrm>
                <a:off x="3810342" y="2631937"/>
                <a:ext cx="4571316" cy="7824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=3⋅3⋅4=36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3F924EA-2911-52D0-C6D4-4F05E8EE6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342" y="2631937"/>
                <a:ext cx="4571316" cy="7824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70B6616-CED0-40C5-82AE-417810922C9A}"/>
                  </a:ext>
                </a:extLst>
              </p:cNvPr>
              <p:cNvSpPr txBox="1"/>
              <p:nvPr/>
            </p:nvSpPr>
            <p:spPr>
              <a:xfrm>
                <a:off x="201052" y="4337725"/>
                <a:ext cx="120281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one subset contains three elements and the other 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one element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70B6616-CED0-40C5-82AE-417810922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2" y="4337725"/>
                <a:ext cx="12028165" cy="461665"/>
              </a:xfrm>
              <a:prstGeom prst="rect">
                <a:avLst/>
              </a:prstGeom>
              <a:blipFill>
                <a:blip r:embed="rId6"/>
                <a:stretch>
                  <a:fillRect l="-152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225ABC1-6286-5449-74F8-A49FF70D18E1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561302B-086D-0DFE-7F38-63A994AB7607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7129288-0651-C7B3-D716-6B3957438B33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here are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a single subset.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7129288-0651-C7B3-D716-6B3957438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9874819" cy="461665"/>
              </a:xfrm>
              <a:prstGeom prst="rect">
                <a:avLst/>
              </a:prstGeom>
              <a:blipFill>
                <a:blip r:embed="rId7"/>
                <a:stretch>
                  <a:fillRect l="-9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58DF4848-63E3-FF0A-2AE8-5414030A973F}"/>
                  </a:ext>
                </a:extLst>
              </p:cNvPr>
              <p:cNvSpPr txBox="1"/>
              <p:nvPr/>
            </p:nvSpPr>
            <p:spPr>
              <a:xfrm>
                <a:off x="201053" y="3414395"/>
                <a:ext cx="10665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Possible partitions of </a:t>
                </a:r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two subsets are as follows: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58DF4848-63E3-FF0A-2AE8-5414030A9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3" y="3414395"/>
                <a:ext cx="10665612" cy="461665"/>
              </a:xfrm>
              <a:prstGeom prst="rect">
                <a:avLst/>
              </a:prstGeom>
              <a:blipFill>
                <a:blip r:embed="rId8"/>
                <a:stretch>
                  <a:fillRect l="-91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7BA6832-E9E2-6EE8-5AD8-938DD74CE0F4}"/>
                  </a:ext>
                </a:extLst>
              </p:cNvPr>
              <p:cNvSpPr txBox="1"/>
              <p:nvPr/>
            </p:nvSpPr>
            <p:spPr>
              <a:xfrm>
                <a:off x="201052" y="3876060"/>
                <a:ext cx="63528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7BA6832-E9E2-6EE8-5AD8-938DD74CE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2" y="3876060"/>
                <a:ext cx="6352829" cy="461665"/>
              </a:xfrm>
              <a:prstGeom prst="rect">
                <a:avLst/>
              </a:prstGeom>
              <a:blipFill>
                <a:blip r:embed="rId9"/>
                <a:stretch>
                  <a:fillRect l="-2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1014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0EA6B-4744-6E5C-5001-60349C6A0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F8E1C5E-4E3C-7EE0-4479-9166DF4E698F}"/>
                  </a:ext>
                </a:extLst>
              </p:cNvPr>
              <p:cNvSpPr txBox="1"/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F8E1C5E-4E3C-7EE0-4479-9166DF4E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blipFill>
                <a:blip r:embed="rId2"/>
                <a:stretch>
                  <a:fillRect l="-293" t="-11842" r="-87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89EF86D6-C1C3-CBA4-12DD-438F0360D4A2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1612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A2DB3-FC09-622A-5AFD-5A721AEB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AC1809A-FD5F-8E1C-B8A4-7613ECCF1E1B}"/>
                  </a:ext>
                </a:extLst>
              </p:cNvPr>
              <p:cNvSpPr txBox="1"/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1:{1,2},{3,4}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AC1809A-FD5F-8E1C-B8A4-7613ECCF1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blipFill>
                <a:blip r:embed="rId3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A57FBEC5-80A5-235A-A4B8-2E7E90BF476A}"/>
                  </a:ext>
                </a:extLst>
              </p:cNvPr>
              <p:cNvSpPr txBox="1"/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A57FBEC5-80A5-235A-A4B8-2E7E90BF4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blipFill>
                <a:blip r:embed="rId4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ABAFD59A-02A1-55C1-3BFD-1DA362C06B70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5207F0A-94FC-4B1F-020B-B89B1075CDEC}"/>
                  </a:ext>
                </a:extLst>
              </p:cNvPr>
              <p:cNvSpPr txBox="1"/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5207F0A-94FC-4B1F-020B-B89B1075C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blipFill>
                <a:blip r:embed="rId5"/>
                <a:stretch>
                  <a:fillRect l="-293" t="-11842" r="-87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25259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46C6-5BFD-E625-21F8-42F78A4A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016AF96-D6A8-E83E-40C7-D8A2BE7BC2C6}"/>
                  </a:ext>
                </a:extLst>
              </p:cNvPr>
              <p:cNvSpPr txBox="1"/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1:{1,2},{3,4}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016AF96-D6A8-E83E-40C7-D8A2BE7BC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blipFill>
                <a:blip r:embed="rId3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96F1ED45-1E11-3DF4-797A-7D10A76060CC}"/>
                  </a:ext>
                </a:extLst>
              </p:cNvPr>
              <p:cNvSpPr txBox="1"/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96F1ED45-1E11-3DF4-797A-7D10A7606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blipFill>
                <a:blip r:embed="rId4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13E9819-E5BB-97B3-031C-E5DCA5D79A1E}"/>
                  </a:ext>
                </a:extLst>
              </p:cNvPr>
              <p:cNvSpPr txBox="1"/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13E9819-E5BB-97B3-031C-E5DCA5D79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blipFill>
                <a:blip r:embed="rId5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F35D7B5-8CE0-4750-2947-C87B404B5723}"/>
                  </a:ext>
                </a:extLst>
              </p:cNvPr>
              <p:cNvSpPr txBox="1"/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F35D7B5-8CE0-4750-2947-C87B404B5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blipFill>
                <a:blip r:embed="rId6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11B3289-ACA5-0413-51FE-F32106764AB7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0EA82F1-B81C-C7FC-9F81-67FC5EB98FA6}"/>
                  </a:ext>
                </a:extLst>
              </p:cNvPr>
              <p:cNvSpPr txBox="1"/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0EA82F1-B81C-C7FC-9F81-67FC5EB98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blipFill>
                <a:blip r:embed="rId7"/>
                <a:stretch>
                  <a:fillRect l="-293" t="-11842" r="-87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8911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DEED-4D2F-DC9B-2990-EC8FFC4C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CECBC9D-E91C-F62E-B4B6-CF09F5DC02F9}"/>
                  </a:ext>
                </a:extLst>
              </p:cNvPr>
              <p:cNvSpPr txBox="1"/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1:{1,2},{3,4}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CECBC9D-E91C-F62E-B4B6-CF09F5DC0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blipFill>
                <a:blip r:embed="rId3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41BE83D9-348E-6FE2-9F21-1E67D02E4443}"/>
                  </a:ext>
                </a:extLst>
              </p:cNvPr>
              <p:cNvSpPr txBox="1"/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41BE83D9-348E-6FE2-9F21-1E67D02E4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blipFill>
                <a:blip r:embed="rId4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52056C6-23E7-940D-C31D-13B9EA2A92C7}"/>
                  </a:ext>
                </a:extLst>
              </p:cNvPr>
              <p:cNvSpPr txBox="1"/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52056C6-23E7-940D-C31D-13B9EA2A9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blipFill>
                <a:blip r:embed="rId5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959D4FA-1CC0-9391-E32E-5CD0F3E294F8}"/>
                  </a:ext>
                </a:extLst>
              </p:cNvPr>
              <p:cNvSpPr txBox="1"/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959D4FA-1CC0-9391-E32E-5CD0F3E2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blipFill>
                <a:blip r:embed="rId6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C211F62-E80E-6408-ED05-B0C502A8D401}"/>
                  </a:ext>
                </a:extLst>
              </p:cNvPr>
              <p:cNvSpPr txBox="1"/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C211F62-E80E-6408-ED05-B0C502A8D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blipFill>
                <a:blip r:embed="rId7"/>
                <a:stretch>
                  <a:fillRect l="-324"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881DB2C-5054-FE4B-88C5-CA6397CDD8BB}"/>
                  </a:ext>
                </a:extLst>
              </p:cNvPr>
              <p:cNvSpPr txBox="1"/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881DB2C-5054-FE4B-88C5-CA6397CDD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blipFill>
                <a:blip r:embed="rId8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F7C9BA5-8BAC-7C0E-6997-A11E9F401D69}"/>
                  </a:ext>
                </a:extLst>
              </p:cNvPr>
              <p:cNvSpPr txBox="1"/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F7C9BA5-8BAC-7C0E-6997-A11E9F401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blipFill>
                <a:blip r:embed="rId9"/>
                <a:stretch>
                  <a:fillRect r="-2589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E50D2BA-E27C-C166-9D84-D5B71D249854}"/>
                  </a:ext>
                </a:extLst>
              </p:cNvPr>
              <p:cNvSpPr txBox="1"/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E50D2BA-E27C-C166-9D84-D5B71D249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blipFill>
                <a:blip r:embed="rId10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DCC8E21C-C321-0C7A-4910-42ECB7F9D9B5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B321B8F-20BE-640E-D2D8-DECF8927A0D5}"/>
                  </a:ext>
                </a:extLst>
              </p:cNvPr>
              <p:cNvSpPr txBox="1"/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B321B8F-20BE-640E-D2D8-DECF8927A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blipFill>
                <a:blip r:embed="rId11"/>
                <a:stretch>
                  <a:fillRect l="-293" t="-11842" r="-87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889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3C0E-850E-4625-D614-50F95947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F57CC51-CF93-9950-ABB6-AD8594077F19}"/>
                  </a:ext>
                </a:extLst>
              </p:cNvPr>
              <p:cNvSpPr txBox="1"/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1:{1,2},{3,4}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F57CC51-CF93-9950-ABB6-AD8594077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blipFill>
                <a:blip r:embed="rId3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8A9D8E8-EB23-C7AB-3EBF-58F108F38EED}"/>
                  </a:ext>
                </a:extLst>
              </p:cNvPr>
              <p:cNvSpPr txBox="1"/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8A9D8E8-EB23-C7AB-3EBF-58F108F38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blipFill>
                <a:blip r:embed="rId4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6AE53A7-0E88-D663-FF15-24D0BE084823}"/>
                  </a:ext>
                </a:extLst>
              </p:cNvPr>
              <p:cNvSpPr txBox="1"/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6AE53A7-0E88-D663-FF15-24D0BE084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blipFill>
                <a:blip r:embed="rId5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3E342C1-4911-7B72-820D-3F95A9611D23}"/>
                  </a:ext>
                </a:extLst>
              </p:cNvPr>
              <p:cNvSpPr txBox="1"/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3E342C1-4911-7B72-820D-3F95A9611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blipFill>
                <a:blip r:embed="rId6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DE6C056-94F6-1B96-ED83-833590C203C8}"/>
                  </a:ext>
                </a:extLst>
              </p:cNvPr>
              <p:cNvSpPr txBox="1"/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DE6C056-94F6-1B96-ED83-833590C20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blipFill>
                <a:blip r:embed="rId7"/>
                <a:stretch>
                  <a:fillRect l="-324"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25C7380-01B5-1C5A-5977-66B4EC27B12F}"/>
                  </a:ext>
                </a:extLst>
              </p:cNvPr>
              <p:cNvSpPr txBox="1"/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25C7380-01B5-1C5A-5977-66B4EC27B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blipFill>
                <a:blip r:embed="rId8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C1180A1-7F46-015C-3A92-4F19516C2AF1}"/>
                  </a:ext>
                </a:extLst>
              </p:cNvPr>
              <p:cNvSpPr txBox="1"/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C1180A1-7F46-015C-3A92-4F19516C2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blipFill>
                <a:blip r:embed="rId9"/>
                <a:stretch>
                  <a:fillRect r="-2589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2DCFC40-5D40-B54C-AA52-FCA96EA28F39}"/>
                  </a:ext>
                </a:extLst>
              </p:cNvPr>
              <p:cNvSpPr txBox="1"/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2DCFC40-5D40-B54C-AA52-FCA96EA28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blipFill>
                <a:blip r:embed="rId10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3975585-95C8-8A56-C55F-F2BE2B359EF2}"/>
                  </a:ext>
                </a:extLst>
              </p:cNvPr>
              <p:cNvSpPr txBox="1"/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3975585-95C8-8A56-C55F-F2BE2B359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blipFill>
                <a:blip r:embed="rId11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26D43FD-49CF-4356-7BDD-76056C7911AE}"/>
                  </a:ext>
                </a:extLst>
              </p:cNvPr>
              <p:cNvSpPr txBox="1"/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26D43FD-49CF-4356-7BDD-76056C791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blipFill>
                <a:blip r:embed="rId12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45C76E0-3C59-0218-5BF2-925D82E498BB}"/>
                  </a:ext>
                </a:extLst>
              </p:cNvPr>
              <p:cNvSpPr txBox="1"/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45C76E0-3C59-0218-5BF2-925D82E49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blipFill>
                <a:blip r:embed="rId13"/>
                <a:stretch>
                  <a:fillRect l="-647" r="-10680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470485D-24CA-8C02-E88B-F3CDFBDF427C}"/>
                  </a:ext>
                </a:extLst>
              </p:cNvPr>
              <p:cNvSpPr txBox="1"/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470485D-24CA-8C02-E88B-F3CDFBDF4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blipFill>
                <a:blip r:embed="rId14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ole tekstowe 15">
            <a:extLst>
              <a:ext uri="{FF2B5EF4-FFF2-40B4-BE49-F238E27FC236}">
                <a16:creationId xmlns:a16="http://schemas.microsoft.com/office/drawing/2014/main" id="{57AB195E-D6D3-79F5-59D2-BBC2C04C2955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F05F82A-468B-21C1-47F8-C44FACDF40A4}"/>
                  </a:ext>
                </a:extLst>
              </p:cNvPr>
              <p:cNvSpPr txBox="1"/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F05F82A-468B-21C1-47F8-C44FACDF4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blipFill>
                <a:blip r:embed="rId15"/>
                <a:stretch>
                  <a:fillRect l="-293" t="-11842" r="-87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3744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32AFA-BC9B-244D-D795-984355A5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36E2AA7C-D08B-178D-19AB-A507C1DD6008}"/>
                  </a:ext>
                </a:extLst>
              </p:cNvPr>
              <p:cNvSpPr txBox="1"/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1:{1,2},{3,4}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36E2AA7C-D08B-178D-19AB-A507C1DD6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blipFill>
                <a:blip r:embed="rId3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5A7561B-C717-BDB4-C60F-3D523A211447}"/>
                  </a:ext>
                </a:extLst>
              </p:cNvPr>
              <p:cNvSpPr txBox="1"/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5A7561B-C717-BDB4-C60F-3D523A211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blipFill>
                <a:blip r:embed="rId4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0649D20-3AB0-9598-0C0E-4C1AB5B65133}"/>
                  </a:ext>
                </a:extLst>
              </p:cNvPr>
              <p:cNvSpPr txBox="1"/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0649D20-3AB0-9598-0C0E-4C1AB5B65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blipFill>
                <a:blip r:embed="rId5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85927AF-647D-D09A-5720-63947FD86800}"/>
                  </a:ext>
                </a:extLst>
              </p:cNvPr>
              <p:cNvSpPr txBox="1"/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85927AF-647D-D09A-5720-63947FD86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blipFill>
                <a:blip r:embed="rId6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8DC742F-4750-313C-D18B-2831CE21D128}"/>
                  </a:ext>
                </a:extLst>
              </p:cNvPr>
              <p:cNvSpPr txBox="1"/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8DC742F-4750-313C-D18B-2831CE21D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blipFill>
                <a:blip r:embed="rId7"/>
                <a:stretch>
                  <a:fillRect l="-324"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C76F158-17F2-EF02-E564-C600E42F3C1A}"/>
                  </a:ext>
                </a:extLst>
              </p:cNvPr>
              <p:cNvSpPr txBox="1"/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C76F158-17F2-EF02-E564-C600E42F3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blipFill>
                <a:blip r:embed="rId8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8D8991F-21BD-C974-6535-5C7FBA98C7D4}"/>
                  </a:ext>
                </a:extLst>
              </p:cNvPr>
              <p:cNvSpPr txBox="1"/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8D8991F-21BD-C974-6535-5C7FBA98C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blipFill>
                <a:blip r:embed="rId9"/>
                <a:stretch>
                  <a:fillRect r="-2589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BD54B6C-91E7-5387-1E39-164093E66947}"/>
                  </a:ext>
                </a:extLst>
              </p:cNvPr>
              <p:cNvSpPr txBox="1"/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BD54B6C-91E7-5387-1E39-164093E66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blipFill>
                <a:blip r:embed="rId10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FB170CE-5FA0-140E-5898-DF6A8C497C08}"/>
                  </a:ext>
                </a:extLst>
              </p:cNvPr>
              <p:cNvSpPr txBox="1"/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FB170CE-5FA0-140E-5898-DF6A8C497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blipFill>
                <a:blip r:embed="rId11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649F64E0-B92D-90E4-CB4C-B26AE04FF7D1}"/>
                  </a:ext>
                </a:extLst>
              </p:cNvPr>
              <p:cNvSpPr txBox="1"/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649F64E0-B92D-90E4-CB4C-B26AE04FF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blipFill>
                <a:blip r:embed="rId12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7C907DD4-D21A-0954-5669-1FA833120924}"/>
                  </a:ext>
                </a:extLst>
              </p:cNvPr>
              <p:cNvSpPr txBox="1"/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7C907DD4-D21A-0954-5669-1FA833120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blipFill>
                <a:blip r:embed="rId13"/>
                <a:stretch>
                  <a:fillRect l="-647" r="-10680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A7E7AC82-B9AD-199D-9499-71D15BB9F31F}"/>
                  </a:ext>
                </a:extLst>
              </p:cNvPr>
              <p:cNvSpPr txBox="1"/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A7E7AC82-B9AD-199D-9499-71D15BB9F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blipFill>
                <a:blip r:embed="rId14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57399EBD-E8A3-A4BD-34B5-077994B5E6D7}"/>
                  </a:ext>
                </a:extLst>
              </p:cNvPr>
              <p:cNvSpPr txBox="1"/>
              <p:nvPr/>
            </p:nvSpPr>
            <p:spPr>
              <a:xfrm>
                <a:off x="176470" y="2930664"/>
                <a:ext cx="102731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order of the subsets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themselves does not matter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57399EBD-E8A3-A4BD-34B5-077994B5E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30664"/>
                <a:ext cx="10273197" cy="830997"/>
              </a:xfrm>
              <a:prstGeom prst="rect">
                <a:avLst/>
              </a:prstGeom>
              <a:blipFill>
                <a:blip r:embed="rId15"/>
                <a:stretch>
                  <a:fillRect l="-95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pole tekstowe 16">
            <a:extLst>
              <a:ext uri="{FF2B5EF4-FFF2-40B4-BE49-F238E27FC236}">
                <a16:creationId xmlns:a16="http://schemas.microsoft.com/office/drawing/2014/main" id="{A52F7C00-891D-59A1-02CF-E4EE9A8008C2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AB71B8F-0E3C-5A40-66F8-83CA4680C9FF}"/>
                  </a:ext>
                </a:extLst>
              </p:cNvPr>
              <p:cNvSpPr txBox="1"/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AB71B8F-0E3C-5A40-66F8-83CA4680C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blipFill>
                <a:blip r:embed="rId16"/>
                <a:stretch>
                  <a:fillRect l="-293" t="-11842" r="-87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62462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BE612-478C-07C5-CE33-74F6D6E74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04AAEE2-C864-D960-2A9D-DA3FDE717A7D}"/>
                  </a:ext>
                </a:extLst>
              </p:cNvPr>
              <p:cNvSpPr txBox="1"/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1:{1,2},{3,4}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04AAEE2-C864-D960-2A9D-DA3FDE717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blipFill>
                <a:blip r:embed="rId3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2ADABD79-98A8-4DC8-B2A9-80F389C4F8DB}"/>
                  </a:ext>
                </a:extLst>
              </p:cNvPr>
              <p:cNvSpPr txBox="1"/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2ADABD79-98A8-4DC8-B2A9-80F389C4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blipFill>
                <a:blip r:embed="rId4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D834BE6-E5B3-054C-9701-148C22457924}"/>
                  </a:ext>
                </a:extLst>
              </p:cNvPr>
              <p:cNvSpPr txBox="1"/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D834BE6-E5B3-054C-9701-148C22457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blipFill>
                <a:blip r:embed="rId5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9B7DB8E-A2B9-ECF9-36CF-53B8FA10277D}"/>
                  </a:ext>
                </a:extLst>
              </p:cNvPr>
              <p:cNvSpPr txBox="1"/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9B7DB8E-A2B9-ECF9-36CF-53B8FA102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blipFill>
                <a:blip r:embed="rId6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D9D555D-E10C-1870-EF9A-1EEF64F06FBD}"/>
                  </a:ext>
                </a:extLst>
              </p:cNvPr>
              <p:cNvSpPr txBox="1"/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D9D555D-E10C-1870-EF9A-1EEF64F06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blipFill>
                <a:blip r:embed="rId7"/>
                <a:stretch>
                  <a:fillRect l="-324"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54EA7A7-A867-D273-6660-272FDD7BC9F9}"/>
                  </a:ext>
                </a:extLst>
              </p:cNvPr>
              <p:cNvSpPr txBox="1"/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54EA7A7-A867-D273-6660-272FDD7BC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blipFill>
                <a:blip r:embed="rId8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5A9A48F-2E9D-2B29-9CAC-13E329E5657E}"/>
                  </a:ext>
                </a:extLst>
              </p:cNvPr>
              <p:cNvSpPr txBox="1"/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5A9A48F-2E9D-2B29-9CAC-13E329E56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blipFill>
                <a:blip r:embed="rId9"/>
                <a:stretch>
                  <a:fillRect r="-2589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27F6F44-9053-365E-C9D8-E66BD5614932}"/>
                  </a:ext>
                </a:extLst>
              </p:cNvPr>
              <p:cNvSpPr txBox="1"/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27F6F44-9053-365E-C9D8-E66BD5614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blipFill>
                <a:blip r:embed="rId10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E6F42E1-DF9B-A678-6C5E-6D24EE3E11E8}"/>
                  </a:ext>
                </a:extLst>
              </p:cNvPr>
              <p:cNvSpPr txBox="1"/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E6F42E1-DF9B-A678-6C5E-6D24EE3E1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blipFill>
                <a:blip r:embed="rId11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E92EEE5-20A7-30E0-F742-B991B8307C80}"/>
                  </a:ext>
                </a:extLst>
              </p:cNvPr>
              <p:cNvSpPr txBox="1"/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E92EEE5-20A7-30E0-F742-B991B8307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blipFill>
                <a:blip r:embed="rId12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BB40CA3-CFE7-350A-9109-4FC27F6285B0}"/>
                  </a:ext>
                </a:extLst>
              </p:cNvPr>
              <p:cNvSpPr txBox="1"/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BB40CA3-CFE7-350A-9109-4FC27F628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blipFill>
                <a:blip r:embed="rId13"/>
                <a:stretch>
                  <a:fillRect l="-647" r="-10680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464979B1-42BC-73BD-3E4A-641F97FD4AD4}"/>
                  </a:ext>
                </a:extLst>
              </p:cNvPr>
              <p:cNvSpPr txBox="1"/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464979B1-42BC-73BD-3E4A-641F97FD4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blipFill>
                <a:blip r:embed="rId14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0FB7E6FF-9D2C-A63E-1A2C-48CFC4D0949B}"/>
                  </a:ext>
                </a:extLst>
              </p:cNvPr>
              <p:cNvSpPr txBox="1"/>
              <p:nvPr/>
            </p:nvSpPr>
            <p:spPr>
              <a:xfrm>
                <a:off x="176470" y="3727312"/>
                <a:ext cx="121371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one subset contains three elements and the other 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one element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0FB7E6FF-9D2C-A63E-1A2C-48CFC4D09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727312"/>
                <a:ext cx="12137169" cy="461665"/>
              </a:xfrm>
              <a:prstGeom prst="rect">
                <a:avLst/>
              </a:prstGeom>
              <a:blipFill>
                <a:blip r:embed="rId15"/>
                <a:stretch>
                  <a:fillRect l="-15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pole tekstowe 17">
            <a:extLst>
              <a:ext uri="{FF2B5EF4-FFF2-40B4-BE49-F238E27FC236}">
                <a16:creationId xmlns:a16="http://schemas.microsoft.com/office/drawing/2014/main" id="{B7DBFCFF-39BF-84EC-0930-73F5DEDE1D30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2DAB1B6-9C28-EC0C-9F9A-80CA194D70D0}"/>
                  </a:ext>
                </a:extLst>
              </p:cNvPr>
              <p:cNvSpPr txBox="1"/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2DAB1B6-9C28-EC0C-9F9A-80CA194D7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blipFill>
                <a:blip r:embed="rId16"/>
                <a:stretch>
                  <a:fillRect l="-293" t="-11842" r="-87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844E9A21-D3AD-48FD-29CA-2FFBDAF19319}"/>
                  </a:ext>
                </a:extLst>
              </p:cNvPr>
              <p:cNvSpPr txBox="1"/>
              <p:nvPr/>
            </p:nvSpPr>
            <p:spPr>
              <a:xfrm>
                <a:off x="176470" y="2930664"/>
                <a:ext cx="102731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order of the subsets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themselves does not matter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844E9A21-D3AD-48FD-29CA-2FFBDAF19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30664"/>
                <a:ext cx="10273197" cy="830997"/>
              </a:xfrm>
              <a:prstGeom prst="rect">
                <a:avLst/>
              </a:prstGeom>
              <a:blipFill>
                <a:blip r:embed="rId17"/>
                <a:stretch>
                  <a:fillRect l="-95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04487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7BEAE-EC83-E82C-5DAA-C1A2A869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0A99368-9C75-3BDA-26F5-902EAB5855DD}"/>
                  </a:ext>
                </a:extLst>
              </p:cNvPr>
              <p:cNvSpPr txBox="1"/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1:{1,2},{3,4}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0A99368-9C75-3BDA-26F5-902EAB585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blipFill>
                <a:blip r:embed="rId3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11F7BE5F-2C29-615A-D096-C2BFBA04C4C9}"/>
                  </a:ext>
                </a:extLst>
              </p:cNvPr>
              <p:cNvSpPr txBox="1"/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11F7BE5F-2C29-615A-D096-C2BFBA04C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blipFill>
                <a:blip r:embed="rId4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FE96DAB-4094-BD40-3911-D6C5739E2875}"/>
                  </a:ext>
                </a:extLst>
              </p:cNvPr>
              <p:cNvSpPr txBox="1"/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FE96DAB-4094-BD40-3911-D6C5739E2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blipFill>
                <a:blip r:embed="rId5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A1FD29C-E911-7AD2-EDE2-31E0B4B57231}"/>
                  </a:ext>
                </a:extLst>
              </p:cNvPr>
              <p:cNvSpPr txBox="1"/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A1FD29C-E911-7AD2-EDE2-31E0B4B57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blipFill>
                <a:blip r:embed="rId6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C5DBDD6-506C-C04E-AA11-03AA132C11F3}"/>
                  </a:ext>
                </a:extLst>
              </p:cNvPr>
              <p:cNvSpPr txBox="1"/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C5DBDD6-506C-C04E-AA11-03AA132C1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blipFill>
                <a:blip r:embed="rId7"/>
                <a:stretch>
                  <a:fillRect l="-324"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385D944-8F0A-0BFE-A5E6-D1F5C594E34D}"/>
                  </a:ext>
                </a:extLst>
              </p:cNvPr>
              <p:cNvSpPr txBox="1"/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385D944-8F0A-0BFE-A5E6-D1F5C594E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blipFill>
                <a:blip r:embed="rId8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3601E7C-BAC4-B378-82A2-85D3CA500C83}"/>
                  </a:ext>
                </a:extLst>
              </p:cNvPr>
              <p:cNvSpPr txBox="1"/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3601E7C-BAC4-B378-82A2-85D3CA500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blipFill>
                <a:blip r:embed="rId9"/>
                <a:stretch>
                  <a:fillRect r="-2589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F8FDB00-7ED1-2B82-879C-ABE87E1C016D}"/>
                  </a:ext>
                </a:extLst>
              </p:cNvPr>
              <p:cNvSpPr txBox="1"/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F8FDB00-7ED1-2B82-879C-ABE87E1C0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blipFill>
                <a:blip r:embed="rId10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0A678A7-78C5-D38F-4125-8F6642C78AD8}"/>
                  </a:ext>
                </a:extLst>
              </p:cNvPr>
              <p:cNvSpPr txBox="1"/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0A678A7-78C5-D38F-4125-8F6642C78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blipFill>
                <a:blip r:embed="rId11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091D75A-19E0-40B4-F033-5ADA0CDCD8C5}"/>
                  </a:ext>
                </a:extLst>
              </p:cNvPr>
              <p:cNvSpPr txBox="1"/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091D75A-19E0-40B4-F033-5ADA0CDCD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blipFill>
                <a:blip r:embed="rId12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A1AAEE2-295C-4017-D985-BAAB26501BE6}"/>
                  </a:ext>
                </a:extLst>
              </p:cNvPr>
              <p:cNvSpPr txBox="1"/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A1AAEE2-295C-4017-D985-BAAB26501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blipFill>
                <a:blip r:embed="rId13"/>
                <a:stretch>
                  <a:fillRect l="-647" r="-10680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2AF45F8-8F3E-2B0F-E45B-6414FFD597F9}"/>
                  </a:ext>
                </a:extLst>
              </p:cNvPr>
              <p:cNvSpPr txBox="1"/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2AF45F8-8F3E-2B0F-E45B-6414FFD59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blipFill>
                <a:blip r:embed="rId14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5B16B05E-7D65-7EDA-9F77-5EAC78ABF40D}"/>
                  </a:ext>
                </a:extLst>
              </p:cNvPr>
              <p:cNvSpPr txBox="1"/>
              <p:nvPr/>
            </p:nvSpPr>
            <p:spPr>
              <a:xfrm>
                <a:off x="176468" y="4215707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5B16B05E-7D65-7EDA-9F77-5EAC78ABF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215707"/>
                <a:ext cx="1885243" cy="461665"/>
              </a:xfrm>
              <a:prstGeom prst="rect">
                <a:avLst/>
              </a:prstGeom>
              <a:blipFill>
                <a:blip r:embed="rId17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55583498-82D3-FEA9-1B0C-14850A0E3CCC}"/>
                  </a:ext>
                </a:extLst>
              </p:cNvPr>
              <p:cNvSpPr txBox="1"/>
              <p:nvPr/>
            </p:nvSpPr>
            <p:spPr>
              <a:xfrm>
                <a:off x="176468" y="460102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55583498-82D3-FEA9-1B0C-14850A0E3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601021"/>
                <a:ext cx="1885243" cy="461665"/>
              </a:xfrm>
              <a:prstGeom prst="rect">
                <a:avLst/>
              </a:prstGeom>
              <a:blipFill>
                <a:blip r:embed="rId18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EF15D308-948A-DB66-E676-9B95172A7836}"/>
                  </a:ext>
                </a:extLst>
              </p:cNvPr>
              <p:cNvSpPr txBox="1"/>
              <p:nvPr/>
            </p:nvSpPr>
            <p:spPr>
              <a:xfrm>
                <a:off x="176467" y="500118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EF15D308-948A-DB66-E676-9B95172A7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7" y="5001181"/>
                <a:ext cx="1885243" cy="461665"/>
              </a:xfrm>
              <a:prstGeom prst="rect">
                <a:avLst/>
              </a:prstGeom>
              <a:blipFill>
                <a:blip r:embed="rId19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66065A95-0F4D-5AA0-8AC3-444BB84763FA}"/>
                  </a:ext>
                </a:extLst>
              </p:cNvPr>
              <p:cNvSpPr txBox="1"/>
              <p:nvPr/>
            </p:nvSpPr>
            <p:spPr>
              <a:xfrm>
                <a:off x="2485472" y="4215707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66065A95-0F4D-5AA0-8AC3-444BB8476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72" y="4215707"/>
                <a:ext cx="1885243" cy="461665"/>
              </a:xfrm>
              <a:prstGeom prst="rect">
                <a:avLst/>
              </a:prstGeom>
              <a:blipFill>
                <a:blip r:embed="rId20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66235421-6CB2-40AE-D4C2-0A29A2100538}"/>
                  </a:ext>
                </a:extLst>
              </p:cNvPr>
              <p:cNvSpPr txBox="1"/>
              <p:nvPr/>
            </p:nvSpPr>
            <p:spPr>
              <a:xfrm>
                <a:off x="2485472" y="460102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66235421-6CB2-40AE-D4C2-0A29A2100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72" y="4601021"/>
                <a:ext cx="1885243" cy="461665"/>
              </a:xfrm>
              <a:prstGeom prst="rect">
                <a:avLst/>
              </a:prstGeom>
              <a:blipFill>
                <a:blip r:embed="rId21"/>
                <a:stretch>
                  <a:fillRect l="-647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016962F4-A910-C83C-A931-30AE91A9052C}"/>
                  </a:ext>
                </a:extLst>
              </p:cNvPr>
              <p:cNvSpPr txBox="1"/>
              <p:nvPr/>
            </p:nvSpPr>
            <p:spPr>
              <a:xfrm>
                <a:off x="2485471" y="500118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016962F4-A910-C83C-A931-30AE91A90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71" y="5001181"/>
                <a:ext cx="1885243" cy="461665"/>
              </a:xfrm>
              <a:prstGeom prst="rect">
                <a:avLst/>
              </a:prstGeom>
              <a:blipFill>
                <a:blip r:embed="rId22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pole tekstowe 20">
            <a:extLst>
              <a:ext uri="{FF2B5EF4-FFF2-40B4-BE49-F238E27FC236}">
                <a16:creationId xmlns:a16="http://schemas.microsoft.com/office/drawing/2014/main" id="{EF4B62BC-FB70-45AA-2FF0-F03141019F5B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BF6EE61-52F7-34AA-74FC-0CAC85B1E605}"/>
                  </a:ext>
                </a:extLst>
              </p:cNvPr>
              <p:cNvSpPr txBox="1"/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BF6EE61-52F7-34AA-74FC-0CAC85B1E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blipFill>
                <a:blip r:embed="rId23"/>
                <a:stretch>
                  <a:fillRect l="-293" t="-11842" r="-87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9ED3690D-3862-F54F-F203-EDA98290F344}"/>
                  </a:ext>
                </a:extLst>
              </p:cNvPr>
              <p:cNvSpPr txBox="1"/>
              <p:nvPr/>
            </p:nvSpPr>
            <p:spPr>
              <a:xfrm>
                <a:off x="176470" y="3727312"/>
                <a:ext cx="121371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one subset contains three elements and the other 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one element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9ED3690D-3862-F54F-F203-EDA98290F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727312"/>
                <a:ext cx="12137169" cy="461665"/>
              </a:xfrm>
              <a:prstGeom prst="rect">
                <a:avLst/>
              </a:prstGeom>
              <a:blipFill>
                <a:blip r:embed="rId24"/>
                <a:stretch>
                  <a:fillRect l="-15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3B719B49-6B76-10A7-F1CE-7AFB359E91D6}"/>
                  </a:ext>
                </a:extLst>
              </p:cNvPr>
              <p:cNvSpPr txBox="1"/>
              <p:nvPr/>
            </p:nvSpPr>
            <p:spPr>
              <a:xfrm>
                <a:off x="176470" y="2930664"/>
                <a:ext cx="102731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order of the subsets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themselves does not matter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3B719B49-6B76-10A7-F1CE-7AFB359E9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30664"/>
                <a:ext cx="10273197" cy="830997"/>
              </a:xfrm>
              <a:prstGeom prst="rect">
                <a:avLst/>
              </a:prstGeom>
              <a:blipFill>
                <a:blip r:embed="rId25"/>
                <a:stretch>
                  <a:fillRect l="-95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74131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14EEC-3A6D-D6BC-D681-45B1DCBF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D557451-B2D2-9334-C706-9A5FF6FD3E47}"/>
                  </a:ext>
                </a:extLst>
              </p:cNvPr>
              <p:cNvSpPr txBox="1"/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1:{1,2},{3,4}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D557451-B2D2-9334-C706-9A5FF6FD3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blipFill>
                <a:blip r:embed="rId3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EBCC4DD-DFD1-4070-A0B4-5DDFAF94CA3C}"/>
                  </a:ext>
                </a:extLst>
              </p:cNvPr>
              <p:cNvSpPr txBox="1"/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FEBCC4DD-DFD1-4070-A0B4-5DDFAF94C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blipFill>
                <a:blip r:embed="rId4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BD968A1-F33D-F05F-2319-0CBC699EE2DC}"/>
                  </a:ext>
                </a:extLst>
              </p:cNvPr>
              <p:cNvSpPr txBox="1"/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BD968A1-F33D-F05F-2319-0CBC699EE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blipFill>
                <a:blip r:embed="rId5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D403714-FDBF-14A1-6213-994D6B6AB2CE}"/>
                  </a:ext>
                </a:extLst>
              </p:cNvPr>
              <p:cNvSpPr txBox="1"/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D403714-FDBF-14A1-6213-994D6B6AB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blipFill>
                <a:blip r:embed="rId6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B68B2B7-81D1-8988-EF4E-52CF3C3B6FA4}"/>
                  </a:ext>
                </a:extLst>
              </p:cNvPr>
              <p:cNvSpPr txBox="1"/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B68B2B7-81D1-8988-EF4E-52CF3C3B6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blipFill>
                <a:blip r:embed="rId7"/>
                <a:stretch>
                  <a:fillRect l="-324"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C2778C1-8A5F-BA04-3FCD-2F3C33A9CD72}"/>
                  </a:ext>
                </a:extLst>
              </p:cNvPr>
              <p:cNvSpPr txBox="1"/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C2778C1-8A5F-BA04-3FCD-2F3C33A9C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blipFill>
                <a:blip r:embed="rId8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2B447D7-CBC5-F3C2-9290-171B0C92C3B7}"/>
                  </a:ext>
                </a:extLst>
              </p:cNvPr>
              <p:cNvSpPr txBox="1"/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2B447D7-CBC5-F3C2-9290-171B0C92C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blipFill>
                <a:blip r:embed="rId9"/>
                <a:stretch>
                  <a:fillRect r="-2589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9C7DD87-BB23-04EA-F117-91CF876299BB}"/>
                  </a:ext>
                </a:extLst>
              </p:cNvPr>
              <p:cNvSpPr txBox="1"/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9C7DD87-BB23-04EA-F117-91CF87629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blipFill>
                <a:blip r:embed="rId10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1A92B27-7790-5E88-909F-4EDCDE0FFC80}"/>
                  </a:ext>
                </a:extLst>
              </p:cNvPr>
              <p:cNvSpPr txBox="1"/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1A92B27-7790-5E88-909F-4EDCDE0FF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blipFill>
                <a:blip r:embed="rId11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DAA1034-1B23-6DBD-7A8C-7D2D3CDE079D}"/>
                  </a:ext>
                </a:extLst>
              </p:cNvPr>
              <p:cNvSpPr txBox="1"/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DAA1034-1B23-6DBD-7A8C-7D2D3CDE0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blipFill>
                <a:blip r:embed="rId12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19E93A7-3EE4-56C8-1AEB-7ED6DA2E6919}"/>
                  </a:ext>
                </a:extLst>
              </p:cNvPr>
              <p:cNvSpPr txBox="1"/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19E93A7-3EE4-56C8-1AEB-7ED6DA2E6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blipFill>
                <a:blip r:embed="rId13"/>
                <a:stretch>
                  <a:fillRect l="-647" r="-10680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5927E635-0769-6F4E-A9EB-0A3C84A2E55F}"/>
                  </a:ext>
                </a:extLst>
              </p:cNvPr>
              <p:cNvSpPr txBox="1"/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5927E635-0769-6F4E-A9EB-0A3C84A2E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blipFill>
                <a:blip r:embed="rId14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4E42CE1F-47FC-0E75-223D-2F5BF146B642}"/>
                  </a:ext>
                </a:extLst>
              </p:cNvPr>
              <p:cNvSpPr txBox="1"/>
              <p:nvPr/>
            </p:nvSpPr>
            <p:spPr>
              <a:xfrm>
                <a:off x="176468" y="4215707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4E42CE1F-47FC-0E75-223D-2F5BF146B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215707"/>
                <a:ext cx="1885243" cy="461665"/>
              </a:xfrm>
              <a:prstGeom prst="rect">
                <a:avLst/>
              </a:prstGeom>
              <a:blipFill>
                <a:blip r:embed="rId17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EDD44BFF-5E96-FF08-4165-7B49D937DA39}"/>
                  </a:ext>
                </a:extLst>
              </p:cNvPr>
              <p:cNvSpPr txBox="1"/>
              <p:nvPr/>
            </p:nvSpPr>
            <p:spPr>
              <a:xfrm>
                <a:off x="176468" y="460102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EDD44BFF-5E96-FF08-4165-7B49D937D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601021"/>
                <a:ext cx="1885243" cy="461665"/>
              </a:xfrm>
              <a:prstGeom prst="rect">
                <a:avLst/>
              </a:prstGeom>
              <a:blipFill>
                <a:blip r:embed="rId18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1E97BAE3-6CF3-EE55-77CD-0F6A6C775489}"/>
                  </a:ext>
                </a:extLst>
              </p:cNvPr>
              <p:cNvSpPr txBox="1"/>
              <p:nvPr/>
            </p:nvSpPr>
            <p:spPr>
              <a:xfrm>
                <a:off x="176467" y="500118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1E97BAE3-6CF3-EE55-77CD-0F6A6C775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7" y="5001181"/>
                <a:ext cx="1885243" cy="461665"/>
              </a:xfrm>
              <a:prstGeom prst="rect">
                <a:avLst/>
              </a:prstGeom>
              <a:blipFill>
                <a:blip r:embed="rId19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1235D903-8C0E-9517-FC28-11D6A02C75E8}"/>
                  </a:ext>
                </a:extLst>
              </p:cNvPr>
              <p:cNvSpPr txBox="1"/>
              <p:nvPr/>
            </p:nvSpPr>
            <p:spPr>
              <a:xfrm>
                <a:off x="2485472" y="4215707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1235D903-8C0E-9517-FC28-11D6A02C7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72" y="4215707"/>
                <a:ext cx="1885243" cy="461665"/>
              </a:xfrm>
              <a:prstGeom prst="rect">
                <a:avLst/>
              </a:prstGeom>
              <a:blipFill>
                <a:blip r:embed="rId20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0939203A-4560-1B15-6BDB-6EB1E11B46EE}"/>
                  </a:ext>
                </a:extLst>
              </p:cNvPr>
              <p:cNvSpPr txBox="1"/>
              <p:nvPr/>
            </p:nvSpPr>
            <p:spPr>
              <a:xfrm>
                <a:off x="2485472" y="460102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0939203A-4560-1B15-6BDB-6EB1E11B4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72" y="4601021"/>
                <a:ext cx="1885243" cy="461665"/>
              </a:xfrm>
              <a:prstGeom prst="rect">
                <a:avLst/>
              </a:prstGeom>
              <a:blipFill>
                <a:blip r:embed="rId21"/>
                <a:stretch>
                  <a:fillRect l="-647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A0215BAA-6E59-069A-BB9E-490B026A5506}"/>
                  </a:ext>
                </a:extLst>
              </p:cNvPr>
              <p:cNvSpPr txBox="1"/>
              <p:nvPr/>
            </p:nvSpPr>
            <p:spPr>
              <a:xfrm>
                <a:off x="2485471" y="500118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A0215BAA-6E59-069A-BB9E-490B026A5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71" y="5001181"/>
                <a:ext cx="1885243" cy="461665"/>
              </a:xfrm>
              <a:prstGeom prst="rect">
                <a:avLst/>
              </a:prstGeom>
              <a:blipFill>
                <a:blip r:embed="rId22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19EE76D3-F112-AF0F-FBD8-ED9CD2695AB0}"/>
                  </a:ext>
                </a:extLst>
              </p:cNvPr>
              <p:cNvSpPr txBox="1"/>
              <p:nvPr/>
            </p:nvSpPr>
            <p:spPr>
              <a:xfrm>
                <a:off x="4794476" y="4215706"/>
                <a:ext cx="585480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possibilities for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 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elements in a single-element 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19EE76D3-F112-AF0F-FBD8-ED9CD2695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476" y="4215706"/>
                <a:ext cx="5854808" cy="1200329"/>
              </a:xfrm>
              <a:prstGeom prst="rect">
                <a:avLst/>
              </a:prstGeom>
              <a:blipFill>
                <a:blip r:embed="rId23"/>
                <a:stretch>
                  <a:fillRect l="-1561" t="-4592" r="-624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pole tekstowe 21">
            <a:extLst>
              <a:ext uri="{FF2B5EF4-FFF2-40B4-BE49-F238E27FC236}">
                <a16:creationId xmlns:a16="http://schemas.microsoft.com/office/drawing/2014/main" id="{00A1961F-D401-BEBA-DD2D-12D9E8310EED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8A09380-3490-241F-D67C-9AC2CB9C546C}"/>
                  </a:ext>
                </a:extLst>
              </p:cNvPr>
              <p:cNvSpPr txBox="1"/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8A09380-3490-241F-D67C-9AC2CB9C5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blipFill>
                <a:blip r:embed="rId24"/>
                <a:stretch>
                  <a:fillRect l="-293" t="-11842" r="-87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E8B706E7-002C-9442-908C-488379135A04}"/>
                  </a:ext>
                </a:extLst>
              </p:cNvPr>
              <p:cNvSpPr txBox="1"/>
              <p:nvPr/>
            </p:nvSpPr>
            <p:spPr>
              <a:xfrm>
                <a:off x="176470" y="3727312"/>
                <a:ext cx="121371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one subset contains three elements and the other 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one element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E8B706E7-002C-9442-908C-488379135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727312"/>
                <a:ext cx="12137169" cy="461665"/>
              </a:xfrm>
              <a:prstGeom prst="rect">
                <a:avLst/>
              </a:prstGeom>
              <a:blipFill>
                <a:blip r:embed="rId25"/>
                <a:stretch>
                  <a:fillRect l="-15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2AEAEB33-7FD3-470D-93E1-292BCF62E0EE}"/>
                  </a:ext>
                </a:extLst>
              </p:cNvPr>
              <p:cNvSpPr txBox="1"/>
              <p:nvPr/>
            </p:nvSpPr>
            <p:spPr>
              <a:xfrm>
                <a:off x="176470" y="2930664"/>
                <a:ext cx="102731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order of the subsets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themselves does not matter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2AEAEB33-7FD3-470D-93E1-292BCF62E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30664"/>
                <a:ext cx="10273197" cy="830997"/>
              </a:xfrm>
              <a:prstGeom prst="rect">
                <a:avLst/>
              </a:prstGeom>
              <a:blipFill>
                <a:blip r:embed="rId26"/>
                <a:stretch>
                  <a:fillRect l="-95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2718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9FD6-4669-6958-40A9-45C800AEA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94E0EDB-C967-9C1E-2BC5-1857E2B6D05A}"/>
                  </a:ext>
                </a:extLst>
              </p:cNvPr>
              <p:cNvSpPr txBox="1"/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1:{1,2},{3,4}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94E0EDB-C967-9C1E-2BC5-1857E2B6D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73672"/>
                <a:ext cx="1885243" cy="461665"/>
              </a:xfrm>
              <a:prstGeom prst="rect">
                <a:avLst/>
              </a:prstGeom>
              <a:blipFill>
                <a:blip r:embed="rId3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9011741-D290-3AAA-8661-52FBD7BE6B86}"/>
                  </a:ext>
                </a:extLst>
              </p:cNvPr>
              <p:cNvSpPr txBox="1"/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9011741-D290-3AAA-8661-52FBD7BE6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658986"/>
                <a:ext cx="1885243" cy="461665"/>
              </a:xfrm>
              <a:prstGeom prst="rect">
                <a:avLst/>
              </a:prstGeom>
              <a:blipFill>
                <a:blip r:embed="rId4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BD94909-38CF-1366-88D0-C47246F3BCFE}"/>
                  </a:ext>
                </a:extLst>
              </p:cNvPr>
              <p:cNvSpPr txBox="1"/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BD94909-38CF-1366-88D0-C47246F3B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0320"/>
                <a:ext cx="1885243" cy="461665"/>
              </a:xfrm>
              <a:prstGeom prst="rect">
                <a:avLst/>
              </a:prstGeom>
              <a:blipFill>
                <a:blip r:embed="rId5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BFAB329-491D-30E2-46D4-1B3600122979}"/>
                  </a:ext>
                </a:extLst>
              </p:cNvPr>
              <p:cNvSpPr txBox="1"/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BFAB329-491D-30E2-46D4-1B3600122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55634"/>
                <a:ext cx="1885243" cy="461665"/>
              </a:xfrm>
              <a:prstGeom prst="rect">
                <a:avLst/>
              </a:prstGeom>
              <a:blipFill>
                <a:blip r:embed="rId6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042A7C4-EA69-6E58-20FD-1F6FD13B8A9D}"/>
                  </a:ext>
                </a:extLst>
              </p:cNvPr>
              <p:cNvSpPr txBox="1"/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042A7C4-EA69-6E58-20FD-1F6FD13B8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273672"/>
                <a:ext cx="1885243" cy="461665"/>
              </a:xfrm>
              <a:prstGeom prst="rect">
                <a:avLst/>
              </a:prstGeom>
              <a:blipFill>
                <a:blip r:embed="rId7"/>
                <a:stretch>
                  <a:fillRect l="-324"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E7E0A77-DACB-FA8A-6F98-FAC91F213285}"/>
                  </a:ext>
                </a:extLst>
              </p:cNvPr>
              <p:cNvSpPr txBox="1"/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E7E0A77-DACB-FA8A-6F98-FAC91F213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1658986"/>
                <a:ext cx="1885243" cy="461665"/>
              </a:xfrm>
              <a:prstGeom prst="rect">
                <a:avLst/>
              </a:prstGeom>
              <a:blipFill>
                <a:blip r:embed="rId8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3FFEF8E-6A0E-10B3-709A-17C2D664EFF0}"/>
                  </a:ext>
                </a:extLst>
              </p:cNvPr>
              <p:cNvSpPr txBox="1"/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3FFEF8E-6A0E-10B3-709A-17C2D664E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7" y="2070320"/>
                <a:ext cx="1885243" cy="461665"/>
              </a:xfrm>
              <a:prstGeom prst="rect">
                <a:avLst/>
              </a:prstGeom>
              <a:blipFill>
                <a:blip r:embed="rId9"/>
                <a:stretch>
                  <a:fillRect r="-2589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6FDDEF0-12EE-7899-FFF4-6F4050343946}"/>
                  </a:ext>
                </a:extLst>
              </p:cNvPr>
              <p:cNvSpPr txBox="1"/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6FDDEF0-12EE-7899-FFF4-6F4050343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96" y="2455634"/>
                <a:ext cx="1885243" cy="461665"/>
              </a:xfrm>
              <a:prstGeom prst="rect">
                <a:avLst/>
              </a:prstGeom>
              <a:blipFill>
                <a:blip r:embed="rId10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C93C650-CC42-E4C3-D246-034DB43138BA}"/>
                  </a:ext>
                </a:extLst>
              </p:cNvPr>
              <p:cNvSpPr txBox="1"/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C93C650-CC42-E4C3-D246-034DB4313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273672"/>
                <a:ext cx="1885243" cy="461665"/>
              </a:xfrm>
              <a:prstGeom prst="rect">
                <a:avLst/>
              </a:prstGeom>
              <a:blipFill>
                <a:blip r:embed="rId11"/>
                <a:stretch>
                  <a:fillRect r="-258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04EA796-6E7F-7F10-CB89-DB84396E4251}"/>
                  </a:ext>
                </a:extLst>
              </p:cNvPr>
              <p:cNvSpPr txBox="1"/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04EA796-6E7F-7F10-CB89-DB84396E4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1658986"/>
                <a:ext cx="1885243" cy="461665"/>
              </a:xfrm>
              <a:prstGeom prst="rect">
                <a:avLst/>
              </a:prstGeom>
              <a:blipFill>
                <a:blip r:embed="rId12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D1A5E8C-81B8-B1D2-171E-24202BC54C5E}"/>
                  </a:ext>
                </a:extLst>
              </p:cNvPr>
              <p:cNvSpPr txBox="1"/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D1A5E8C-81B8-B1D2-171E-24202BC54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2" y="2070320"/>
                <a:ext cx="1885243" cy="461665"/>
              </a:xfrm>
              <a:prstGeom prst="rect">
                <a:avLst/>
              </a:prstGeom>
              <a:blipFill>
                <a:blip r:embed="rId13"/>
                <a:stretch>
                  <a:fillRect l="-647" r="-10680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B59DD0D-38D0-B79B-A3A5-018B707CCC01}"/>
                  </a:ext>
                </a:extLst>
              </p:cNvPr>
              <p:cNvSpPr txBox="1"/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B59DD0D-38D0-B79B-A3A5-018B707CC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21" y="2455634"/>
                <a:ext cx="1885243" cy="461665"/>
              </a:xfrm>
              <a:prstGeom prst="rect">
                <a:avLst/>
              </a:prstGeom>
              <a:blipFill>
                <a:blip r:embed="rId14"/>
                <a:stretch>
                  <a:fillRect l="-647" r="-1068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AC9F863A-F042-38D5-42DC-67F862DCB850}"/>
                  </a:ext>
                </a:extLst>
              </p:cNvPr>
              <p:cNvSpPr txBox="1"/>
              <p:nvPr/>
            </p:nvSpPr>
            <p:spPr>
              <a:xfrm>
                <a:off x="176468" y="4215707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AC9F863A-F042-38D5-42DC-67F862DCB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215707"/>
                <a:ext cx="1885243" cy="461665"/>
              </a:xfrm>
              <a:prstGeom prst="rect">
                <a:avLst/>
              </a:prstGeom>
              <a:blipFill>
                <a:blip r:embed="rId17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AD0E8C3B-0187-2189-AF60-B55227266CEB}"/>
                  </a:ext>
                </a:extLst>
              </p:cNvPr>
              <p:cNvSpPr txBox="1"/>
              <p:nvPr/>
            </p:nvSpPr>
            <p:spPr>
              <a:xfrm>
                <a:off x="176468" y="460102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AD0E8C3B-0187-2189-AF60-B55227266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601021"/>
                <a:ext cx="1885243" cy="461665"/>
              </a:xfrm>
              <a:prstGeom prst="rect">
                <a:avLst/>
              </a:prstGeom>
              <a:blipFill>
                <a:blip r:embed="rId18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F9A4010D-EBF4-EECC-A9E9-375BE5D18EF4}"/>
                  </a:ext>
                </a:extLst>
              </p:cNvPr>
              <p:cNvSpPr txBox="1"/>
              <p:nvPr/>
            </p:nvSpPr>
            <p:spPr>
              <a:xfrm>
                <a:off x="176467" y="500118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F9A4010D-EBF4-EECC-A9E9-375BE5D18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7" y="5001181"/>
                <a:ext cx="1885243" cy="461665"/>
              </a:xfrm>
              <a:prstGeom prst="rect">
                <a:avLst/>
              </a:prstGeom>
              <a:blipFill>
                <a:blip r:embed="rId19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E2B8D266-071D-0EE1-D764-8DA50B9FC7B6}"/>
                  </a:ext>
                </a:extLst>
              </p:cNvPr>
              <p:cNvSpPr txBox="1"/>
              <p:nvPr/>
            </p:nvSpPr>
            <p:spPr>
              <a:xfrm>
                <a:off x="2485472" y="4215707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E2B8D266-071D-0EE1-D764-8DA50B9FC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72" y="4215707"/>
                <a:ext cx="1885243" cy="461665"/>
              </a:xfrm>
              <a:prstGeom prst="rect">
                <a:avLst/>
              </a:prstGeom>
              <a:blipFill>
                <a:blip r:embed="rId20"/>
                <a:stretch>
                  <a:fillRect l="-324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A3B98B01-F352-218F-D35A-5A8A74F3F1C6}"/>
                  </a:ext>
                </a:extLst>
              </p:cNvPr>
              <p:cNvSpPr txBox="1"/>
              <p:nvPr/>
            </p:nvSpPr>
            <p:spPr>
              <a:xfrm>
                <a:off x="2485472" y="460102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A3B98B01-F352-218F-D35A-5A8A74F3F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72" y="4601021"/>
                <a:ext cx="1885243" cy="461665"/>
              </a:xfrm>
              <a:prstGeom prst="rect">
                <a:avLst/>
              </a:prstGeom>
              <a:blipFill>
                <a:blip r:embed="rId21"/>
                <a:stretch>
                  <a:fillRect l="-647" r="-226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FCAE24C9-43A5-24D8-BABE-DDD3F4D26CCC}"/>
                  </a:ext>
                </a:extLst>
              </p:cNvPr>
              <p:cNvSpPr txBox="1"/>
              <p:nvPr/>
            </p:nvSpPr>
            <p:spPr>
              <a:xfrm>
                <a:off x="2485471" y="5001181"/>
                <a:ext cx="18852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FCAE24C9-43A5-24D8-BABE-DDD3F4D26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71" y="5001181"/>
                <a:ext cx="1885243" cy="461665"/>
              </a:xfrm>
              <a:prstGeom prst="rect">
                <a:avLst/>
              </a:prstGeom>
              <a:blipFill>
                <a:blip r:embed="rId22"/>
                <a:stretch>
                  <a:fillRect l="-324" r="-226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9043B175-5ACE-3353-4716-9699B9EBF047}"/>
                  </a:ext>
                </a:extLst>
              </p:cNvPr>
              <p:cNvSpPr txBox="1"/>
              <p:nvPr/>
            </p:nvSpPr>
            <p:spPr>
              <a:xfrm>
                <a:off x="4794474" y="5416035"/>
                <a:ext cx="52635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12+4⋅6=36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partitions.</a:t>
                </a: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9043B175-5ACE-3353-4716-9699B9EBF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474" y="5416035"/>
                <a:ext cx="5263557" cy="461665"/>
              </a:xfrm>
              <a:prstGeom prst="rect">
                <a:avLst/>
              </a:prstGeom>
              <a:blipFill>
                <a:blip r:embed="rId23"/>
                <a:stretch>
                  <a:fillRect l="-1736" t="-11842" r="-10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pole tekstowe 26">
            <a:extLst>
              <a:ext uri="{FF2B5EF4-FFF2-40B4-BE49-F238E27FC236}">
                <a16:creationId xmlns:a16="http://schemas.microsoft.com/office/drawing/2014/main" id="{94D3F58B-5578-4971-B32C-60B8CDF467AE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37F9D35-1D96-86A4-70DD-17F4EF2A78A2}"/>
                  </a:ext>
                </a:extLst>
              </p:cNvPr>
              <p:cNvSpPr txBox="1"/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 subsets contain two elements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37F9D35-1D96-86A4-70DD-17F4EF2A7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98642"/>
                <a:ext cx="6243825" cy="461665"/>
              </a:xfrm>
              <a:prstGeom prst="rect">
                <a:avLst/>
              </a:prstGeom>
              <a:blipFill>
                <a:blip r:embed="rId24"/>
                <a:stretch>
                  <a:fillRect l="-293" t="-11842" r="-87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pole tekstowe 27">
                <a:extLst>
                  <a:ext uri="{FF2B5EF4-FFF2-40B4-BE49-F238E27FC236}">
                    <a16:creationId xmlns:a16="http://schemas.microsoft.com/office/drawing/2014/main" id="{485B9C36-E587-E1BD-45C6-E2A0142D34CD}"/>
                  </a:ext>
                </a:extLst>
              </p:cNvPr>
              <p:cNvSpPr txBox="1"/>
              <p:nvPr/>
            </p:nvSpPr>
            <p:spPr>
              <a:xfrm>
                <a:off x="176470" y="3727312"/>
                <a:ext cx="121371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𝑃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one subset contains three elements and the other 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one element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pole tekstowe 27">
                <a:extLst>
                  <a:ext uri="{FF2B5EF4-FFF2-40B4-BE49-F238E27FC236}">
                    <a16:creationId xmlns:a16="http://schemas.microsoft.com/office/drawing/2014/main" id="{485B9C36-E587-E1BD-45C6-E2A0142D3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727312"/>
                <a:ext cx="12137169" cy="461665"/>
              </a:xfrm>
              <a:prstGeom prst="rect">
                <a:avLst/>
              </a:prstGeom>
              <a:blipFill>
                <a:blip r:embed="rId25"/>
                <a:stretch>
                  <a:fillRect l="-15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pole tekstowe 28">
                <a:extLst>
                  <a:ext uri="{FF2B5EF4-FFF2-40B4-BE49-F238E27FC236}">
                    <a16:creationId xmlns:a16="http://schemas.microsoft.com/office/drawing/2014/main" id="{E81DB253-D3FB-8B45-3FA1-5E9B1F79D290}"/>
                  </a:ext>
                </a:extLst>
              </p:cNvPr>
              <p:cNvSpPr txBox="1"/>
              <p:nvPr/>
            </p:nvSpPr>
            <p:spPr>
              <a:xfrm>
                <a:off x="176470" y="2930664"/>
                <a:ext cx="102731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1,4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order of the subsets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themselves does not matter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pole tekstowe 28">
                <a:extLst>
                  <a:ext uri="{FF2B5EF4-FFF2-40B4-BE49-F238E27FC236}">
                    <a16:creationId xmlns:a16="http://schemas.microsoft.com/office/drawing/2014/main" id="{E81DB253-D3FB-8B45-3FA1-5E9B1F79D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30664"/>
                <a:ext cx="10273197" cy="830997"/>
              </a:xfrm>
              <a:prstGeom prst="rect">
                <a:avLst/>
              </a:prstGeom>
              <a:blipFill>
                <a:blip r:embed="rId26"/>
                <a:stretch>
                  <a:fillRect l="-95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pole tekstowe 29">
                <a:extLst>
                  <a:ext uri="{FF2B5EF4-FFF2-40B4-BE49-F238E27FC236}">
                    <a16:creationId xmlns:a16="http://schemas.microsoft.com/office/drawing/2014/main" id="{9B2234C1-600F-3E0B-5AF2-9907BD60CBB0}"/>
                  </a:ext>
                </a:extLst>
              </p:cNvPr>
              <p:cNvSpPr txBox="1"/>
              <p:nvPr/>
            </p:nvSpPr>
            <p:spPr>
              <a:xfrm>
                <a:off x="4794476" y="4215706"/>
                <a:ext cx="585480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possibilities for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 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elements in a single-element 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0" name="pole tekstowe 29">
                <a:extLst>
                  <a:ext uri="{FF2B5EF4-FFF2-40B4-BE49-F238E27FC236}">
                    <a16:creationId xmlns:a16="http://schemas.microsoft.com/office/drawing/2014/main" id="{9B2234C1-600F-3E0B-5AF2-9907BD60C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476" y="4215706"/>
                <a:ext cx="5854808" cy="1200329"/>
              </a:xfrm>
              <a:prstGeom prst="rect">
                <a:avLst/>
              </a:prstGeom>
              <a:blipFill>
                <a:blip r:embed="rId27"/>
                <a:stretch>
                  <a:fillRect l="-1561" t="-4592" r="-624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2625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450B-6618-5299-1C1F-577BF7DA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ole tekstowe 9">
            <a:extLst>
              <a:ext uri="{FF2B5EF4-FFF2-40B4-BE49-F238E27FC236}">
                <a16:creationId xmlns:a16="http://schemas.microsoft.com/office/drawing/2014/main" id="{24244CA8-4F9F-4794-5364-23B5E311525E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F9319A6-01E4-5435-512A-C78AB534CC08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=…=12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F9319A6-01E4-5435-512A-C78AB534C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17B7435-4053-D48E-6A9E-8BB7AA17B928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also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three subsets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17B7435-4053-D48E-6A9E-8BB7AA17B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blipFill>
                <a:blip r:embed="rId3"/>
                <a:stretch>
                  <a:fillRect l="-93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3332550-EB44-CF1A-2314-9007BE26BF89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3332550-EB44-CF1A-2314-9007BE26B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blipFill>
                <a:blip r:embed="rId4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D96BFCF-859B-2B78-D185-5BDD9C5B1925}"/>
                  </a:ext>
                </a:extLst>
              </p:cNvPr>
              <p:cNvSpPr txBox="1"/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:{1},{2},{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D96BFCF-859B-2B78-D185-5BDD9C5B1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blipFill>
                <a:blip r:embed="rId5"/>
                <a:stretch>
                  <a:fillRect l="-867" r="-433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B97EE2A5-EB70-D052-FD48-7C20526FC022}"/>
                  </a:ext>
                </a:extLst>
              </p:cNvPr>
              <p:cNvSpPr txBox="1"/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B97EE2A5-EB70-D052-FD48-7C20526FC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blipFill>
                <a:blip r:embed="rId6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564B1F6-85D5-6216-0B8B-C89248D86967}"/>
                  </a:ext>
                </a:extLst>
              </p:cNvPr>
              <p:cNvSpPr txBox="1"/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564B1F6-85D5-6216-0B8B-C89248D86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blipFill>
                <a:blip r:embed="rId7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000F118-7F64-09AE-062F-E1938F657E01}"/>
                  </a:ext>
                </a:extLst>
              </p:cNvPr>
              <p:cNvSpPr txBox="1"/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000F118-7F64-09AE-062F-E1938F657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blipFill>
                <a:blip r:embed="rId8"/>
                <a:stretch>
                  <a:fillRect l="-867" r="-462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1F923857-1264-70BA-0261-731953156F73}"/>
                  </a:ext>
                </a:extLst>
              </p:cNvPr>
              <p:cNvSpPr txBox="1"/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1F923857-1264-70BA-0261-731953156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blipFill>
                <a:blip r:embed="rId9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FD173A52-6F9B-926F-E37F-A509C01AF9AA}"/>
                  </a:ext>
                </a:extLst>
              </p:cNvPr>
              <p:cNvSpPr txBox="1"/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FD173A52-6F9B-926F-E37F-A509C01AF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blipFill>
                <a:blip r:embed="rId10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41047558-170C-3A3A-E9ED-3E67B25353B2}"/>
                  </a:ext>
                </a:extLst>
              </p:cNvPr>
              <p:cNvSpPr txBox="1"/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41047558-170C-3A3A-E9ED-3E67B2535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blipFill>
                <a:blip r:embed="rId11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E7E7D853-1551-29CC-761B-ACC453B557C1}"/>
                  </a:ext>
                </a:extLst>
              </p:cNvPr>
              <p:cNvSpPr txBox="1"/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E7E7D853-1551-29CC-761B-ACC453B55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blipFill>
                <a:blip r:embed="rId12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7622D6F4-F890-5CD7-35E0-78C974E4CE63}"/>
                  </a:ext>
                </a:extLst>
              </p:cNvPr>
              <p:cNvSpPr txBox="1"/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7622D6F4-F890-5CD7-35E0-78C974E4C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blipFill>
                <a:blip r:embed="rId13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E993C953-9EB7-0295-1A18-BEFF8F3038E8}"/>
                  </a:ext>
                </a:extLst>
              </p:cNvPr>
              <p:cNvSpPr txBox="1"/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E993C953-9EB7-0295-1A18-BEFF8F303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blipFill>
                <a:blip r:embed="rId14"/>
                <a:stretch>
                  <a:fillRect l="-578" r="-12428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33CDCD82-AFC1-FA8A-E1DB-A7E61A3F3FB6}"/>
                  </a:ext>
                </a:extLst>
              </p:cNvPr>
              <p:cNvSpPr txBox="1"/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33CDCD82-AFC1-FA8A-E1DB-A7E61A3F3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blipFill>
                <a:blip r:embed="rId15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03FE9806-B405-99FB-EDD7-DBC7F459E738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3925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D5AC8-25A7-5600-4978-07C971F83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A0AF31A-3106-5C5E-837D-CD4EED4759E2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=…=12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A0AF31A-3106-5C5E-837D-CD4EED475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700F31A-C47E-225A-0DC4-794A0BBC2FA9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700F31A-C47E-225A-0DC4-794A0BBC2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blipFill>
                <a:blip r:embed="rId4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910616FD-076F-53C8-6A50-74E26B7386D8}"/>
                  </a:ext>
                </a:extLst>
              </p:cNvPr>
              <p:cNvSpPr txBox="1"/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:{1},{2},{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910616FD-076F-53C8-6A50-74E26B738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blipFill>
                <a:blip r:embed="rId5"/>
                <a:stretch>
                  <a:fillRect l="-867" r="-433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E3836422-B7FC-0B20-C6B5-E02078D97624}"/>
                  </a:ext>
                </a:extLst>
              </p:cNvPr>
              <p:cNvSpPr txBox="1"/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E3836422-B7FC-0B20-C6B5-E02078D97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blipFill>
                <a:blip r:embed="rId6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5ECF3FE-3CD1-EED3-E2E3-4AF6958BEC18}"/>
                  </a:ext>
                </a:extLst>
              </p:cNvPr>
              <p:cNvSpPr txBox="1"/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5ECF3FE-3CD1-EED3-E2E3-4AF6958BE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blipFill>
                <a:blip r:embed="rId7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1D255C19-37B4-20C6-4AE5-33E204E419E5}"/>
                  </a:ext>
                </a:extLst>
              </p:cNvPr>
              <p:cNvSpPr txBox="1"/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1D255C19-37B4-20C6-4AE5-33E204E41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blipFill>
                <a:blip r:embed="rId8"/>
                <a:stretch>
                  <a:fillRect l="-867" r="-462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B177F9C-8145-29AA-F564-C55BF540CCCF}"/>
                  </a:ext>
                </a:extLst>
              </p:cNvPr>
              <p:cNvSpPr txBox="1"/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B177F9C-8145-29AA-F564-C55BF540C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blipFill>
                <a:blip r:embed="rId9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612270E1-E2C5-67C1-37B2-289143EF6218}"/>
                  </a:ext>
                </a:extLst>
              </p:cNvPr>
              <p:cNvSpPr txBox="1"/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612270E1-E2C5-67C1-37B2-289143EF6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blipFill>
                <a:blip r:embed="rId10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CB2103D5-19B9-0E1B-8003-7540DF0BAF04}"/>
                  </a:ext>
                </a:extLst>
              </p:cNvPr>
              <p:cNvSpPr txBox="1"/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CB2103D5-19B9-0E1B-8003-7540DF0BA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blipFill>
                <a:blip r:embed="rId11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0E7B5898-17F2-1E3C-6104-49E42B5B8C4F}"/>
                  </a:ext>
                </a:extLst>
              </p:cNvPr>
              <p:cNvSpPr txBox="1"/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0E7B5898-17F2-1E3C-6104-49E42B5B8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blipFill>
                <a:blip r:embed="rId12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96350EF6-4EA5-6071-C626-8ACCB2849B61}"/>
                  </a:ext>
                </a:extLst>
              </p:cNvPr>
              <p:cNvSpPr txBox="1"/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96350EF6-4EA5-6071-C626-8ACCB2849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blipFill>
                <a:blip r:embed="rId13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72F37ABC-2572-937D-1F8C-36F7642FD7F2}"/>
                  </a:ext>
                </a:extLst>
              </p:cNvPr>
              <p:cNvSpPr txBox="1"/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72F37ABC-2572-937D-1F8C-36F7642FD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blipFill>
                <a:blip r:embed="rId14"/>
                <a:stretch>
                  <a:fillRect l="-578" r="-12428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08FAE3C5-4C80-DE87-CBC9-57324C0A9586}"/>
                  </a:ext>
                </a:extLst>
              </p:cNvPr>
              <p:cNvSpPr txBox="1"/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08FAE3C5-4C80-DE87-CBC9-57324C0A9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blipFill>
                <a:blip r:embed="rId15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3B98FC3-D469-1F38-044F-8885A8C6DBBB}"/>
                  </a:ext>
                </a:extLst>
              </p:cNvPr>
              <p:cNvSpPr txBox="1"/>
              <p:nvPr/>
            </p:nvSpPr>
            <p:spPr>
              <a:xfrm>
                <a:off x="176470" y="3554387"/>
                <a:ext cx="11837190" cy="1246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important to notice that partitions such as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considered equal in the sense of Lah numbers.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3B98FC3-D469-1F38-044F-8885A8C6D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54387"/>
                <a:ext cx="11837190" cy="1246047"/>
              </a:xfrm>
              <a:prstGeom prst="rect">
                <a:avLst/>
              </a:prstGeom>
              <a:blipFill>
                <a:blip r:embed="rId16"/>
                <a:stretch>
                  <a:fillRect l="-824" t="-4412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A5AD6B7D-2B5C-56C4-F5EA-C267E80C1ADA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E4B9A6A-48AB-B1FB-6545-7DF730CB8582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4583EB3-36D6-7B23-92D1-BFE4EB41E121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also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three subsets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4583EB3-36D6-7B23-92D1-BFE4EB41E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blipFill>
                <a:blip r:embed="rId17"/>
                <a:stretch>
                  <a:fillRect l="-93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1538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5E0CB-3741-DE8F-C3A2-BF9C219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6823D02-97D0-688A-9E83-6BBA31D85793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=…=12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6823D02-97D0-688A-9E83-6BBA31D85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49B7FB4-7D00-8BB9-6583-4A32B0DDE65A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49B7FB4-7D00-8BB9-6583-4A32B0DDE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blipFill>
                <a:blip r:embed="rId4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8CAAB0F4-9FF4-77E2-246A-4EDDFD8B9FD5}"/>
                  </a:ext>
                </a:extLst>
              </p:cNvPr>
              <p:cNvSpPr txBox="1"/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:{1},{2},{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8CAAB0F4-9FF4-77E2-246A-4EDDFD8B9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blipFill>
                <a:blip r:embed="rId5"/>
                <a:stretch>
                  <a:fillRect l="-867" r="-433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4B55779-82E4-7F8C-DEE9-7AB3E7B64332}"/>
                  </a:ext>
                </a:extLst>
              </p:cNvPr>
              <p:cNvSpPr txBox="1"/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4B55779-82E4-7F8C-DEE9-7AB3E7B64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blipFill>
                <a:blip r:embed="rId6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1E4DD4CF-0A78-E23E-8EE4-DF8D1635AB91}"/>
                  </a:ext>
                </a:extLst>
              </p:cNvPr>
              <p:cNvSpPr txBox="1"/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1E4DD4CF-0A78-E23E-8EE4-DF8D1635A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blipFill>
                <a:blip r:embed="rId7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5D6B6967-6195-027D-EAEC-09C06C3F2806}"/>
                  </a:ext>
                </a:extLst>
              </p:cNvPr>
              <p:cNvSpPr txBox="1"/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5D6B6967-6195-027D-EAEC-09C06C3F2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blipFill>
                <a:blip r:embed="rId8"/>
                <a:stretch>
                  <a:fillRect l="-867" r="-462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6F276C2F-163B-7E0C-9C1C-B3DD66B158A3}"/>
                  </a:ext>
                </a:extLst>
              </p:cNvPr>
              <p:cNvSpPr txBox="1"/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6F276C2F-163B-7E0C-9C1C-B3DD66B15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blipFill>
                <a:blip r:embed="rId9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FE09FA92-57D6-E061-6807-1B91605FF0A9}"/>
                  </a:ext>
                </a:extLst>
              </p:cNvPr>
              <p:cNvSpPr txBox="1"/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FE09FA92-57D6-E061-6807-1B91605FF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blipFill>
                <a:blip r:embed="rId10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2FE15A19-3EC3-04B3-6233-14583A856D43}"/>
                  </a:ext>
                </a:extLst>
              </p:cNvPr>
              <p:cNvSpPr txBox="1"/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2FE15A19-3EC3-04B3-6233-14583A856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blipFill>
                <a:blip r:embed="rId11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DA656C6C-AC59-A18B-EE5A-CC1039A297C8}"/>
                  </a:ext>
                </a:extLst>
              </p:cNvPr>
              <p:cNvSpPr txBox="1"/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DA656C6C-AC59-A18B-EE5A-CC1039A29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blipFill>
                <a:blip r:embed="rId12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CE579234-3BF6-EE4D-BEAE-CFF6EDC80E8E}"/>
                  </a:ext>
                </a:extLst>
              </p:cNvPr>
              <p:cNvSpPr txBox="1"/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CE579234-3BF6-EE4D-BEAE-CFF6EDC80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blipFill>
                <a:blip r:embed="rId13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28336E86-6D31-5177-148D-5069FD88C79E}"/>
                  </a:ext>
                </a:extLst>
              </p:cNvPr>
              <p:cNvSpPr txBox="1"/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28336E86-6D31-5177-148D-5069FD88C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blipFill>
                <a:blip r:embed="rId14"/>
                <a:stretch>
                  <a:fillRect l="-578" r="-12428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0FA552A3-F41B-5F37-625B-B90646C09978}"/>
                  </a:ext>
                </a:extLst>
              </p:cNvPr>
              <p:cNvSpPr txBox="1"/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0FA552A3-F41B-5F37-625B-B90646C09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blipFill>
                <a:blip r:embed="rId15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861EBD53-5D1A-F2B4-3CD9-73D1A8A014AB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7C09EC3-3DE0-219A-876E-9B64387FA1DC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832D64C-7BCE-C855-AA5E-8205639C3F17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also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three subsets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832D64C-7BCE-C855-AA5E-8205639C3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blipFill>
                <a:blip r:embed="rId16"/>
                <a:stretch>
                  <a:fillRect l="-93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D0A8FC9-68C2-C175-34D9-D53674B0AD18}"/>
                  </a:ext>
                </a:extLst>
              </p:cNvPr>
              <p:cNvSpPr txBox="1"/>
              <p:nvPr/>
            </p:nvSpPr>
            <p:spPr>
              <a:xfrm>
                <a:off x="176470" y="3554387"/>
                <a:ext cx="11837190" cy="3092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important to notice that partitions such as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considered equal in the sense of Lah numbers.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Thus, what we are really analyzing here is the number of ways to place four balls – in general n balls – into three boxes – in general k boxes – in such a way that the order of the boxes does not matter, but the order of the balls within each box does matter.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D0A8FC9-68C2-C175-34D9-D53674B0A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54387"/>
                <a:ext cx="11837190" cy="3092706"/>
              </a:xfrm>
              <a:prstGeom prst="rect">
                <a:avLst/>
              </a:prstGeom>
              <a:blipFill>
                <a:blip r:embed="rId17"/>
                <a:stretch>
                  <a:fillRect l="-824" t="-1775" b="-3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791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5E18-E9A3-4801-129C-64FD90E6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8A12CEC-AB6B-E595-2313-EAE6E92694A8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=…=12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8A12CEC-AB6B-E595-2313-EAE6E9269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03A71DC-6002-4114-4385-F5639ABFDCA2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1:{1},{2},{3,4}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03A71DC-6002-4114-4385-F5639ABFD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blipFill>
                <a:blip r:embed="rId4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591D099F-6C3D-CC31-62D8-5B1017EB54FA}"/>
                  </a:ext>
                </a:extLst>
              </p:cNvPr>
              <p:cNvSpPr txBox="1"/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:{1},{2},{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591D099F-6C3D-CC31-62D8-5B1017EB5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blipFill>
                <a:blip r:embed="rId5"/>
                <a:stretch>
                  <a:fillRect l="-867" r="-433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A86AA8C-9A31-4B47-FAA5-511DABD90473}"/>
                  </a:ext>
                </a:extLst>
              </p:cNvPr>
              <p:cNvSpPr txBox="1"/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A86AA8C-9A31-4B47-FAA5-511DABD90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blipFill>
                <a:blip r:embed="rId6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CD8AC98-E981-1129-E0B4-0FF36C48B9FA}"/>
                  </a:ext>
                </a:extLst>
              </p:cNvPr>
              <p:cNvSpPr txBox="1"/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CD8AC98-E981-1129-E0B4-0FF36C48B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blipFill>
                <a:blip r:embed="rId7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BF624FE2-4EF0-267F-E444-94D8055B62FF}"/>
                  </a:ext>
                </a:extLst>
              </p:cNvPr>
              <p:cNvSpPr txBox="1"/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BF624FE2-4EF0-267F-E444-94D8055B6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blipFill>
                <a:blip r:embed="rId8"/>
                <a:stretch>
                  <a:fillRect l="-867" r="-462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4C3D27BF-FA55-5430-5399-422837594CC3}"/>
                  </a:ext>
                </a:extLst>
              </p:cNvPr>
              <p:cNvSpPr txBox="1"/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4C3D27BF-FA55-5430-5399-422837594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blipFill>
                <a:blip r:embed="rId9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75C5C9FA-8DD7-0C86-085A-4154589A233E}"/>
                  </a:ext>
                </a:extLst>
              </p:cNvPr>
              <p:cNvSpPr txBox="1"/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75C5C9FA-8DD7-0C86-085A-4154589A2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blipFill>
                <a:blip r:embed="rId10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1213ED0A-A783-0DB8-442C-10709B6B291C}"/>
                  </a:ext>
                </a:extLst>
              </p:cNvPr>
              <p:cNvSpPr txBox="1"/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1213ED0A-A783-0DB8-442C-10709B6B2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blipFill>
                <a:blip r:embed="rId11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E1A45F22-5198-3D7C-BF28-20CFF30B9E06}"/>
                  </a:ext>
                </a:extLst>
              </p:cNvPr>
              <p:cNvSpPr txBox="1"/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E1A45F22-5198-3D7C-BF28-20CFF30B9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blipFill>
                <a:blip r:embed="rId12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E4690487-2215-2066-6FBC-77ED2471D1C4}"/>
                  </a:ext>
                </a:extLst>
              </p:cNvPr>
              <p:cNvSpPr txBox="1"/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E4690487-2215-2066-6FBC-77ED2471D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blipFill>
                <a:blip r:embed="rId13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6E68AA3B-4657-3122-FFCB-2593FA28CDC0}"/>
                  </a:ext>
                </a:extLst>
              </p:cNvPr>
              <p:cNvSpPr txBox="1"/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6E68AA3B-4657-3122-FFCB-2593FA28C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blipFill>
                <a:blip r:embed="rId14"/>
                <a:stretch>
                  <a:fillRect l="-578" r="-12428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907330A2-7724-E9CE-B082-71F7BE3B08A3}"/>
                  </a:ext>
                </a:extLst>
              </p:cNvPr>
              <p:cNvSpPr txBox="1"/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907330A2-7724-E9CE-B082-71F7BE3B0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blipFill>
                <a:blip r:embed="rId15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0A5DECF-F4C4-91B4-8EDB-051E4BDD44A1}"/>
                  </a:ext>
                </a:extLst>
              </p:cNvPr>
              <p:cNvSpPr txBox="1"/>
              <p:nvPr/>
            </p:nvSpPr>
            <p:spPr>
              <a:xfrm>
                <a:off x="5196330" y="3554391"/>
                <a:ext cx="17993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0A5DECF-F4C4-91B4-8EDB-051E4BDD4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30" y="3554391"/>
                <a:ext cx="1799339" cy="461665"/>
              </a:xfrm>
              <a:prstGeom prst="rect">
                <a:avLst/>
              </a:prstGeom>
              <a:blipFill>
                <a:blip r:embed="rId1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46A96F8C-E5D4-BFEE-C076-BE326F35B3B8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54B1A21-C016-249A-98B3-802F5DB6B82F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CA3CA4D-A434-7BA4-C4D6-F12FBC65FB76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also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three subsets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CA3CA4D-A434-7BA4-C4D6-F12FBC65F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blipFill>
                <a:blip r:embed="rId17"/>
                <a:stretch>
                  <a:fillRect l="-93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8554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3D76-598A-45C1-EFFA-942FD3DDC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0832B8A-F1C6-85FD-BFB0-5E1BE815837D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=…=12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0832B8A-F1C6-85FD-BFB0-5E1BE8158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B27E59A-BA4D-C1DE-E179-7D717D85F880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1:{1},{2},{3,4}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B27E59A-BA4D-C1DE-E179-7D717D85F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blipFill>
                <a:blip r:embed="rId4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E6443C5-3601-0A8B-EE6E-850D3C97CD99}"/>
                  </a:ext>
                </a:extLst>
              </p:cNvPr>
              <p:cNvSpPr txBox="1"/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:{1},{2},{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E6443C5-3601-0A8B-EE6E-850D3C97C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blipFill>
                <a:blip r:embed="rId5"/>
                <a:stretch>
                  <a:fillRect l="-867" r="-433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79BC0055-E011-8468-4BBC-1A65C068BFEC}"/>
                  </a:ext>
                </a:extLst>
              </p:cNvPr>
              <p:cNvSpPr txBox="1"/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79BC0055-E011-8468-4BBC-1A65C068B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blipFill>
                <a:blip r:embed="rId6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05D86A4-4672-3343-1C4F-E7C771C6BADE}"/>
                  </a:ext>
                </a:extLst>
              </p:cNvPr>
              <p:cNvSpPr txBox="1"/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05D86A4-4672-3343-1C4F-E7C771C6B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blipFill>
                <a:blip r:embed="rId7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A7FEF1A8-4534-1BC0-09A0-2A7A144EA6AD}"/>
                  </a:ext>
                </a:extLst>
              </p:cNvPr>
              <p:cNvSpPr txBox="1"/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A7FEF1A8-4534-1BC0-09A0-2A7A144EA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blipFill>
                <a:blip r:embed="rId8"/>
                <a:stretch>
                  <a:fillRect l="-867" r="-462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6EC724E2-B9E1-101A-979C-F9812CD919AD}"/>
                  </a:ext>
                </a:extLst>
              </p:cNvPr>
              <p:cNvSpPr txBox="1"/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6EC724E2-B9E1-101A-979C-F9812CD91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blipFill>
                <a:blip r:embed="rId9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C706F09F-DAE8-3F45-B79C-4DC16898FD6A}"/>
                  </a:ext>
                </a:extLst>
              </p:cNvPr>
              <p:cNvSpPr txBox="1"/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C706F09F-DAE8-3F45-B79C-4DC16898F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blipFill>
                <a:blip r:embed="rId10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EB27811D-5D46-5B21-F606-743A1B229E1F}"/>
                  </a:ext>
                </a:extLst>
              </p:cNvPr>
              <p:cNvSpPr txBox="1"/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EB27811D-5D46-5B21-F606-743A1B22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blipFill>
                <a:blip r:embed="rId11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2AC2B507-EEFA-D32B-4955-7A5E982EB52D}"/>
                  </a:ext>
                </a:extLst>
              </p:cNvPr>
              <p:cNvSpPr txBox="1"/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2AC2B507-EEFA-D32B-4955-7A5E982EB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blipFill>
                <a:blip r:embed="rId12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5C3B6B9F-0E34-E3C2-E89E-0C1F64382E94}"/>
                  </a:ext>
                </a:extLst>
              </p:cNvPr>
              <p:cNvSpPr txBox="1"/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5C3B6B9F-0E34-E3C2-E89E-0C1F64382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blipFill>
                <a:blip r:embed="rId13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3646529D-2250-8516-B2C2-76CB3EE9DC2E}"/>
                  </a:ext>
                </a:extLst>
              </p:cNvPr>
              <p:cNvSpPr txBox="1"/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3646529D-2250-8516-B2C2-76CB3EE9D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blipFill>
                <a:blip r:embed="rId14"/>
                <a:stretch>
                  <a:fillRect l="-578" r="-12428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F0246B78-F08E-12E5-9C76-D9FA3E155E8A}"/>
                  </a:ext>
                </a:extLst>
              </p:cNvPr>
              <p:cNvSpPr txBox="1"/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F0246B78-F08E-12E5-9C76-D9FA3E155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blipFill>
                <a:blip r:embed="rId15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F98C588-BBDA-4086-013E-B77802C39739}"/>
                  </a:ext>
                </a:extLst>
              </p:cNvPr>
              <p:cNvSpPr txBox="1"/>
              <p:nvPr/>
            </p:nvSpPr>
            <p:spPr>
              <a:xfrm>
                <a:off x="5196330" y="3554391"/>
                <a:ext cx="17993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F98C588-BBDA-4086-013E-B77802C39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30" y="3554391"/>
                <a:ext cx="1799339" cy="461665"/>
              </a:xfrm>
              <a:prstGeom prst="rect">
                <a:avLst/>
              </a:prstGeom>
              <a:blipFill>
                <a:blip r:embed="rId1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B77C1FC2-404E-EBA4-49B7-65E90F41644A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3152B76-808C-6A05-CDAC-52D0EF6E15CB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2E71ADC-93A9-A337-C995-938572EBCE86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also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three subsets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2E71ADC-93A9-A337-C995-938572EBC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blipFill>
                <a:blip r:embed="rId17"/>
                <a:stretch>
                  <a:fillRect l="-93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30784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8F4C6-EE69-2F0F-5007-80C1B05D4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C2D7E2F-370A-D578-DE8E-854BEC093D0C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=…=12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C2D7E2F-370A-D578-DE8E-854BEC093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359F856-0D0A-0ECD-205E-02EFBD1B6142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1:{1},{2},{3,4}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359F856-0D0A-0ECD-205E-02EFBD1B6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blipFill>
                <a:blip r:embed="rId4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51607FF0-7CE7-743E-B130-663332B7A5E1}"/>
                  </a:ext>
                </a:extLst>
              </p:cNvPr>
              <p:cNvSpPr txBox="1"/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:{1},{2},{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51607FF0-7CE7-743E-B130-663332B7A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blipFill>
                <a:blip r:embed="rId5"/>
                <a:stretch>
                  <a:fillRect l="-867" r="-433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17A77DC-62A9-2987-68EE-DA15706A91A4}"/>
                  </a:ext>
                </a:extLst>
              </p:cNvPr>
              <p:cNvSpPr txBox="1"/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17A77DC-62A9-2987-68EE-DA15706A9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blipFill>
                <a:blip r:embed="rId6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91B190E6-93D9-82DD-E498-231CC65D3B64}"/>
                  </a:ext>
                </a:extLst>
              </p:cNvPr>
              <p:cNvSpPr txBox="1"/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91B190E6-93D9-82DD-E498-231CC65D3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blipFill>
                <a:blip r:embed="rId7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C9168CCC-262F-309D-954E-AC3F0AC4FB18}"/>
                  </a:ext>
                </a:extLst>
              </p:cNvPr>
              <p:cNvSpPr txBox="1"/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C9168CCC-262F-309D-954E-AC3F0AC4F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blipFill>
                <a:blip r:embed="rId8"/>
                <a:stretch>
                  <a:fillRect l="-867" r="-462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FD0F06F6-F9D1-1C0B-6DFC-945F9B7BC711}"/>
                  </a:ext>
                </a:extLst>
              </p:cNvPr>
              <p:cNvSpPr txBox="1"/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FD0F06F6-F9D1-1C0B-6DFC-945F9B7BC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blipFill>
                <a:blip r:embed="rId9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2E94A27F-FF06-2DB7-446E-154D0B53A8A7}"/>
                  </a:ext>
                </a:extLst>
              </p:cNvPr>
              <p:cNvSpPr txBox="1"/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2E94A27F-FF06-2DB7-446E-154D0B53A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blipFill>
                <a:blip r:embed="rId10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5AD216FB-99FD-9746-5D04-A88D93214E67}"/>
                  </a:ext>
                </a:extLst>
              </p:cNvPr>
              <p:cNvSpPr txBox="1"/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5AD216FB-99FD-9746-5D04-A88D93214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blipFill>
                <a:blip r:embed="rId11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8068F0F2-F6BC-6472-79A2-04A7F0A2611D}"/>
                  </a:ext>
                </a:extLst>
              </p:cNvPr>
              <p:cNvSpPr txBox="1"/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8068F0F2-F6BC-6472-79A2-04A7F0A26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blipFill>
                <a:blip r:embed="rId12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2CCDC0A5-D06C-CFF5-E24A-118C3A24E3E1}"/>
                  </a:ext>
                </a:extLst>
              </p:cNvPr>
              <p:cNvSpPr txBox="1"/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2CCDC0A5-D06C-CFF5-E24A-118C3A24E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blipFill>
                <a:blip r:embed="rId13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E26EC9FB-DD4A-D4FA-2F0E-12B3F6EC2B2E}"/>
                  </a:ext>
                </a:extLst>
              </p:cNvPr>
              <p:cNvSpPr txBox="1"/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E26EC9FB-DD4A-D4FA-2F0E-12B3F6EC2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blipFill>
                <a:blip r:embed="rId14"/>
                <a:stretch>
                  <a:fillRect l="-578" r="-12428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7E10B0CD-A98E-69DA-7E64-FCB186FF0D90}"/>
                  </a:ext>
                </a:extLst>
              </p:cNvPr>
              <p:cNvSpPr txBox="1"/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7E10B0CD-A98E-69DA-7E64-FCB186FF0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blipFill>
                <a:blip r:embed="rId15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B94C1F8-C2E5-482A-A5D6-837A8A792A7F}"/>
                  </a:ext>
                </a:extLst>
              </p:cNvPr>
              <p:cNvSpPr txBox="1"/>
              <p:nvPr/>
            </p:nvSpPr>
            <p:spPr>
              <a:xfrm>
                <a:off x="5196330" y="3554391"/>
                <a:ext cx="17993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B94C1F8-C2E5-482A-A5D6-837A8A792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30" y="3554391"/>
                <a:ext cx="1799339" cy="461665"/>
              </a:xfrm>
              <a:prstGeom prst="rect">
                <a:avLst/>
              </a:prstGeom>
              <a:blipFill>
                <a:blip r:embed="rId1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77164D2-5D6E-D178-0C13-00CE3240E140}"/>
                  </a:ext>
                </a:extLst>
              </p:cNvPr>
              <p:cNvSpPr txBox="1"/>
              <p:nvPr/>
            </p:nvSpPr>
            <p:spPr>
              <a:xfrm>
                <a:off x="5196329" y="4014304"/>
                <a:ext cx="17993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=7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77164D2-5D6E-D178-0C13-00CE3240E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29" y="4014304"/>
                <a:ext cx="1799339" cy="461665"/>
              </a:xfrm>
              <a:prstGeom prst="rect">
                <a:avLst/>
              </a:prstGeom>
              <a:blipFill>
                <a:blip r:embed="rId1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E8FBC23-D944-1C61-5098-718928AFE126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1EC9C21-E66F-822C-62CA-28748A3D755F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99FE45F-EBD0-6BCF-BF05-39195A7A5785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also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three subsets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99FE45F-EBD0-6BCF-BF05-39195A7A5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blipFill>
                <a:blip r:embed="rId18"/>
                <a:stretch>
                  <a:fillRect l="-93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62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AE98A-ECEB-504F-058A-36AFE9B38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5B44DBE-A622-27D2-6C11-7BA3EB7D177E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=…=12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5B44DBE-A622-27D2-6C11-7BA3EB7D1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F795D34-D5F9-2E10-37D9-C3C89EC5881F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1:{1},{2},{3,4}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F795D34-D5F9-2E10-37D9-C3C89EC58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blipFill>
                <a:blip r:embed="rId4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E65664EB-0F3E-BFC9-EF4A-41D180685B1B}"/>
                  </a:ext>
                </a:extLst>
              </p:cNvPr>
              <p:cNvSpPr txBox="1"/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:{1},{2},{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E65664EB-0F3E-BFC9-EF4A-41D180685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blipFill>
                <a:blip r:embed="rId5"/>
                <a:stretch>
                  <a:fillRect l="-867" r="-433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6F2AA0C5-59BF-0B7D-A580-DDC9DF5B3AA6}"/>
                  </a:ext>
                </a:extLst>
              </p:cNvPr>
              <p:cNvSpPr txBox="1"/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6F2AA0C5-59BF-0B7D-A580-DDC9DF5B3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blipFill>
                <a:blip r:embed="rId6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24024E9-BA0A-9557-576A-8EC533125C2A}"/>
                  </a:ext>
                </a:extLst>
              </p:cNvPr>
              <p:cNvSpPr txBox="1"/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24024E9-BA0A-9557-576A-8EC533125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blipFill>
                <a:blip r:embed="rId7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A8D4783B-B131-4DA7-858D-10E60945DFA9}"/>
                  </a:ext>
                </a:extLst>
              </p:cNvPr>
              <p:cNvSpPr txBox="1"/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A8D4783B-B131-4DA7-858D-10E60945D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blipFill>
                <a:blip r:embed="rId8"/>
                <a:stretch>
                  <a:fillRect l="-867" r="-462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8DAE7640-842D-24A2-72E7-8BA0C9B581B8}"/>
                  </a:ext>
                </a:extLst>
              </p:cNvPr>
              <p:cNvSpPr txBox="1"/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8DAE7640-842D-24A2-72E7-8BA0C9B58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blipFill>
                <a:blip r:embed="rId9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C1B83F77-B268-4006-3C32-C6949BF82F67}"/>
                  </a:ext>
                </a:extLst>
              </p:cNvPr>
              <p:cNvSpPr txBox="1"/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C1B83F77-B268-4006-3C32-C6949BF82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blipFill>
                <a:blip r:embed="rId10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2617431E-5708-6BB0-661C-349E32A1F554}"/>
                  </a:ext>
                </a:extLst>
              </p:cNvPr>
              <p:cNvSpPr txBox="1"/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2617431E-5708-6BB0-661C-349E32A1F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blipFill>
                <a:blip r:embed="rId11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55CD4CC2-513A-4F12-A6B4-5B626140AF99}"/>
                  </a:ext>
                </a:extLst>
              </p:cNvPr>
              <p:cNvSpPr txBox="1"/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55CD4CC2-513A-4F12-A6B4-5B626140A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blipFill>
                <a:blip r:embed="rId12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AFF527A2-FF17-8261-D729-2EF5D8A117B4}"/>
                  </a:ext>
                </a:extLst>
              </p:cNvPr>
              <p:cNvSpPr txBox="1"/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AFF527A2-FF17-8261-D729-2EF5D8A11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blipFill>
                <a:blip r:embed="rId13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E1B45928-7E5C-3293-FF1D-D8FC250AABFB}"/>
                  </a:ext>
                </a:extLst>
              </p:cNvPr>
              <p:cNvSpPr txBox="1"/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E1B45928-7E5C-3293-FF1D-D8FC250AA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blipFill>
                <a:blip r:embed="rId14"/>
                <a:stretch>
                  <a:fillRect l="-578" r="-12428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49BD2480-A284-CAF1-F48F-ED843423DBC2}"/>
                  </a:ext>
                </a:extLst>
              </p:cNvPr>
              <p:cNvSpPr txBox="1"/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49BD2480-A284-CAF1-F48F-ED843423D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blipFill>
                <a:blip r:embed="rId15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0C39EE8-EE9F-8616-E37F-4688046BA5D6}"/>
                  </a:ext>
                </a:extLst>
              </p:cNvPr>
              <p:cNvSpPr txBox="1"/>
              <p:nvPr/>
            </p:nvSpPr>
            <p:spPr>
              <a:xfrm>
                <a:off x="5196330" y="3554391"/>
                <a:ext cx="17993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0C39EE8-EE9F-8616-E37F-4688046BA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30" y="3554391"/>
                <a:ext cx="1799339" cy="461665"/>
              </a:xfrm>
              <a:prstGeom prst="rect">
                <a:avLst/>
              </a:prstGeom>
              <a:blipFill>
                <a:blip r:embed="rId1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CEB7EB5-3734-E521-E920-57457E9B811F}"/>
                  </a:ext>
                </a:extLst>
              </p:cNvPr>
              <p:cNvSpPr txBox="1"/>
              <p:nvPr/>
            </p:nvSpPr>
            <p:spPr>
              <a:xfrm>
                <a:off x="5196329" y="4014304"/>
                <a:ext cx="17993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=7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CEB7EB5-3734-E521-E920-57457E9B8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29" y="4014304"/>
                <a:ext cx="1799339" cy="461665"/>
              </a:xfrm>
              <a:prstGeom prst="rect">
                <a:avLst/>
              </a:prstGeom>
              <a:blipFill>
                <a:blip r:embed="rId1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5991E3B-4B1D-9BF8-2407-9070CE96179B}"/>
                  </a:ext>
                </a:extLst>
              </p:cNvPr>
              <p:cNvSpPr txBox="1"/>
              <p:nvPr/>
            </p:nvSpPr>
            <p:spPr>
              <a:xfrm>
                <a:off x="176470" y="4475969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2,3,4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5991E3B-4B1D-9BF8-2407-9070CE961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475969"/>
                <a:ext cx="1799339" cy="461665"/>
              </a:xfrm>
              <a:prstGeom prst="rect">
                <a:avLst/>
              </a:prstGeom>
              <a:blipFill>
                <a:blip r:embed="rId18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7C76E78-D66F-E8F2-03BA-8BACBD1D2341}"/>
                  </a:ext>
                </a:extLst>
              </p:cNvPr>
              <p:cNvSpPr txBox="1"/>
              <p:nvPr/>
            </p:nvSpPr>
            <p:spPr>
              <a:xfrm>
                <a:off x="176470" y="4918560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1,3,4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7C76E78-D66F-E8F2-03BA-8BACBD1D2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918560"/>
                <a:ext cx="1799339" cy="461665"/>
              </a:xfrm>
              <a:prstGeom prst="rect">
                <a:avLst/>
              </a:prstGeom>
              <a:blipFill>
                <a:blip r:embed="rId19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226A7F7-D724-F907-C6BA-57823F03D65E}"/>
                  </a:ext>
                </a:extLst>
              </p:cNvPr>
              <p:cNvSpPr txBox="1"/>
              <p:nvPr/>
            </p:nvSpPr>
            <p:spPr>
              <a:xfrm>
                <a:off x="176470" y="5361151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1,2,4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226A7F7-D724-F907-C6BA-57823F03D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361151"/>
                <a:ext cx="1799339" cy="461665"/>
              </a:xfrm>
              <a:prstGeom prst="rect">
                <a:avLst/>
              </a:prstGeom>
              <a:blipFill>
                <a:blip r:embed="rId20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446F5AE3-1A1A-8B8D-C8AD-B0846E7F112D}"/>
                  </a:ext>
                </a:extLst>
              </p:cNvPr>
              <p:cNvSpPr txBox="1"/>
              <p:nvPr/>
            </p:nvSpPr>
            <p:spPr>
              <a:xfrm>
                <a:off x="2476848" y="4475969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446F5AE3-1A1A-8B8D-C8AD-B0846E7F1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4475969"/>
                <a:ext cx="1799339" cy="461665"/>
              </a:xfrm>
              <a:prstGeom prst="rect">
                <a:avLst/>
              </a:prstGeom>
              <a:blipFill>
                <a:blip r:embed="rId21"/>
                <a:stretch>
                  <a:fillRect l="-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pole tekstowe 23">
            <a:extLst>
              <a:ext uri="{FF2B5EF4-FFF2-40B4-BE49-F238E27FC236}">
                <a16:creationId xmlns:a16="http://schemas.microsoft.com/office/drawing/2014/main" id="{108EC1B9-AE26-B4F6-5C8B-A35BD0E859C6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1115EBC-F0EF-F6AE-FD9F-BDA79278B2BA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8AA4607C-03E5-6C3C-4698-19F5FD1B8BA3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also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three subsets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8AA4607C-03E5-6C3C-4698-19F5FD1B8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blipFill>
                <a:blip r:embed="rId22"/>
                <a:stretch>
                  <a:fillRect l="-93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7345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D09A2-3259-9D1E-32D7-C4402744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77B946B-4FBE-E110-901C-F798F1B4CFE7}"/>
                  </a:ext>
                </a:extLst>
              </p:cNvPr>
              <p:cNvSpPr txBox="1"/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=…=12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77B946B-4FBE-E110-901C-F798F1B4C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2" y="1246942"/>
                <a:ext cx="252434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6FCB37D-EAAF-2F2E-3DD6-25677EA16F15}"/>
                  </a:ext>
                </a:extLst>
              </p:cNvPr>
              <p:cNvSpPr txBox="1"/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1:{1},{2},{3,4}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6FCB37D-EAAF-2F2E-3DD6-25677EA16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170272"/>
                <a:ext cx="2109530" cy="461665"/>
              </a:xfrm>
              <a:prstGeom prst="rect">
                <a:avLst/>
              </a:prstGeom>
              <a:blipFill>
                <a:blip r:embed="rId4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386A4E0-051C-0E49-CE5B-6084D24B960B}"/>
                  </a:ext>
                </a:extLst>
              </p:cNvPr>
              <p:cNvSpPr txBox="1"/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:{1},{2},{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386A4E0-051C-0E49-CE5B-6084D24B9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631937"/>
                <a:ext cx="2109530" cy="461665"/>
              </a:xfrm>
              <a:prstGeom prst="rect">
                <a:avLst/>
              </a:prstGeom>
              <a:blipFill>
                <a:blip r:embed="rId5"/>
                <a:stretch>
                  <a:fillRect l="-867" r="-433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2EE7FEC-0FC5-50A0-2C73-5B6956ED0D03}"/>
                  </a:ext>
                </a:extLst>
              </p:cNvPr>
              <p:cNvSpPr txBox="1"/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2EE7FEC-0FC5-50A0-2C73-5B6956ED0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72763"/>
                <a:ext cx="2109530" cy="461665"/>
              </a:xfrm>
              <a:prstGeom prst="rect">
                <a:avLst/>
              </a:prstGeom>
              <a:blipFill>
                <a:blip r:embed="rId6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C3F6116-A53A-2366-1BF2-05A130A5DCCB}"/>
                  </a:ext>
                </a:extLst>
              </p:cNvPr>
              <p:cNvSpPr txBox="1"/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C3F6116-A53A-2366-1BF2-05A130A5D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170271"/>
                <a:ext cx="2109530" cy="461665"/>
              </a:xfrm>
              <a:prstGeom prst="rect">
                <a:avLst/>
              </a:prstGeom>
              <a:blipFill>
                <a:blip r:embed="rId7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DB4B73B4-15F2-42BA-6EC5-BB99490484D2}"/>
                  </a:ext>
                </a:extLst>
              </p:cNvPr>
              <p:cNvSpPr txBox="1"/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DB4B73B4-15F2-42BA-6EC5-BB9949048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2631937"/>
                <a:ext cx="2109530" cy="461665"/>
              </a:xfrm>
              <a:prstGeom prst="rect">
                <a:avLst/>
              </a:prstGeom>
              <a:blipFill>
                <a:blip r:embed="rId8"/>
                <a:stretch>
                  <a:fillRect l="-867" r="-462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09DD4DD-7B04-3BC0-BC88-165FD596B5F3}"/>
                  </a:ext>
                </a:extLst>
              </p:cNvPr>
              <p:cNvSpPr txBox="1"/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:{1},{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09DD4DD-7B04-3BC0-BC88-165FD596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3093602"/>
                <a:ext cx="2109530" cy="461665"/>
              </a:xfrm>
              <a:prstGeom prst="rect">
                <a:avLst/>
              </a:prstGeom>
              <a:blipFill>
                <a:blip r:embed="rId9"/>
                <a:stretch>
                  <a:fillRect l="-578" r="-462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C3834996-09BF-7033-A490-7092079C9A54}"/>
                  </a:ext>
                </a:extLst>
              </p:cNvPr>
              <p:cNvSpPr txBox="1"/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C3834996-09BF-7033-A490-7092079C9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170270"/>
                <a:ext cx="2109530" cy="461665"/>
              </a:xfrm>
              <a:prstGeom prst="rect">
                <a:avLst/>
              </a:prstGeom>
              <a:blipFill>
                <a:blip r:embed="rId10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6B7DE129-3FF8-E35A-E1A9-0EEA86FBCF41}"/>
                  </a:ext>
                </a:extLst>
              </p:cNvPr>
              <p:cNvSpPr txBox="1"/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6B7DE129-3FF8-E35A-E1A9-0EEA86FBC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2632813"/>
                <a:ext cx="2109530" cy="461665"/>
              </a:xfrm>
              <a:prstGeom prst="rect">
                <a:avLst/>
              </a:prstGeom>
              <a:blipFill>
                <a:blip r:embed="rId11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70818371-C1DF-9D61-5C63-DDB42238B759}"/>
                  </a:ext>
                </a:extLst>
              </p:cNvPr>
              <p:cNvSpPr txBox="1"/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70818371-C1DF-9D61-5C63-DDB42238B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6" y="3093602"/>
                <a:ext cx="2109530" cy="461665"/>
              </a:xfrm>
              <a:prstGeom prst="rect">
                <a:avLst/>
              </a:prstGeom>
              <a:blipFill>
                <a:blip r:embed="rId12"/>
                <a:stretch>
                  <a:fillRect l="-867" r="-433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8B6395C8-61D9-945F-367D-960EA541C8B7}"/>
                  </a:ext>
                </a:extLst>
              </p:cNvPr>
              <p:cNvSpPr txBox="1"/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8B6395C8-61D9-945F-367D-960EA541C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170270"/>
                <a:ext cx="2109530" cy="461665"/>
              </a:xfrm>
              <a:prstGeom prst="rect">
                <a:avLst/>
              </a:prstGeom>
              <a:blipFill>
                <a:blip r:embed="rId13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4D9EAADB-A545-9AFE-DA8F-D47D9EDB5343}"/>
                  </a:ext>
                </a:extLst>
              </p:cNvPr>
              <p:cNvSpPr txBox="1"/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1,4</m:t>
                      </m:r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4D9EAADB-A545-9AFE-DA8F-D47D9EDB5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2631933"/>
                <a:ext cx="2109530" cy="461665"/>
              </a:xfrm>
              <a:prstGeom prst="rect">
                <a:avLst/>
              </a:prstGeom>
              <a:blipFill>
                <a:blip r:embed="rId14"/>
                <a:stretch>
                  <a:fillRect l="-578" r="-12428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B1B65DAD-EC2C-B4C7-8ABA-C9F6A9A3A03B}"/>
                  </a:ext>
                </a:extLst>
              </p:cNvPr>
              <p:cNvSpPr txBox="1"/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},{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B1B65DAD-EC2C-B4C7-8ABA-C9F6A9A3A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4" y="3093594"/>
                <a:ext cx="2109530" cy="461665"/>
              </a:xfrm>
              <a:prstGeom prst="rect">
                <a:avLst/>
              </a:prstGeom>
              <a:blipFill>
                <a:blip r:embed="rId15"/>
                <a:stretch>
                  <a:fillRect l="-578" r="-1242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3E80A6B-C21C-353D-1FC3-DE811EAAB350}"/>
                  </a:ext>
                </a:extLst>
              </p:cNvPr>
              <p:cNvSpPr txBox="1"/>
              <p:nvPr/>
            </p:nvSpPr>
            <p:spPr>
              <a:xfrm>
                <a:off x="5196330" y="3554391"/>
                <a:ext cx="17993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3E80A6B-C21C-353D-1FC3-DE811EAAB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30" y="3554391"/>
                <a:ext cx="1799339" cy="461665"/>
              </a:xfrm>
              <a:prstGeom prst="rect">
                <a:avLst/>
              </a:prstGeom>
              <a:blipFill>
                <a:blip r:embed="rId1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071E0B8-0758-FA87-E868-F67DEBCD2575}"/>
                  </a:ext>
                </a:extLst>
              </p:cNvPr>
              <p:cNvSpPr txBox="1"/>
              <p:nvPr/>
            </p:nvSpPr>
            <p:spPr>
              <a:xfrm>
                <a:off x="5196329" y="4014304"/>
                <a:ext cx="17993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=7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071E0B8-0758-FA87-E868-F67DEBCD2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29" y="4014304"/>
                <a:ext cx="1799339" cy="461665"/>
              </a:xfrm>
              <a:prstGeom prst="rect">
                <a:avLst/>
              </a:prstGeom>
              <a:blipFill>
                <a:blip r:embed="rId1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23978E3-800E-1E35-AF9C-06B512038F1F}"/>
                  </a:ext>
                </a:extLst>
              </p:cNvPr>
              <p:cNvSpPr txBox="1"/>
              <p:nvPr/>
            </p:nvSpPr>
            <p:spPr>
              <a:xfrm>
                <a:off x="176470" y="4475969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2,3,4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23978E3-800E-1E35-AF9C-06B512038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475969"/>
                <a:ext cx="1799339" cy="461665"/>
              </a:xfrm>
              <a:prstGeom prst="rect">
                <a:avLst/>
              </a:prstGeom>
              <a:blipFill>
                <a:blip r:embed="rId18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2818ADA-C599-F72C-BCE8-B7862188D076}"/>
                  </a:ext>
                </a:extLst>
              </p:cNvPr>
              <p:cNvSpPr txBox="1"/>
              <p:nvPr/>
            </p:nvSpPr>
            <p:spPr>
              <a:xfrm>
                <a:off x="176470" y="4918560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1,3,4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2818ADA-C599-F72C-BCE8-B7862188D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918560"/>
                <a:ext cx="1799339" cy="461665"/>
              </a:xfrm>
              <a:prstGeom prst="rect">
                <a:avLst/>
              </a:prstGeom>
              <a:blipFill>
                <a:blip r:embed="rId19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5C88494-B121-DD74-F3D2-64B6E8B69AA3}"/>
                  </a:ext>
                </a:extLst>
              </p:cNvPr>
              <p:cNvSpPr txBox="1"/>
              <p:nvPr/>
            </p:nvSpPr>
            <p:spPr>
              <a:xfrm>
                <a:off x="176470" y="5361151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1,2,4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5C88494-B121-DD74-F3D2-64B6E8B69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361151"/>
                <a:ext cx="1799339" cy="461665"/>
              </a:xfrm>
              <a:prstGeom prst="rect">
                <a:avLst/>
              </a:prstGeom>
              <a:blipFill>
                <a:blip r:embed="rId20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EDC8A12D-D71F-6010-5B0C-B2C95BDA977A}"/>
                  </a:ext>
                </a:extLst>
              </p:cNvPr>
              <p:cNvSpPr txBox="1"/>
              <p:nvPr/>
            </p:nvSpPr>
            <p:spPr>
              <a:xfrm>
                <a:off x="2476848" y="4475969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EDC8A12D-D71F-6010-5B0C-B2C95BDA9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8" y="4475969"/>
                <a:ext cx="1799339" cy="461665"/>
              </a:xfrm>
              <a:prstGeom prst="rect">
                <a:avLst/>
              </a:prstGeom>
              <a:blipFill>
                <a:blip r:embed="rId21"/>
                <a:stretch>
                  <a:fillRect l="-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739FBDF9-C12B-B628-4574-24E9353FD0CD}"/>
                  </a:ext>
                </a:extLst>
              </p:cNvPr>
              <p:cNvSpPr txBox="1"/>
              <p:nvPr/>
            </p:nvSpPr>
            <p:spPr>
              <a:xfrm>
                <a:off x="2476847" y="4918559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739FBDF9-C12B-B628-4574-24E9353FD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7" y="4918559"/>
                <a:ext cx="1799339" cy="461665"/>
              </a:xfrm>
              <a:prstGeom prst="rect">
                <a:avLst/>
              </a:prstGeom>
              <a:blipFill>
                <a:blip r:embed="rId22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2D387F46-0205-2471-254E-FC80DF2A671E}"/>
                  </a:ext>
                </a:extLst>
              </p:cNvPr>
              <p:cNvSpPr txBox="1"/>
              <p:nvPr/>
            </p:nvSpPr>
            <p:spPr>
              <a:xfrm>
                <a:off x="2476847" y="5380223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2,4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2D387F46-0205-2471-254E-FC80DF2A6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47" y="5380223"/>
                <a:ext cx="1799339" cy="461665"/>
              </a:xfrm>
              <a:prstGeom prst="rect">
                <a:avLst/>
              </a:prstGeom>
              <a:blipFill>
                <a:blip r:embed="rId23"/>
                <a:stretch>
                  <a:fillRect l="-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36CAFD2D-B18E-DF5A-CFFF-CC1B9B1C12E7}"/>
                  </a:ext>
                </a:extLst>
              </p:cNvPr>
              <p:cNvSpPr txBox="1"/>
              <p:nvPr/>
            </p:nvSpPr>
            <p:spPr>
              <a:xfrm>
                <a:off x="4777224" y="4475968"/>
                <a:ext cx="17993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7: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36CAFD2D-B18E-DF5A-CFFF-CC1B9B1C1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224" y="4475968"/>
                <a:ext cx="1799339" cy="461665"/>
              </a:xfrm>
              <a:prstGeom prst="rect">
                <a:avLst/>
              </a:prstGeom>
              <a:blipFill>
                <a:blip r:embed="rId24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pole tekstowe 27">
            <a:extLst>
              <a:ext uri="{FF2B5EF4-FFF2-40B4-BE49-F238E27FC236}">
                <a16:creationId xmlns:a16="http://schemas.microsoft.com/office/drawing/2014/main" id="{D12AB3AE-F14E-FA27-2017-848D8F6F73AF}"/>
              </a:ext>
            </a:extLst>
          </p:cNvPr>
          <p:cNvSpPr txBox="1"/>
          <p:nvPr/>
        </p:nvSpPr>
        <p:spPr>
          <a:xfrm>
            <a:off x="3987891" y="-45720"/>
            <a:ext cx="4216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Lah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720801C-4A8C-F73B-C4A1-EDB6A569EA30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pole tekstowe 28">
                <a:extLst>
                  <a:ext uri="{FF2B5EF4-FFF2-40B4-BE49-F238E27FC236}">
                    <a16:creationId xmlns:a16="http://schemas.microsoft.com/office/drawing/2014/main" id="{4CBAE41C-A9E5-501B-93D5-375508F31948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also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 of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into three subsets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29" name="pole tekstowe 28">
                <a:extLst>
                  <a:ext uri="{FF2B5EF4-FFF2-40B4-BE49-F238E27FC236}">
                    <a16:creationId xmlns:a16="http://schemas.microsoft.com/office/drawing/2014/main" id="{4CBAE41C-A9E5-501B-93D5-375508F31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0408619" cy="461665"/>
              </a:xfrm>
              <a:prstGeom prst="rect">
                <a:avLst/>
              </a:prstGeom>
              <a:blipFill>
                <a:blip r:embed="rId25"/>
                <a:stretch>
                  <a:fillRect l="-93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" name="Pismo odręczne 9">
                <a:extLst>
                  <a:ext uri="{FF2B5EF4-FFF2-40B4-BE49-F238E27FC236}">
                    <a16:creationId xmlns:a16="http://schemas.microsoft.com/office/drawing/2014/main" id="{AA727F09-E034-A495-66D1-1CE3DB3C4AE1}"/>
                  </a:ext>
                </a:extLst>
              </p14:cNvPr>
              <p14:cNvContentPartPr/>
              <p14:nvPr/>
            </p14:nvContentPartPr>
            <p14:xfrm>
              <a:off x="1397160" y="3956040"/>
              <a:ext cx="4356360" cy="1784880"/>
            </p14:xfrm>
          </p:contentPart>
        </mc:Choice>
        <mc:Fallback>
          <p:pic>
            <p:nvPicPr>
              <p:cNvPr id="10" name="Pismo odręczne 9">
                <a:extLst>
                  <a:ext uri="{FF2B5EF4-FFF2-40B4-BE49-F238E27FC236}">
                    <a16:creationId xmlns:a16="http://schemas.microsoft.com/office/drawing/2014/main" id="{AA727F09-E034-A495-66D1-1CE3DB3C4AE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87800" y="3946680"/>
                <a:ext cx="4375080" cy="180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06524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2512</TotalTime>
  <Words>4183</Words>
  <Application>Microsoft Office PowerPoint</Application>
  <PresentationFormat>Panoramiczny</PresentationFormat>
  <Paragraphs>479</Paragraphs>
  <Slides>52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52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214</cp:revision>
  <dcterms:created xsi:type="dcterms:W3CDTF">2024-10-31T12:17:59Z</dcterms:created>
  <dcterms:modified xsi:type="dcterms:W3CDTF">2025-10-09T08:47:06Z</dcterms:modified>
</cp:coreProperties>
</file>