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3" r:id="rId5"/>
    <p:sldId id="29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95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9T11:58:38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6174 10901 0,'0'-18'47,"0"1"0,0 52-16,0 35-15,0 160 15,0 122 0,-18-157 1,18-178-1</inkml:trace>
  <inkml:trace contextRef="#ctx0" brushRef="#br0" timeOffset="621.02">6156 10954 0,'0'0'0,"18"-18"16,-1 18-16,-17-18 16,36 1-1,-19-1 1,36-17 0,-35 35-1,-1 0-15,36 35 16,-53-17-1,18 88 17,-18-71-32,-35 106 15,35-123 1,0 17 0,0-17-1,17-1-15,36 36 16,-35-18-1,52 54 1,-70-72 0,-70 107 15,52-89-31,-105 89 31,87-107-15</inkml:trace>
  <inkml:trace contextRef="#ctx0" brushRef="#br0" timeOffset="1151.67">6685 11518 0,'0'0'31,"-17"106"1,17 18-1,70-54 0,-52-52-31,52 17 31,-52-17-31,-18-1 16,-18 71 0,-70-17 15,35-71-16,36-18-15</inkml:trace>
  <inkml:trace contextRef="#ctx0" brushRef="#br0" timeOffset="1331.91">6615 11659 0,'17'-17'15,"1"-1"-15,52 0 16,-52 36-1,17-18-15,36 0 16,-1 0 0,-34 0-16</inkml:trace>
  <inkml:trace contextRef="#ctx0" brushRef="#br0" timeOffset="1762.64">7179 11377 0,'88'18'31,"-70"-18"-31,105 35 31,-123-53-31,36 1 31</inkml:trace>
  <inkml:trace contextRef="#ctx0" brushRef="#br0" timeOffset="1946.68">7232 11201 0,'0'-18'31,"0"36"-31,71-1 15,-36-17 1,-18 0-16,89-17 16,-70-1-1</inkml:trace>
  <inkml:trace contextRef="#ctx0" brushRef="#br0" timeOffset="21826.05">8167 10619 0,'0'-18'31,"-18"36"63,18 87-63,0-69-31,-17-19 0,-1 142 31,0-124-31,1 107 32,-1-90-1,36-34 0,35 0 0,-36-1-31,71 107 32,-70-107-32,-18 195 31,0-53-16,0-124-15,18 124 32,-18-141-32,17-1 15,1-17 1</inkml:trace>
  <inkml:trace contextRef="#ctx0" brushRef="#br0" timeOffset="23011.68">8678 10601 0,'0'18'47,"0"35"-16,0-36-31,18 1 16,0 17 0,-1-35-16,-17 18 15,36 17 1,-19-35-16,-17 18 15,18-18-15,-1 35 16,-17-17-16,0-1 16,-17 18-1,-1-17-15,1-18 16,-36 35 0,35-35-16,-35-35 31</inkml:trace>
  <inkml:trace contextRef="#ctx0" brushRef="#br0" timeOffset="23144.2">8608 10636 0,'17'-17'0,"-34"34"0,87-34 16,-52 17-16,0 0 15,87 17 1,-69-34-1</inkml:trace>
  <inkml:trace contextRef="#ctx0" brushRef="#br0" timeOffset="23699.57">8837 11624 0,'0'18'0,"-18"52"16,18-34-1,53 52 1,18-106 15,17-141 1,-88 124-32,-35-106 31,-36 159-16,54-1-15,-72 124 32,89-88-17,18-35 1</inkml:trace>
  <inkml:trace contextRef="#ctx0" brushRef="#br0" timeOffset="24442.74">9260 10513 0,'18'0'0,"-36"0"0,36-18 16,-18 36 15,-18 123 0,18-88-31,-17-18 16,34 159-1,1-123 1,0-36-16,-18-17 16,53 35-1,-18-89 16,-35 19-15,18 87 15,-18-52-15,52 211 0,-16-123-1,-36-53-15,17-18 16,-17 124-1,0-141-15,-105 34 32,52-52-17</inkml:trace>
  <inkml:trace contextRef="#ctx0" brushRef="#br0" timeOffset="25027.89">9948 11095 0,'18'0'31,"70"18"0,-70-18-31,88-36 31,-89 1-15</inkml:trace>
  <inkml:trace contextRef="#ctx0" brushRef="#br0" timeOffset="25186.72">10125 10918 0,'-18'36'16,"18"-19"-16,0 160 31,0-71-15,18-71-1</inkml:trace>
  <inkml:trace contextRef="#ctx0" brushRef="#br0" timeOffset="25833.83">10777 10425 0,'0'-18'0,"0"36"0,0-18 16,-17 35 0,-19 247 15,19-88 0,34-123-15,1-71-1,70-53 17,-35 176-1,-53 283 0,0-353-31,0 141 31,-17-212-15</inkml:trace>
  <inkml:trace contextRef="#ctx0" brushRef="#br0" timeOffset="26541.03">11483 10407 0,'0'-18'16,"0"54"15,0 17-15,0-36-16,0 71 15,0-52-15,35 34 31,-35-52-15,18-18-16,17-18 16,-17 18-1,17 18 1,-35 35 0,0-36-16,-18 1 15,1 53 1,-1-54-1,0-17-15,-34-35 16</inkml:trace>
  <inkml:trace contextRef="#ctx0" brushRef="#br0" timeOffset="26699.07">11430 10513 0,'0'-18'0,"0"36"16,18-53-16,-1 35 0,36 0 15,-18 0 1,-17 0-16,106 17 16,-107-17-1,19 0-15</inkml:trace>
  <inkml:trace contextRef="#ctx0" brushRef="#br0" timeOffset="27189.31">11553 11483 0,'-17'0'16,"17"-18"31,35 1-32,-35-1-15,88-88 32,-35 71-17,-35 176 16,-18 71 1,0-195-32,18 1 15</inkml:trace>
  <inkml:trace contextRef="#ctx0" brushRef="#br0" timeOffset="27825.74">12153 10354 0,'0'-18'16,"0"1"-16,-17 34 46,-1 142-14,18-106-32,0 35 15,53 106 17,17-176-1,-52-18-16,-18-18 1,0 36 0,0 0-16,0-1 15,18 107 1,-18-89-16,17 0 16,-17 142-1,-35 52 16,17-211-15,-52-36 0,52-17-16,18-1 15,-17 1-15</inkml:trace>
  <inkml:trace contextRef="#ctx0" brushRef="#br0" timeOffset="28356.25">12647 10866 0,'0'0'0,"35"35"47,106-18-15,-105-34-17</inkml:trace>
  <inkml:trace contextRef="#ctx0" brushRef="#br0" timeOffset="28527.28">12771 10742 0,'-18'18'32,"36"-36"-32,-36 212 31,36-159-31,-18 1 0,52 17 31</inkml:trace>
  <inkml:trace contextRef="#ctx0" brushRef="#br0" timeOffset="29145.34">13388 10301 0,'0'-18'0,"0"36"0,-18-18 31,18 18-15,0 17-16,-35 89 16,-18 158 15,35-229-31,18-18 16,0 35-1,0-52-15,53-71 31,-35 36-15,35 17 0,-53 17-16,0 18 15,0 142 1,-18-124-16,18 0 16,-17 123-1,17-141 1</inkml:trace>
  <inkml:trace contextRef="#ctx0" brushRef="#br0" timeOffset="29710.45">13741 10336 0,'0'0'0,"0"-17"32,-18 17-17,18 141 16,18-53 1,-1-88-17,36 0 1,-35 0 0,35 35-1,-71 89 16,18-107-15,-70 54 0,52-71-1</inkml:trace>
  <inkml:trace contextRef="#ctx0" brushRef="#br0" timeOffset="29859.98">13688 10442 0,'0'0'0,"35"-70"16,-17 52 0,-1 0-16,1 18 15,17 0-15,71-17 16,-71 17 0,-17 17-16,0 1 15</inkml:trace>
  <inkml:trace contextRef="#ctx0" brushRef="#br0" timeOffset="30698.02">13811 11113 0,'18'-18'0,"17"0"31,53 18 0,-70 0-31,0 36 16,-18 69-1,-18-69 1,-35 122 15,53-122-31,0 69 31,53-105-15,18-52 0,-36 34-16</inkml:trace>
  <inkml:trace contextRef="#ctx0" brushRef="#br0" timeOffset="31384.17">14446 10319 0,'0'-18'31,"0"18"0,-17 88 1,17-52-32,-18-1 15,0 141 1,18-140-16,0-1 15,36 71 1,-36-89 0,53 19-1,-36-54 1,-17 36 15,18 17-15,17 106-1,0-35 1,-35-71-16,18 159 31,-36-159-15,1 1-16,-36 52 16,35-88-1,-35-35 1</inkml:trace>
  <inkml:trace contextRef="#ctx0" brushRef="#br0" timeOffset="31808.1">14923 11024 0,'17'-17'31,"-34"34"-31,158-34 31,-124-1-31,71-17 32</inkml:trace>
  <inkml:trace contextRef="#ctx0" brushRef="#br0" timeOffset="31997.15">15081 10901 0,'0'17'15,"0"-34"-15,0 158 16,0-106-16,36 71 31,-36-88-31</inkml:trace>
  <inkml:trace contextRef="#ctx0" brushRef="#br0" timeOffset="32808.81">15716 10195 0,'0'-17'31,"0"34"-16,-17 71 1,-1-52 0,-17 158-1,35-141 1,-18 0-16,0 105 16,18-140-1,-17 53 1,70-89 15,0 71 0,-53-18-15,-18 212 0,18-176-1,-18 140 1,18-158 15,0-70-15,18 17-16</inkml:trace>
  <inkml:trace contextRef="#ctx0" brushRef="#br0" timeOffset="33338.41">16122 10407 0,'18'-35'32,"-36"70"14,0 124-14,54-89-1,52-87 0,-71 17-31,1 35 31,-71 106 1,-17-88-1,52-53-31</inkml:trace>
  <inkml:trace contextRef="#ctx0" brushRef="#br0" timeOffset="33500.44">16087 10566 0,'0'-88'16,"17"70"-16,54-53 31,17 71-15,53 36 15</inkml:trace>
  <inkml:trace contextRef="#ctx0" brushRef="#br0" timeOffset="34165.87">16140 11148 0,'0'0'0,"53"-18"16,-36 18-1,54 18 1,-54-1 0,1 36-1,-18-35-15,-18 70 31,18-70-15,36 35 0,-19-36-1,36 19 1,-53-19 0,-17 36-1,-107 18 16,106-54-15,-17-17-16,18 0 16</inkml:trace>
  <inkml:trace contextRef="#ctx0" brushRef="#br0" timeOffset="35090.61">16916 10213 0,'0'18'31,"-53"193"0,35-175-31,18 193 32,0-194-17,35 89 1,-17-107-16,53 1 31,-54-18-31,1-18 16,0-17-1,-36 53 17,0 52-1,18-52-31,36 176 31,-19-53-15,-17 0-1,0-106-15,-53 89 32,36-124-17,-36-18 1,35 0-16</inkml:trace>
  <inkml:trace contextRef="#ctx0" brushRef="#br0" timeOffset="35393.17">17339 10760 0,'18'0'0,"17"-18"15,0 0 1,-17 36 0,88-18-1,-89 0 1,1-18-1</inkml:trace>
  <inkml:trace contextRef="#ctx0" brushRef="#br0" timeOffset="35563.04">17480 10636 0,'0'0'0,"-17"88"16,17-52-1,-18 87 1,18-88 0,35 18-1</inkml:trace>
  <inkml:trace contextRef="#ctx0" brushRef="#br0" timeOffset="36200.19">18027 10231 0,'-18'70'31,"36"-140"-31,-89 405 32,54-282-32,-1-18 15,-35 212 16,53-230-31,0 19 32,53-54-17,18 53 17,-54 177-17,-17 106 16,-17-195-15,17-88-16,0-17 16,-18-18-1,18-18-15</inkml:trace>
  <inkml:trace contextRef="#ctx0" brushRef="#br0" timeOffset="36706.85">18397 10336 0,'0'0'0,"0"-35"32,-17 88-1,17 71 0,0-107-15,35 18-1,-17-35-15,-1 0 16,54 0 0,-54 18-16,-17 0 15,-17 70 1,-71 18 15,52-124-15,36 0-16</inkml:trace>
  <inkml:trace contextRef="#ctx0" brushRef="#br0" timeOffset="36824.37">18362 10336 0,'0'-17'0,"0"-1"0,0 53 0,71-105 15,-54 70 1,19 0-16,69 35 16,-69-17-1,-1 17 1</inkml:trace>
  <inkml:trace contextRef="#ctx0" brushRef="#br0" timeOffset="37322.28">18538 11183 0,'-17'-18'31,"-1"107"0,18-72-31,-17 107 31,52-54 1,0-87-1,0 122 0,-35-69-31,18 87 31,0-123-31</inkml:trace>
  <inkml:trace contextRef="#ctx0" brushRef="#br0" timeOffset="38404.31">18962 10213 0,'17'-18'31,"-17"36"-15,18 0 0,-18 105-1,0-88-15,-35 195 32,35-195-17,-18 18-15,18 53 16,0-89-1,35 19 1,-17-36 0,-18-18-16,35-17 15,-35 17 1,0 18 0,0 123 15,36 89 0,-19-159-15,19 194 15,-36 0 0,-53-176 0,17-89-15</inkml:trace>
  <inkml:trace contextRef="#ctx0" brushRef="#br0" timeOffset="40104.12">19491 10848 0,'88'18'32,"0"-1"-1,-70-17-31,-18-17 16,18 17-16</inkml:trace>
  <inkml:trace contextRef="#ctx0" brushRef="#br0" timeOffset="40277.17">19579 10724 0,'0'71'16,"0"-36"-1,-17 142 1,17-142-16,0 0 15,0 18 1</inkml:trace>
  <inkml:trace contextRef="#ctx0" brushRef="#br0" timeOffset="41279.64">20214 10160 0,'0'-18'0,"-17"1"32,-19 17-1,-17 176 0,0 159 0,53-282-31,36 71 32,-19-124-17,54-36 16,-53 36-15,-18 18-16,0 0 0,0 140 31,0-105-31,0 18 16,-36 176 0,36-194-16,-17 0 15,-1 123 1,18-141-16,18-35 31</inkml:trace>
  <inkml:trace contextRef="#ctx0" brushRef="#br0" timeOffset="41793.69">20708 10231 0,'0'35'16,"-18"-18"0,18 1-16,-17 70 15,-1 1 1,18-72-16,53 36 31,-18-53-15,-17 0-1,35 0 1,-53 18-16,18-18 16,-18 70-1,0-52-15,-36 35 31,19-71-15,-1 1 0</inkml:trace>
  <inkml:trace contextRef="#ctx0" brushRef="#br0" timeOffset="41935.21">20708 10372 0,'18'-18'0,"-18"-17"15,-18 88-15,36-124 0,-1 36 0,19 0 16,-19 17-1,89 36 1,-88-1 0,-1 1-16</inkml:trace>
  <inkml:trace contextRef="#ctx0" brushRef="#br0" timeOffset="42459.17">20796 11183 0,'-35'35'31,"0"71"0,35-53-15,0-35-16,53 17 31,17-35 0,-52 88-15,-18-70-1,-35 105 17,-1-87-17,19-36-15,-19-36 16</inkml:trace>
  <inkml:trace contextRef="#ctx0" brushRef="#br0" timeOffset="42610.73">20690 11324 0,'36'-88'32,"-72"176"-32,213-211 31,-160 123-31,19 0 0,-1-18 16,36-17-1</inkml:trace>
  <inkml:trace contextRef="#ctx0" brushRef="#br0" timeOffset="43334.35">21184 10231 0,'18'-18'0,"-18"-17"32,18 17-17,-18 36 1,-18 140 15,18-122-31,-18 246 31,54-88 1,-1-194-1,-17-18-16,-18 18 17,0 71-17,0-36 1,0 89 0,17-89-16,1 141 31,-36-70-16,18-88 1,-70 105 0,52-105-1,-53 17 1</inkml:trace>
  <inkml:trace contextRef="#ctx0" brushRef="#br0" timeOffset="49466.06">8837 12188 0,'0'-17'0,"0"-1"31,-18 1 16,18 34 16,0 36-48,18 124 16,-18-142-15,0 0-16,0 71 16,18-71-1,-18-17 17</inkml:trace>
  <inkml:trace contextRef="#ctx0" brushRef="#br0" timeOffset="49683.61">8978 12153 0,'0'-17'0,"18"17"15,-1 123 16,-17-70-15,0-18-16,0 71 16</inkml:trace>
  <inkml:trace contextRef="#ctx0" brushRef="#br0" timeOffset="50376.79">8872 12912 0,'0'53'16,"0"-36"-16,0 1 16,18 17-16,0 36 15,-1-54-15,1-17 16,123-105 15,-123-107 0,-54 141-15,1 71-16,-71 88 31,71 89 1</inkml:trace>
  <inkml:trace contextRef="#ctx0" brushRef="#br0" timeOffset="51216.33">9948 12700 0,'-17'-18'31,"34"18"-15,72 0 15,-19 18-15,-35-18-16,71-18 31,-88 1-15</inkml:trace>
  <inkml:trace contextRef="#ctx0" brushRef="#br0" timeOffset="51408.37">10125 12471 0,'0'17'16,"0"36"-1,0 194 16,0-159-15</inkml:trace>
  <inkml:trace contextRef="#ctx0" brushRef="#br0" timeOffset="56729.31">11201 12647 0,'35'-18'31,"88"-52"0,-34-54 1,-36 36-1,-71 141 0,0 106-15,-35 194 15,53-283-15</inkml:trace>
  <inkml:trace contextRef="#ctx0" brushRef="#br0" timeOffset="57386.28">12700 12524 0,'18'17'0,"-1"1"15,71 17 17,-70-35-17,53-35 1</inkml:trace>
  <inkml:trace contextRef="#ctx0" brushRef="#br0" timeOffset="57605.32">12841 12347 0,'-18'124'31,"18"-89"-31,18-194 0,-18 547 31,0-352-31,0-19 16</inkml:trace>
  <inkml:trace contextRef="#ctx0" brushRef="#br0" timeOffset="63770.35">13582 12559 0,'0'18'0,"18"-18"31,-1-18-15,19-17-1,16-18 1,-34 35-16,35-52 31,-35 34-15,-1 36 15,-34 18-15,17 17-16,0 142 15,0-19 1,0-70 0,17-17-1,1-53 1</inkml:trace>
  <inkml:trace contextRef="#ctx0" brushRef="#br0" timeOffset="64101.43">14023 12418 0,'0'-18'0,"18"18"0,-1 0 15,-17 18 1,0 141 0,0-142-1,53 89 1,18-88 15,-54-18-15,36 35 15,-70 35-15,17-34-16,-89 52 31,19-88-15</inkml:trace>
  <inkml:trace contextRef="#ctx0" brushRef="#br0" timeOffset="64252.28">14023 12524 0,'106'-124'31,"-89"107"-31,107 17 31,-54 17-15</inkml:trace>
  <inkml:trace contextRef="#ctx0" brushRef="#br0" timeOffset="64581.08">14764 12682 0,'0'0'0,"106"-17"31,17 34 0,-88-17-15</inkml:trace>
  <inkml:trace contextRef="#ctx0" brushRef="#br0" timeOffset="64749.6">14940 12506 0,'-17'194'31,"17"-159"-15,35 71-1,-18-106-15,1 0 16</inkml:trace>
  <inkml:trace contextRef="#ctx0" brushRef="#br0" timeOffset="65464.95">16140 12471 0,'17'-36'31,"1"19"-31,-53 70 0,140-124 31,-87 71-31,0 0 0,35 0 31,-71 71 1,18-54-32,-53 142 31,53-35 0,88-107 0</inkml:trace>
  <inkml:trace contextRef="#ctx0" brushRef="#br0" timeOffset="65733.03">16598 12435 0,'0'0'16,"0"18"0,0 0-16,0 123 31,71 0 0,35-123 0,-71-18-15,-35 88 15,-106 35 1,71-123-17</inkml:trace>
  <inkml:trace contextRef="#ctx0" brushRef="#br0" timeOffset="65891.97">16598 12541 0,'18'-53'15,"-36"106"-15,124-141 16,-71 88-16,-17 0 0,17 0 16,53 18-1</inkml:trace>
  <inkml:trace contextRef="#ctx0" brushRef="#br0" timeOffset="66288.57">17374 12506 0,'18'0'0,"-36"0"0,89-18 15,-36 18 1,-17 18-16,17-18 0,-17 0 15,52 0 1</inkml:trace>
  <inkml:trace contextRef="#ctx0" brushRef="#br0" timeOffset="66460.59">17515 12347 0,'-17'18'0,"17"17"0,-18 124 16,36-18 15</inkml:trace>
  <inkml:trace contextRef="#ctx0" brushRef="#br0" timeOffset="75500.78">18150 12594 0,'18'-17'47,"0"-1"-32,17-35 17,-17 53-32,-18-18 15,35-35 1,-17 53-16,-1-35 31,1 35 0,-18 141 1,0 89-1,0-178-15,0-34-16,17 0 31</inkml:trace>
  <inkml:trace contextRef="#ctx0" brushRef="#br0" timeOffset="76259.44">18627 12471 0,'-18'0'32,"18"17"-17,-18 89 1,1-71-1,52 142 1,36-107 15,-54-87-15,1-1-16,52-105 16,-52 87-1,-36-140 1,-52 88 15,52 88-15,-70 106-1,88-89 1,18 71 15</inkml:trace>
  <inkml:trace contextRef="#ctx0" brushRef="#br0" timeOffset="76695">19509 12365 0,'88'35'31,"-176"-70"-31,282 70 31,-177-35-31</inkml:trace>
  <inkml:trace contextRef="#ctx0" brushRef="#br0" timeOffset="76876.12">19667 12259 0,'0'18'0,"0"-36"0,-17 159 16,17-88-16,0 88 31,17-123-15</inkml:trace>
  <inkml:trace contextRef="#ctx0" brushRef="#br0" timeOffset="77326.72">20179 12506 0,'0'0'0,"18"0"16,34 0-1,-34 0 1,0-18-16,70-70 16,-70 53-1,52-106 1,-52 123 0,-18 18 15,-36 265-16,36-195 1,0-17-16,18 141 31,-18-176-31,0-1 16</inkml:trace>
  <inkml:trace contextRef="#ctx0" brushRef="#br0" timeOffset="77810.58">20320 12859 0,'18'-18'15,"-1"18"-15,107 0 31,70-53 1,-141 18-17</inkml:trace>
  <inkml:trace contextRef="#ctx0" brushRef="#br0" timeOffset="83343.82">22013 11218 0,'71'-35'31,"-1"35"-15,-34 0-16,105 18 31,-124-1-31,19-17 0,-1-17 32</inkml:trace>
  <inkml:trace contextRef="#ctx0" brushRef="#br0" timeOffset="83511.86">22172 11077 0,'71'18'32,"-36"-18"-32,88-18 31,-87 18-31</inkml:trace>
  <inkml:trace contextRef="#ctx0" brushRef="#br0" timeOffset="84029.45">23054 10813 0,'-18'0'31,"-35"35"1,36 106-1,17-106-31,88 54 31,0-37 0,-52 19 1,-36-53-32,-106 70 31,35-53-15,-35-88 15</inkml:trace>
  <inkml:trace contextRef="#ctx0" brushRef="#br0" timeOffset="84158.97">22931 10918 0,'17'-17'0,"36"-36"32,18 35-17,-36 18-15,106 18 31,-88 0-15</inkml:trace>
  <inkml:trace contextRef="#ctx0" brushRef="#br0" timeOffset="84521.05">23566 10866 0,'0'0'0,"70"0"15,-52 17 1,35 36-1,-53-35 1,-36 88 0,19-71-16,-19 18 15,-34 106 1,52-124-16,71 106 31,53-123-15,0-36-1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9T12:00:39.9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11359 15081 0,'-17'-17'0,"-1"-1"32,1 18-1,-1 0-15,18 18 15,18-18 0,-18 17 16,17 124 0,-17 89-16,0-177-31,0 0 0,-17 105 31,17-122-31,0-19 32</inkml:trace>
  <inkml:trace contextRef="#ctx0" brushRef="#br0" timeOffset="474.88">11324 15028 0,'71'-70'32,"-71"52"-32,17 1 15,89-19 17,-88 36-32,-1 0 0,1 71 31,-18-54-31,-18 19 15,1 70 1,34-18 15,36-35-15,-35-53-16,70 88 31,-88 53 0,-17-106-31,-54 71 32,-35-35-1,106-89-31,-17-17 16</inkml:trace>
  <inkml:trace contextRef="#ctx0" brushRef="#br0" timeOffset="1130.69">11924 15663 0,'0'18'0,"35"-18"31,53-71 0,-88 54-31,18-1 16,17-52 0,-35 52-16,-35-53 31,17 54-16,1 17 1,-1 53 0,0-36-16,54 142 31,34 88 0,-70-212-31,18 1 16,-36 52-1,1-71-15,-1 1 0,0-18 16,-52 0 0,52 0-16,-17-88 31,105-71 0,-34 124-31,-19 17 0</inkml:trace>
  <inkml:trace contextRef="#ctx0" brushRef="#br0" timeOffset="1487.24">12541 15575 0,'0'0'0,"36"0"16,-19 0 0,89 0-1,-35-17 17</inkml:trace>
  <inkml:trace contextRef="#ctx0" brushRef="#br0" timeOffset="1657.28">12559 15363 0,'0'-17'0,"0"34"0,53-34 32,-36 17-17,19 0-15,87-35 16,-105 35-1</inkml:trace>
  <inkml:trace contextRef="#ctx0" brushRef="#br0" timeOffset="3951.47">13194 14852 0,'0'-18'31,"0"36"-16,18 123 1,-18 106 15,0-194-15,0 176 0,0-123 15,0-141 0,-18 17-15</inkml:trace>
  <inkml:trace contextRef="#ctx0" brushRef="#br0" timeOffset="4421.97">13229 14958 0,'0'-18'15,"0"36"-15,18-124 32,-1 88-32,-17 1 0,71-36 31,35 35 0,-89 36-15,1 88 15,-71 70 0,53-158-31,18 70 31,35-53-15,17 18 15,-52-53-31,-18 18 16,-53 70 0,-35 18-1,-89 17 16,89-176-15</inkml:trace>
  <inkml:trace contextRef="#ctx0" brushRef="#br0" timeOffset="5140.43">13723 15469 0,'18'-17'47,"17"17"-31,0 53 15,-35-18-15,0 0 15,0-17-15,53 17-1,-35-35 1,-18 18-16,35-1 15,-17 1 1,-54 35 0,19-35-1,-1-1-15,-70 54 16,70-54 0,1-17-16,-36 18 15</inkml:trace>
  <inkml:trace contextRef="#ctx0" brushRef="#br0" timeOffset="5393.48">14041 15593 0,'0'-18'0,"0"36"15,17-36-15,71 1 16,-70 17 0,35 17 15,-35-17-31</inkml:trace>
  <inkml:trace contextRef="#ctx0" brushRef="#br0" timeOffset="5580.52">14129 15469 0,'0'18'31,"17"70"0,-17 106 0,18-176-15</inkml:trace>
  <inkml:trace contextRef="#ctx0" brushRef="#br0" timeOffset="5994.14">14429 15399 0,'17'0'31,"-17"17"-15,18 89 15,-18-88-31,35 17 32,-17-35-32,70 18 31,-35 35 0,-53-36-31,-53 72 31,-106-54 1,124-53-17</inkml:trace>
  <inkml:trace contextRef="#ctx0" brushRef="#br0" timeOffset="6179.77">14446 15469 0,'18'-17'0,"-36"34"0,195-105 32,-142 88-32,-17-18 15,17 18-15,0-17 16,-17-1-16,-1 18 15</inkml:trace>
  <inkml:trace contextRef="#ctx0" brushRef="#br0" timeOffset="8981.26">15169 15293 0,'89'0'31,"-1"0"-15,-53 0-1,106-18 1,-53 1 15</inkml:trace>
  <inkml:trace contextRef="#ctx0" brushRef="#br0" timeOffset="9280.33">15258 15117 0,'35'0'15,"-17"0"1,105 17 0,-105-17-1,70-35 1,-70 35-1,-18-18-15</inkml:trace>
  <inkml:trace contextRef="#ctx0" brushRef="#br0" timeOffset="9524.14">15311 14975 0,'0'0'0,"0"-17"15,-18 17-15,53-18 16,71 18 15,-71 0-15,54 0-1</inkml:trace>
  <inkml:trace contextRef="#ctx0" brushRef="#br0" timeOffset="11893.9">15998 14781 0,'0'-17'31,"0"52"-15,0 0-16,18 177 31,-18 70 0,0-194 1,-18-193-1,18 87-31</inkml:trace>
  <inkml:trace contextRef="#ctx0" brushRef="#br0" timeOffset="12271.97">15981 14923 0,'17'-89'16,"-17"72"-16,18-1 16,70-35-1,18 71 16,-88 123 1,-53 0-1,17-106-15,71 18 15,0-18-16,17 71 17,-105-35-17,35-36-15,-123 71 32,-1-88-1,124-36-16</inkml:trace>
  <inkml:trace contextRef="#ctx0" brushRef="#br0" timeOffset="12855.09">16492 15187 0,'18'53'31,"-18"-35"-31,0 70 15,0-71 1,18 54 0,70-89 15,-71 18-15,54 18 15,-89 88 0,1-71-15,-1-17-16,0-1 0,-52 1 31,35-18-31,-1-35 16</inkml:trace>
  <inkml:trace contextRef="#ctx0" brushRef="#br0" timeOffset="13012.61">16510 15275 0,'18'-17'0,"-36"34"0,124-105 31,-89 88-31,1 0 0,17-18 0,36 1 31,17-1-15</inkml:trace>
  <inkml:trace contextRef="#ctx0" brushRef="#br0" timeOffset="13516.55">17145 15028 0,'0'0'0,"53"-35"16,-35 35 0,-1 0-16,89 0 15,-88 0 1,-1 0-16</inkml:trace>
  <inkml:trace contextRef="#ctx0" brushRef="#br0" timeOffset="13705.58">17304 14923 0,'0'17'0,"0"-34"0,0 140 15,17-88-15,-17 1 16,36 105 0,-19-124-16,1-17 15</inkml:trace>
  <inkml:trace contextRef="#ctx0" brushRef="#br0" timeOffset="14626.45">17762 14799 0,'0'-18'0,"0"89"47,0-36-31,18 18-16,-18 0 0,18 123 16,-18-123-16,17 177 31,1-213-16,-36-17 1,18-35 0,0 17-16,-35-35 15,35 18 1,-35-106 0,35 106-1,0-106 1,0 123-1,35-52 17,53 34-17,-70 19 1,105 34 0,-70 36 15,-53-18-16,0-17-15,-35 70 32,17-70-32,1 52 15,105-17 17,-70-35-17,34 35 1,-34-35-1,-18 70 17,-70-18-17,52-34-15,-106 52 32,89-106-1</inkml:trace>
  <inkml:trace contextRef="#ctx0" brushRef="#br0" timeOffset="15160.08">18450 15222 0,'0'0'0,"0"-17"15,-17 17 17,-19 35-17,-17 141 17,53-34-17,0-90-15,0-16 0,36 34 31,52-87 1,-88-1-32,-18-35 31,-88 106 0,89-35-31,17 17 31,17-53-31</inkml:trace>
  <inkml:trace contextRef="#ctx0" brushRef="#br0" timeOffset="16371.75">19085 14658 0,'-35'70'31,"17"-34"-15,-70 264 0,106 35 15,88-247 0</inkml:trace>
  <inkml:trace contextRef="#ctx0" brushRef="#br0" timeOffset="17174.45">19262 15328 0,'17'-53'31,"-34"106"-31,105-159 31,-88 89-31,53 52 31,-53-17-31,17-1 16,1 54 0,-18-36 15,18-70-16,35-53 17,-18 52-17,0 89 17,-35 18-17,0-54-15,0 19 31,71-89 1,-54 35-17,36-52 1,-35 52-16,35 89 31,-53-19-15,17-34-16,-17 17 0,36 1 31,-19-54-31</inkml:trace>
  <inkml:trace contextRef="#ctx0" brushRef="#br0" timeOffset="17623.87">20038 15311 0,'-18'35'0,"36"106"31,17-106-15,0-35 0,36-88-1,-53 70-15,-1-17 16,-17-71-1,-17 89 1,-72 17 0,54 53-1,17-18 1,18-18-16,0 19 0,0 34 16,36-34-1,-36-19-15</inkml:trace>
  <inkml:trace contextRef="#ctx0" brushRef="#br0" timeOffset="17939.53">20338 15328 0,'0'18'0,"0"17"0,0 36 16,17-54-1,36 1 17,18-142-17,-71 89 1,-36-71 15,19 106-31,-71 71 16,70-36-1,0 71 17,18-88-17</inkml:trace>
  <inkml:trace contextRef="#ctx0" brushRef="#br0" timeOffset="18206.58">20549 14817 0,'36'-89'32,"-36"284"-1,0 140 0,0-282-31,105 70 31,-87-123-31</inkml:trace>
  <inkml:trace contextRef="#ctx0" brushRef="#br0" timeOffset="18979.62">20920 14887 0,'0'-17'0,"17"-36"32,19 35-17,17 18 1,-1 18 0,-34-1-1,-18 107 1,-35-18 15,17-106-15,18 17-16,18 19 15,-1-19 1,1-17-16,0 18 0,35 17 16,-53 0-16,17 89 31,-34-107-16,-72 125 1,54-125 0,-53 1-1,53-71 17</inkml:trace>
  <inkml:trace contextRef="#ctx0" brushRef="#br0" timeOffset="19385.72">21308 14587 0,'0'-17'0,"0"34"0,0-52 16,17 35-16,1 0 15,0 18 1,-1-1-16,89 177 15,-88-123 1,70 299 0,-106-34 15,-70-195-15,53-106-1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9T12:03:13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30198 10954 0,'0'-18'15,"-18"-35"17,18 36-32,-17-1 31,17 36 0,-18 140 0,18-105-31,-18 282 32,18-264-32,0 211 31,0-247-15,-17-35 15,17-17-31,-18-1 15</inkml:trace>
  <inkml:trace contextRef="#ctx0" brushRef="#br0" timeOffset="544.73">30110 10971 0,'17'-17'0,"-17"-1"0,18 0 16,17-34-1,18-1 1,-35 35-16,-1 0 15,36 36 1,-35-18-16,0 35 16,-1 89-1,-17-89 1,0 18-16,-17 88 16,-1-106-1,18 36 1,53-53 15,0-1-15,-36 1-1,54 105 1,-71-87 0,-35 105-1,-1-106-15,-105 88 31,124-123-15,-1 0-16,-17 0 0,-1-52 16</inkml:trace>
  <inkml:trace contextRef="#ctx0" brushRef="#br0" timeOffset="1156.81">30798 11553 0,'0'0'0,"17"0"15,36-17 16,-35 17-15,17 35 15,-53 18-15,18-35-16,0-1 0,-17 72 31,17-72-31,17 54 31,36-36-15,-53-17-16,71 17 31,-71 18-15,0-36-16,-71 89 31,-52-53 0,105-70-31,-52-72 32</inkml:trace>
  <inkml:trace contextRef="#ctx0" brushRef="#br0" timeOffset="1648.8">31327 11412 0,'0'-17'16,"88"-1"15,-18 18-15,-52-18-16,70 18 31</inkml:trace>
  <inkml:trace contextRef="#ctx0" brushRef="#br0" timeOffset="1814.78">31327 11201 0,'0'0'0,"70"-18"31,1 18-15,35-35-1,-89 17 1</inkml:trace>
  <inkml:trace contextRef="#ctx0" brushRef="#br0" timeOffset="2325.9">31944 10901 0,'-18'0'0,"-17"70"16,0 107 15,123-89 0,-70-88-15,88 35-1,-89-17 1,1 0-16,17 70 31,-35-18-15,-106 36 15,-35-159 0</inkml:trace>
  <inkml:trace contextRef="#ctx0" brushRef="#br0" timeOffset="2473.94">31821 10883 0,'35'-17'0,"124"-36"31,-71 70-15,-71-17-16,36 36 15</inkml:trace>
  <inkml:trace contextRef="#ctx0" brushRef="#br0" timeOffset="12104.81">6279 12118 0,'0'0'16,"-35"88"15,35-70-31,0-1 16,-17 72-1,17-72-15,17 124 32,1-88-17</inkml:trace>
  <inkml:trace contextRef="#ctx0" brushRef="#br0" timeOffset="12318.17">6456 12100 0,'0'0'0,"35"36"15,-35-19 1,0 18-16,18 124 16,-18-106-1,0-18-15,0 36 16</inkml:trace>
  <inkml:trace contextRef="#ctx0" brushRef="#br0" timeOffset="14741.91">6421 12876 0,'0'-17'47,"-18"17"-32,18-18-15,-18 18 47,18 18-31,0-1-16,-17 107 31,-19 70 0,19-88 0,-1-53 1,0-53-1,54 17 0,-1 36 0,-35-35-31,18-1 16,-1 72 0,-17-54-1,18 88 1,0-87-16,-18-1 0,52 88 31,-16-105-15</inkml:trace>
  <inkml:trace contextRef="#ctx0" brushRef="#br0" timeOffset="17196.41">6738 12823 0,'-18'-17'32,"36"17"61,0 0-77,17-18 15,-17 18-31,17-17 32,-17 17-17,-18 17-15,0 36 31,-18 35 1,36-70-1,17 0-15,-35-1-16,53 36 31,-71 53 0,-88-18 0,71-88-15</inkml:trace>
  <inkml:trace contextRef="#ctx0" brushRef="#br0" timeOffset="19375.46">6756 13741 0,'17'-18'157,"1"0"-142,17-17 1,-35 18 0,36-36-1,-19 35 1,-17 0-1,0 1 1,18 70 0,-18-18-1,17 124 1,-17-142 0,18 89-1</inkml:trace>
  <inkml:trace contextRef="#ctx0" brushRef="#br0" timeOffset="20333.71">7267 12753 0,'0'-18'16,"0"1"0,18-1 15,-36 36 0,18 52-15,-17-52-16,-1 158 31,18-88-15,18-70-16,17 70 31,-17-70-15,17-18 15,-35-18-16,0 1 1,-18 17 15,18 17-15,18 54 0,-1-1-1,36 124 1,-35-141-1,0 159 1,-18-177 0,-53 106-1,35-123 1,0 0 0</inkml:trace>
  <inkml:trace contextRef="#ctx0" brushRef="#br0" timeOffset="24905.69">9384 11553 0,'0'-17'32,"0"34"-1,0 19-15,-18 105 15,18-106-16,0 106 1,0-105 0,0-1-16,0 53 15,0-70 1,18 17 0,35 0 15,35 0 0,-70-35-15,70 0-1,-53 0 1,89 0 15,52 0 0,-70-17-15,70 17 15,-88 0-15,-52 0-16,122 17 31,54-34 0,-53 17 1,17 17-1,-140-17-31,87 0 31,53-17 0,-35 17 1,18 17-1,-141-17-31,158 18 31,-52 0-15,105-36 15,36 0 0,-212 18-31,176 0 32,53 0-1,-35 0 0,35 0 0,-246 0-31,193 18 32,18-18-1,-88 0-16,-124 0-15,229 18 32,54-1-1,-265-17-31,211 18 31,-211-18-15,194 18-1,-17 17 17,-107-17-17,-70-18-15,-18 0 16,142 17 0,-142-17-16,159 18 31,-88-18-16,-71 18 1,124-18 0,-106 0-16,176 0 31,-53 0-15,-123-18-1,247 0 1,-247 18-1,212-35 1,-195 35 0,1 0-16,211-18 15,-70 18 1,-142 0 0,265-17-1,0-1 16,-211 18-15,-53 0-16,175 0 16,54 18 15,-247-18-15,247 0 15,18 35 0,-265-35-31,193 18 31,1 17 1,-53 0-1,-70-17-16,-89-18-15,142 35 32,-89-17-17,88-18 17,-17 0-1,-124 0-31,106-18 31,-70 18-15,70 0 15,-70 0-15,-36 0-16,71 18 31,-18-18 0,-71 0-31,1 0 16,106-18 15,-36 0 0,-53 18-15,18-17 15,18-1 0,-19-88 1,-16-35-1,-19 106-31,-17 0 0,18-142 31,-18 124-15</inkml:trace>
  <inkml:trace contextRef="#ctx0" brushRef="#br0" timeOffset="26372.88">13370 12524 0,'-17'-18'31,"17"0"0,0 54 16,0 158-15,0-159-32,-36 177 31,-17-36 0,36-141-15,17-17-16,0 0 15,-18-18 1,53-36 15,18 36-15,-35 18-1,17 88 1,-52 70 15,17-70-15,0-71-16,0 1 16,53 16-1,-36-52 1,1-17-16</inkml:trace>
  <inkml:trace contextRef="#ctx0" brushRef="#br0" timeOffset="26995.43">13758 12629 0,'0'-17'31,"18"-1"-15,0 18-1,17 0 1,-17 35 31,-18 18-31,35 18 30,-18-36-30,1-17-16,0 52 31,-36-34-15,-70 70 15,53-71-15</inkml:trace>
  <inkml:trace contextRef="#ctx0" brushRef="#br0" timeOffset="27594.38">13723 13370 0,'35'-17'32,"-70"34"-32,123-34 31,-70 17-31,0 88 31,-36-71-31,18 19 0,0-1 16,-18 53-1,18 18 17,88-106-1,18-70 0</inkml:trace>
  <inkml:trace contextRef="#ctx0" brushRef="#br0" timeOffset="28375.54">14252 12506 0,'0'0'0,"18"0"15,-36 53 17,1 53-17,17 141 17,0-212-17,35 53 1,-17-88-1,-1 0 1,1-17 0,-1-1-1,-34 18 1,-1 0 0,18 70-1,18-52 1,-1 106-1,1-72 1,-18-16-16,18 122 16,-18-122-1,-53 105 1,35-123 0,-35 17-1,36-35-15,-1 0 16</inkml:trace>
  <inkml:trace contextRef="#ctx0" brushRef="#br0" timeOffset="30724.95">24659 11712 0,'18'-17'16,"-18"34"15,-18 36 1,1 71 14,17-36-30,0-71-16,0 125 31,0-1 1,0-124-32,17 19 31,36-54 0,35-17-15,53 35 15,124-36 0,-212 19-31,211-36 31,36 35 1,-106 18-1,-158 18-31,158-18 31,-88 0-15,-71 0-16,0 17 15,0-17-15,89 18 16,-18 17 0,-71-35-1,106 53 1,-106-35-16,124 17 31,17 18 0,1-18 1,-107-35-17,54 36 17,-18-19-1,-89-17-16,36 0 1,35 36 15,-35-19-15,-35-17 0,35 0-1,-35 18-15,-1-18 16,36-18-1,-35 18-15,52-17 32,-52-1-17,0 18-15,35-35 16,17-1 15,-52 36-15,-1 0-16,36-52 15,-35 34 1,17-106 0,-35 107-1,0-89 1,0 88 0,-17 1-16,-1-1 15</inkml:trace>
  <inkml:trace contextRef="#ctx0" brushRef="#br0" timeOffset="32052.99">26194 12524 0,'0'35'0,"0"0"0,0-17 16,0 17-16,-18 71 15,36-53 1,-18-36-16</inkml:trace>
  <inkml:trace contextRef="#ctx0" brushRef="#br0" timeOffset="32187.51">26370 12524 0,'0'0'0,"35"105"16,-35-69-16,0-1 16,0 106-1,-17-123 1</inkml:trace>
  <inkml:trace contextRef="#ctx0" brushRef="#br0" timeOffset="33122.53">14852 12506 0,'-18'18'0,"1"17"0,-54 88 31,71-105-31</inkml:trace>
  <inkml:trace contextRef="#ctx0" brushRef="#br0" timeOffset="33377.08">15134 12418 0,'-35'17'32,"-36"72"-1,54-72-31,-19 54 16,-52 52-1,71-87-15</inkml:trace>
  <inkml:trace contextRef="#ctx0" brushRef="#br0" timeOffset="34581.58">26229 13070 0,'0'-17'0,"-18"17"0,18-18 31,-35 71 0,35-35-31,-35 140 32,0 89-1,-36-53 0,71-176-31,-18 0 31,71-71 1,18 123-1,-71 160 0,-18-195-31,18 106 31,18-141-15,17-18 0</inkml:trace>
  <inkml:trace contextRef="#ctx0" brushRef="#br0" timeOffset="35104.17">26511 13141 0,'18'-53'31,"17"53"0,-17 35 1,-18-17-32,-18 88 31,18-89-31,18 36 31,17-35-15,-17 0-1,17-1 1,-35 1-16,18-18 16,-36 53-1,-70 17 17,35-34-17</inkml:trace>
  <inkml:trace contextRef="#ctx0" brushRef="#br0" timeOffset="35652.76">26511 13882 0,'18'-18'0,"-36"36"0,89-53 32,-54 35-32,19 52 31,-19 54 0,-34-106-31,17 18 16,17 0-1,36-36 17,-35 36-17,0 52 1,-36 1 0,18-36-16,-88 36 31,52-54-16,19-34-15,-1-1 16</inkml:trace>
  <inkml:trace contextRef="#ctx0" brushRef="#br0" timeOffset="36353.96">26952 13106 0,'0'0'0,"0"-18"15,18-17 1,-18 52-1,18 1-15,-1 141 32,-17-124-17,0 0-15,18 89 16,-1-107 0,-17 1-16,36 0 15,-36-36 1,35-17-1,-35 0 17,-35 87-1,35 125 0,17 70 0,1-194-15,-18-18-16,-18 177 16,1-177-1,-54 141 1,54-158 0,-72 17-1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0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0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0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0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0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60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0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60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0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60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1.png"/><Relationship Id="rId4" Type="http://schemas.openxmlformats.org/officeDocument/2006/relationships/image" Target="../media/image2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5" Type="http://schemas.openxmlformats.org/officeDocument/2006/relationships/image" Target="../media/image280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1.png"/><Relationship Id="rId7" Type="http://schemas.openxmlformats.org/officeDocument/2006/relationships/image" Target="../media/image26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34.png"/><Relationship Id="rId7" Type="http://schemas.openxmlformats.org/officeDocument/2006/relationships/image" Target="../media/image3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1.png"/><Relationship Id="rId4" Type="http://schemas.openxmlformats.org/officeDocument/2006/relationships/image" Target="../media/image32.png"/><Relationship Id="rId9" Type="http://schemas.openxmlformats.org/officeDocument/2006/relationships/image" Target="../media/image26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330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1.png"/><Relationship Id="rId4" Type="http://schemas.openxmlformats.org/officeDocument/2006/relationships/image" Target="../media/image32.png"/><Relationship Id="rId9" Type="http://schemas.openxmlformats.org/officeDocument/2006/relationships/image" Target="../media/image26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330.png"/><Relationship Id="rId7" Type="http://schemas.openxmlformats.org/officeDocument/2006/relationships/image" Target="../media/image3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26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330.png"/><Relationship Id="rId7" Type="http://schemas.openxmlformats.org/officeDocument/2006/relationships/image" Target="../media/image3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26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7.png"/><Relationship Id="rId7" Type="http://schemas.openxmlformats.org/officeDocument/2006/relationships/image" Target="../media/image2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261.png"/><Relationship Id="rId4" Type="http://schemas.openxmlformats.org/officeDocument/2006/relationships/image" Target="../media/image330.png"/><Relationship Id="rId9" Type="http://schemas.openxmlformats.org/officeDocument/2006/relationships/image" Target="../media/image28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8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261.png"/><Relationship Id="rId5" Type="http://schemas.openxmlformats.org/officeDocument/2006/relationships/image" Target="../media/image330.png"/><Relationship Id="rId10" Type="http://schemas.openxmlformats.org/officeDocument/2006/relationships/image" Target="../media/image280.png"/><Relationship Id="rId4" Type="http://schemas.openxmlformats.org/officeDocument/2006/relationships/image" Target="../media/image37.png"/><Relationship Id="rId9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8.png"/><Relationship Id="rId7" Type="http://schemas.openxmlformats.org/officeDocument/2006/relationships/image" Target="../media/image31.png"/><Relationship Id="rId12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261.png"/><Relationship Id="rId5" Type="http://schemas.openxmlformats.org/officeDocument/2006/relationships/image" Target="../media/image330.png"/><Relationship Id="rId10" Type="http://schemas.openxmlformats.org/officeDocument/2006/relationships/image" Target="../media/image280.png"/><Relationship Id="rId4" Type="http://schemas.openxmlformats.org/officeDocument/2006/relationships/image" Target="../media/image37.png"/><Relationship Id="rId9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8.png"/><Relationship Id="rId7" Type="http://schemas.openxmlformats.org/officeDocument/2006/relationships/image" Target="../media/image31.png"/><Relationship Id="rId12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261.png"/><Relationship Id="rId5" Type="http://schemas.openxmlformats.org/officeDocument/2006/relationships/image" Target="../media/image330.png"/><Relationship Id="rId10" Type="http://schemas.openxmlformats.org/officeDocument/2006/relationships/image" Target="../media/image280.png"/><Relationship Id="rId4" Type="http://schemas.openxmlformats.org/officeDocument/2006/relationships/image" Target="../media/image41.png"/><Relationship Id="rId9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3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261.png"/><Relationship Id="rId5" Type="http://schemas.openxmlformats.org/officeDocument/2006/relationships/image" Target="../media/image330.png"/><Relationship Id="rId10" Type="http://schemas.openxmlformats.org/officeDocument/2006/relationships/image" Target="../media/image280.png"/><Relationship Id="rId4" Type="http://schemas.openxmlformats.org/officeDocument/2006/relationships/image" Target="../media/image44.png"/><Relationship Id="rId9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8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261.png"/><Relationship Id="rId5" Type="http://schemas.openxmlformats.org/officeDocument/2006/relationships/image" Target="../media/image330.png"/><Relationship Id="rId10" Type="http://schemas.openxmlformats.org/officeDocument/2006/relationships/image" Target="../media/image280.png"/><Relationship Id="rId4" Type="http://schemas.openxmlformats.org/officeDocument/2006/relationships/image" Target="../media/image37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given by the recursive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blipFill>
                <a:blip r:embed="rId2"/>
                <a:stretch>
                  <a:fillRect l="-1091" t="-11842" r="-20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E61F754-8A0D-E7E5-D2AD-13BFD9135EAD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E61F754-8A0D-E7E5-D2AD-13BFD9135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F594E01A-B0FA-D12E-50AC-2281969D17D9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539A1-D131-284D-6842-BD4F264B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DD9FDD-3F88-CE5A-6941-31FEFB3BC668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DD9FDD-3F88-CE5A-6941-31FEFB3BC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BA80BB-326C-7649-BE08-199231026BA3}"/>
                  </a:ext>
                </a:extLst>
              </p:cNvPr>
              <p:cNvSpPr txBox="1"/>
              <p:nvPr/>
            </p:nvSpPr>
            <p:spPr>
              <a:xfrm>
                <a:off x="283150" y="288903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BA80BB-326C-7649-BE08-199231026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50" y="2889030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379B09B6-9858-E62E-6127-B9E7E112A6C0}"/>
              </a:ext>
            </a:extLst>
          </p:cNvPr>
          <p:cNvSpPr txBox="1"/>
          <p:nvPr/>
        </p:nvSpPr>
        <p:spPr>
          <a:xfrm>
            <a:off x="176470" y="2402244"/>
            <a:ext cx="1183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8765C23-194F-738C-CE98-702AEC3DA67C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2AF76E1-9016-B486-C19F-E8AB6602C86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given by the recursive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2AF76E1-9016-B486-C19F-E8AB6602C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blipFill>
                <a:blip r:embed="rId5"/>
                <a:stretch>
                  <a:fillRect l="-1091" t="-11842" r="-20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25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F41B-AA45-C958-F51F-CDEFDCF8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C7D67DC-30DA-4C1A-4055-F9B593FD52A2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C7D67DC-30DA-4C1A-4055-F9B593FD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B6B2897-1FBC-C6C8-A819-C21C74F27AF7}"/>
                  </a:ext>
                </a:extLst>
              </p:cNvPr>
              <p:cNvSpPr txBox="1"/>
              <p:nvPr/>
            </p:nvSpPr>
            <p:spPr>
              <a:xfrm>
                <a:off x="283150" y="288903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B6B2897-1FBC-C6C8-A819-C21C74F27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50" y="2889030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FBF7B948-9568-110C-4201-579C1153B073}"/>
              </a:ext>
            </a:extLst>
          </p:cNvPr>
          <p:cNvSpPr txBox="1"/>
          <p:nvPr/>
        </p:nvSpPr>
        <p:spPr>
          <a:xfrm>
            <a:off x="176470" y="2402244"/>
            <a:ext cx="1183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0A26273-2448-FF4B-8A8C-5D275B6B2943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ADD2780-06C2-5898-8E74-1A84DE8C0BF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given by the recursive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ADD2780-06C2-5898-8E74-1A84DE8C0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blipFill>
                <a:blip r:embed="rId4"/>
                <a:stretch>
                  <a:fillRect l="-1091" t="-11842" r="-20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0FB357AA-3CE7-CCE6-B49B-67528949B556}"/>
              </a:ext>
            </a:extLst>
          </p:cNvPr>
          <p:cNvSpPr txBox="1"/>
          <p:nvPr/>
        </p:nvSpPr>
        <p:spPr>
          <a:xfrm>
            <a:off x="176470" y="3429000"/>
            <a:ext cx="1183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Alternatively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81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A9206-7D8D-176C-3A3E-BBE6D9F0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FF2C6EE-16C8-854F-5649-BE9DD6974DA3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FF2C6EE-16C8-854F-5649-BE9DD6974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5AE98C7-1A57-1D09-670C-3A1E16B9E0F9}"/>
                  </a:ext>
                </a:extLst>
              </p:cNvPr>
              <p:cNvSpPr txBox="1"/>
              <p:nvPr/>
            </p:nvSpPr>
            <p:spPr>
              <a:xfrm>
                <a:off x="283150" y="288903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5AE98C7-1A57-1D09-670C-3A1E16B9E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50" y="2889030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C04D4C3B-8B18-D6DB-9B79-1E2BDA25A258}"/>
              </a:ext>
            </a:extLst>
          </p:cNvPr>
          <p:cNvSpPr txBox="1"/>
          <p:nvPr/>
        </p:nvSpPr>
        <p:spPr>
          <a:xfrm>
            <a:off x="176470" y="2402244"/>
            <a:ext cx="1183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EE5949F-FA2E-FB49-C624-0CA855B24CBA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EEE3DAB-DA1B-D684-97FE-27484FB9F5F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given by the recursive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EEE3DAB-DA1B-D684-97FE-27484FB9F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8942897" cy="461665"/>
              </a:xfrm>
              <a:prstGeom prst="rect">
                <a:avLst/>
              </a:prstGeom>
              <a:blipFill>
                <a:blip r:embed="rId4"/>
                <a:stretch>
                  <a:fillRect l="-1091" t="-11842" r="-20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CF7E48BE-1A0F-B441-7760-D300F54A8298}"/>
              </a:ext>
            </a:extLst>
          </p:cNvPr>
          <p:cNvSpPr txBox="1"/>
          <p:nvPr/>
        </p:nvSpPr>
        <p:spPr>
          <a:xfrm>
            <a:off x="176470" y="3429000"/>
            <a:ext cx="1183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Alternatively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886736B-F1D7-AFE9-69F6-055B6FEDC820}"/>
                  </a:ext>
                </a:extLst>
              </p:cNvPr>
              <p:cNvSpPr txBox="1"/>
              <p:nvPr/>
            </p:nvSpPr>
            <p:spPr>
              <a:xfrm>
                <a:off x="176470" y="3890665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886736B-F1D7-AFE9-69F6-055B6FEDC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90665"/>
                <a:ext cx="11839060" cy="1130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45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2825-7942-0098-C4E7-A2D40BCB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0A6D8D3-4B57-6850-BBCA-9B141C2EBE03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0A6D8D3-4B57-6850-BBCA-9B141C2EB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2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F054627-12C6-50B2-0E78-7BAAEA6BBDBE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F054627-12C6-50B2-0E78-7BAAEA6BB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3220C28-21F1-C4C2-BD4F-74FBEEB9541F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3220C28-21F1-C4C2-BD4F-74FBEEB9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0123AFDB-C10D-C412-4BE6-5E28B1F31E2B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442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3CDD-1B34-42A5-8287-15A1B411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5CBD52A-D847-0A17-B0C0-F4DFED41430E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5CBD52A-D847-0A17-B0C0-F4DFED414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8D2767B-5D84-ABEF-A19B-072CE6C24376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8D2767B-5D84-ABEF-A19B-072CE6C24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D3A10EF-0291-35EA-1081-3054B6D85A08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D3A10EF-0291-35EA-1081-3054B6D85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73FE0596-C5D2-EC13-C480-D82EBBC04764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02B44F1-A8FA-C452-FBAD-34FCA009335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02B44F1-A8FA-C452-FBAD-34FCA0093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4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79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0114-6360-385C-E420-4ACADF49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2ECBA85-6F1D-09C6-B672-F2A3752D9FE8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2ECBA85-6F1D-09C6-B672-F2A3752D9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1D4FE49-0599-2610-279A-6367458AE081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1D4FE49-0599-2610-279A-6367458AE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A37B4BA-BDF9-50A3-E5E4-EA09F8F60A3B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A37B4BA-BDF9-50A3-E5E4-EA09F8F60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EC1E1C5-D086-ADA2-DB23-93EE0DFC7330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63072C4-15C1-23D4-1CD5-4812F94FCE0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63072C4-15C1-23D4-1CD5-4812F94FC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6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78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021E-DAEE-B46A-24DD-EEED9D6CD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BC99968-3768-BCA3-050B-0D93FACD3772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BC99968-3768-BCA3-050B-0D93FACD3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86E6F35-BF3C-7C9F-B924-6CB564E482C8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86E6F35-BF3C-7C9F-B924-6CB564E4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7B927CF-3F21-F15A-A4DF-DB662342D73C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7B927CF-3F21-F15A-A4DF-DB662342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2332307D-F5A2-976B-09B1-61BE8814BAD5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437B4CB-29E2-23CE-ABF0-EE29DCFF254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437B4CB-29E2-23CE-ABF0-EE29DCFF2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6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11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1A4A6-F6B6-941F-9E97-24CAEEBCA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977627-18B0-2F40-A539-64C3A1DB112C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977627-18B0-2F40-A539-64C3A1DB1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ED2F53E-A0B9-1F3E-81E1-C9F0AA9EA4ED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ED2F53E-A0B9-1F3E-81E1-C9F0AA9EA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33751CF-3F94-27B5-7235-8B09249826DF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33751CF-3F94-27B5-7235-8B0924982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359D2FC-30E9-C8CE-5779-705B48AE0FCE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619068F-4DC2-6653-BC7C-8873DD6D7B2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619068F-4DC2-6653-BC7C-8873DD6D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6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545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DC3F-4039-949D-7AD8-C78809B7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1BC1500-674A-6052-6EDC-982D7D572AC9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1BC1500-674A-6052-6EDC-982D7D572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BE6791-9856-1740-93A3-CFA73304DC99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BE6791-9856-1740-93A3-CFA73304D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8775C08-DF09-3E76-34E4-2CD09C464F51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8775C08-DF09-3E76-34E4-2CD09C464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A9F7BF5-0BD2-288B-C4B9-6677A7535E17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A9F7BF5-0BD2-288B-C4B9-6677A7535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E739292F-51B3-50A1-659E-5AF38F2B2E2E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7C4D178-18B2-29F5-09A3-4D528D25C3F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7C4D178-18B2-29F5-09A3-4D528D25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7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516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9E14-2FEA-9956-215F-C944D1CA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EB5E5DB-75D9-6100-0957-EFC62826BDF2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EB5E5DB-75D9-6100-0957-EFC62826B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86CDB8-CA6A-6A5F-3746-F9922D9435F9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86CDB8-CA6A-6A5F-3746-F9922D94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3EF6297-4611-26A0-D007-F2D26249911C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3EF6297-4611-26A0-D007-F2D262499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2B3A745-78BB-5F55-C1CB-B30522117046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2B3A745-78BB-5F55-C1CB-B3052211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5EF5402-DE48-D58F-79E4-46AC56C96EE7}"/>
                  </a:ext>
                </a:extLst>
              </p:cNvPr>
              <p:cNvSpPr txBox="1"/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5EF5402-DE48-D58F-79E4-46AC56C96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974AD05B-5811-298C-B6DA-DA0335812EFB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CE1EA1A-938C-296E-0124-E9C724A6CB0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CE1EA1A-938C-296E-0124-E9C724A6C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8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377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23BC-9CBB-5FCE-36EA-C3D37723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CB96112-8AB9-CB33-4669-8F1F282680D2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CB96112-8AB9-CB33-4669-8F1F28268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D351164-04BA-0F2D-B413-84B6496EC743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D351164-04BA-0F2D-B413-84B6496EC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DA0710A-9C00-2F7F-260A-1478A66B6664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DA0710A-9C00-2F7F-260A-1478A66B6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9C0039C-2304-D0E8-07E4-3780144357E3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9C0039C-2304-D0E8-07E4-378014435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94072E8-01B3-EF75-EA1B-51FCB2168825}"/>
                  </a:ext>
                </a:extLst>
              </p:cNvPr>
              <p:cNvSpPr txBox="1"/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=1+1=2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94072E8-01B3-EF75-EA1B-51FCB2168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9C6475BA-A5A0-E9F5-8535-7E528146B64B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3A4FF66-C32B-B318-532C-5536B7E6962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3A4FF66-C32B-B318-532C-5536B7E6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8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39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7C43-01E3-DB7D-9592-915BE0B9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0F8598B-1BE9-6F4D-9BE5-522591744571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0F8598B-1BE9-6F4D-9BE5-522591744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D946557-62E6-740D-D17E-A1BEE3A9256E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D946557-62E6-740D-D17E-A1BEE3A92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28B57E-6A10-87D1-F3E0-2F093B862A41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28B57E-6A10-87D1-F3E0-2F093B862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88B6BD1-CE0E-70A0-9B8A-96F951D26C42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88B6BD1-CE0E-70A0-9B8A-96F951D26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D828777-E809-2801-0ADD-68041CEBEF64}"/>
                  </a:ext>
                </a:extLst>
              </p:cNvPr>
              <p:cNvSpPr txBox="1"/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=1+1=2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D828777-E809-2801-0ADD-68041CEBE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18CAAF4-304E-5A07-4939-016B70FE43E2}"/>
                  </a:ext>
                </a:extLst>
              </p:cNvPr>
              <p:cNvSpPr txBox="1"/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18CAAF4-304E-5A07-4939-016B70FE4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7E5740C1-A710-FC63-8765-25EA4E4348CC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C8AAB6A-798A-E2AC-C80B-D1F588BE902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C8AAB6A-798A-E2AC-C80B-D1F588BE9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9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235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B86C-E830-86AE-408C-E17C676DD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8B5723D-3C13-2834-60EC-A6C7F13ACDEF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8B5723D-3C13-2834-60EC-A6C7F13AC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C730F23-D645-F1DA-5E5C-BA718DB1758B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C730F23-D645-F1DA-5E5C-BA718DB17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01419BF-8865-95B7-3500-0B2DFD8639F3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01419BF-8865-95B7-3500-0B2DFD863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04567FD-0444-5780-8ADD-9B15D2FFAF5B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04567FD-0444-5780-8ADD-9B15D2FFA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E981603-9A86-E816-D2CF-017587C1A2D1}"/>
                  </a:ext>
                </a:extLst>
              </p:cNvPr>
              <p:cNvSpPr txBox="1"/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=1+1=2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E981603-9A86-E816-D2CF-017587C1A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04503A-40A2-678F-6343-E1CB95FC9B04}"/>
                  </a:ext>
                </a:extLst>
              </p:cNvPr>
              <p:cNvSpPr txBox="1"/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=1+2+2=5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04503A-40A2-678F-6343-E1CB95FC9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2D5757AC-4287-44B2-6F3B-F08EB1D90A15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DF364E5-04BA-52BC-8905-07A76472D6B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DF364E5-04BA-52BC-8905-07A76472D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9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694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2773-EA71-D8BE-AA7D-BCA0F40A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884D4C9-5856-301B-C9F3-74CFDAE7EE8A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884D4C9-5856-301B-C9F3-74CFDAE7E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EFE0DA0-8787-776C-6512-3D528D10DB99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EFE0DA0-8787-776C-6512-3D528D10D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D261182-9DCD-437C-92EE-278E5251D938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D261182-9DCD-437C-92EE-278E5251D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8355978-251E-9D24-BE53-F08FAC7692C8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8355978-251E-9D24-BE53-F08FAC769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114325E-1914-0D98-334C-61C82B4E4E0C}"/>
                  </a:ext>
                </a:extLst>
              </p:cNvPr>
              <p:cNvSpPr txBox="1"/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=1+1=2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114325E-1914-0D98-334C-61C82B4E4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62BDF30-6E54-AE69-ACDE-52F76CDD3D9E}"/>
                  </a:ext>
                </a:extLst>
              </p:cNvPr>
              <p:cNvSpPr txBox="1"/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=1+2+2=5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62BDF30-6E54-AE69-ACDE-52F76CDD3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F83482B-B659-FEFA-B7FA-E1CDA5A78E35}"/>
                  </a:ext>
                </a:extLst>
              </p:cNvPr>
              <p:cNvSpPr txBox="1"/>
              <p:nvPr/>
            </p:nvSpPr>
            <p:spPr>
              <a:xfrm>
                <a:off x="176470" y="498169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F83482B-B659-FEFA-B7FA-E1CDA5A78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981696"/>
                <a:ext cx="11839060" cy="9221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183D9E2-65D9-24E1-0866-60575375BDC4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68688BB-5D64-86D0-FD68-E0F2BBDD905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F68688BB-5D64-86D0-FD68-E0F2BBDD9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10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42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92A7-7003-A76D-B5B5-D817FEF2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E37F043-EC16-00E1-E4AB-64142C904EFC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E37F043-EC16-00E1-E4AB-64142C904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2106B2-2360-A7FE-6466-DD0C25F1C739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2106B2-2360-A7FE-6466-DD0C25F1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688E1CB-492A-9810-031B-A2BD64B6884B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688E1CB-492A-9810-031B-A2BD64B6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0BBF7D2-88AC-8ED2-315F-05C4950FD39F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0BBF7D2-88AC-8ED2-315F-05C4950FD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5F6E429-DA94-0A39-0673-DB71B47EE3A0}"/>
                  </a:ext>
                </a:extLst>
              </p:cNvPr>
              <p:cNvSpPr txBox="1"/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=1+1=2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5F6E429-DA94-0A39-0673-DB71B47EE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C2D1F2A-6508-C710-FC15-AC5554EF0455}"/>
                  </a:ext>
                </a:extLst>
              </p:cNvPr>
              <p:cNvSpPr txBox="1"/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=1+2+2=5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C2D1F2A-6508-C710-FC15-AC5554EF0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B3F214B0-3F9E-B8C4-7E6F-ADABA734A810}"/>
                  </a:ext>
                </a:extLst>
              </p:cNvPr>
              <p:cNvSpPr txBox="1"/>
              <p:nvPr/>
            </p:nvSpPr>
            <p:spPr>
              <a:xfrm>
                <a:off x="176470" y="498169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=1+3+3⋅2+5=15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B3F214B0-3F9E-B8C4-7E6F-ADABA734A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981696"/>
                <a:ext cx="11839060" cy="9221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B4A6520-FD3F-2A63-09B8-B9438F034456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B902F17-F03D-D1DA-6326-2072E246E6E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B902F17-F03D-D1DA-6326-2072E246E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10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4481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030F6-3E6F-AA2E-E518-4D45659E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1E53002-1473-2F0B-0C10-1DC936A8B672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1E53002-1473-2F0B-0C10-1DC936A8B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36D8CCF-24D4-AFBC-C22B-8D680D763C94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36D8CCF-24D4-AFBC-C22B-8D680D763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2D4D08E-5ACD-D599-B51B-9DFC1AC60459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2D4D08E-5ACD-D599-B51B-9DFC1AC60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0A0F917-702B-94A9-FCB3-A22680D0A4C5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0A0F917-702B-94A9-FCB3-A22680D0A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931284F-CFB5-957E-B1C7-AE47C2C6F02E}"/>
                  </a:ext>
                </a:extLst>
              </p:cNvPr>
              <p:cNvSpPr txBox="1"/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=1+1=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931284F-CFB5-957E-B1C7-AE47C2C6F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196746"/>
                <a:ext cx="1183906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83CEF91-5D17-CE46-A08D-55649960F435}"/>
                  </a:ext>
                </a:extLst>
              </p:cNvPr>
              <p:cNvSpPr txBox="1"/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=1+2+2=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83CEF91-5D17-CE46-A08D-55649960F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118922"/>
                <a:ext cx="11839060" cy="9221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44BAB57-24B6-1420-DDAA-EAFFBB9FCD0A}"/>
                  </a:ext>
                </a:extLst>
              </p:cNvPr>
              <p:cNvSpPr txBox="1"/>
              <p:nvPr/>
            </p:nvSpPr>
            <p:spPr>
              <a:xfrm>
                <a:off x="176470" y="498169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=1+3+3⋅2+5=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44BAB57-24B6-1420-DDAA-EAFFBB9FC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981696"/>
                <a:ext cx="11839060" cy="9221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F829273-266C-73DB-1E43-62D41CF6FAF2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1A4C196-7EEA-E33B-6EBA-597F22E8779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1A4C196-7EEA-E33B-6EBA-597F22E87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10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985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4413C-2041-2420-1FD2-A736FCCA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D75B898-21FD-34E6-56A5-4921BCBEECE8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D75B898-21FD-34E6-56A5-4921BCBEE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4C73DB0-EBE1-36B5-6FB1-6EB0F9B8111B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4C73DB0-EBE1-36B5-6FB1-6EB0F9B81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115D469-DF33-6D3B-D1EA-C3CE911EB3A5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115D469-DF33-6D3B-D1EA-C3CE911EB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01D96A8-ABE7-C113-A94F-CBC1AFB37F44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01D96A8-ABE7-C113-A94F-CBC1AFB37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C0EA8D6E-EEEE-5760-C58A-C1F9E8DCDCA8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97A85F5-25E9-DEED-75E5-F2421903788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97A85F5-25E9-DEED-75E5-F24219037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7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305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F0B5-A420-CB8A-0C66-330EB8B7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2490A8B-60BA-E62A-C5BD-FBA427FC7430}"/>
                  </a:ext>
                </a:extLst>
              </p:cNvPr>
              <p:cNvSpPr txBox="1"/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2490A8B-60BA-E62A-C5BD-FBA427FC7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48" y="220186"/>
                <a:ext cx="2944682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44E16A4-85D2-0F63-31C8-C6B0D278E762}"/>
                  </a:ext>
                </a:extLst>
              </p:cNvPr>
              <p:cNvSpPr txBox="1"/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44E16A4-85D2-0F63-31C8-C6B0D278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272" y="1414640"/>
                <a:ext cx="272522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469B21E-CF90-A6EC-D5FF-2808A426150D}"/>
                  </a:ext>
                </a:extLst>
              </p:cNvPr>
              <p:cNvSpPr txBox="1"/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469B21E-CF90-A6EC-D5FF-2808A4261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42363"/>
                <a:ext cx="11839060" cy="792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86F8393-73E8-B192-305D-5846C7366D30}"/>
                  </a:ext>
                </a:extLst>
              </p:cNvPr>
              <p:cNvSpPr txBox="1"/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4⋅</m:t>
                      </m:r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=5+12+20+15=52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86F8393-73E8-B192-305D-5846C7366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3508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F2B2C22-7042-265E-3391-EBF764CCEF39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A73D814-84BD-046E-94D0-D44EF432CDD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A73D814-84BD-046E-94D0-D44EF432C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588675" cy="461665"/>
              </a:xfrm>
              <a:prstGeom prst="rect">
                <a:avLst/>
              </a:prstGeom>
              <a:blipFill>
                <a:blip r:embed="rId7"/>
                <a:stretch>
                  <a:fillRect l="-27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348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1071-C3FF-AF2E-1227-E757752C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B75947C-11A1-7196-D2CD-69BB3CA24E3A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90E24AE-163E-76BE-8D79-B25A9CB4FCA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90E24AE-163E-76BE-8D79-B25A9CB4F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69FBB2CF-F196-3D4D-D49C-0F59984AD0F0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351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2C7E-3450-0E65-56F8-473C48C0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2C58960-17DB-A3A6-FABF-F9CB9F9A090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2C58960-17DB-A3A6-FABF-F9CB9F9A0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42CFB92-2733-F32E-8C38-573AC5F3E2FA}"/>
                  </a:ext>
                </a:extLst>
              </p:cNvPr>
              <p:cNvSpPr txBox="1"/>
              <p:nvPr/>
            </p:nvSpPr>
            <p:spPr>
              <a:xfrm>
                <a:off x="176470" y="2377123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42CFB92-2733-F32E-8C38-573AC5F3E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77123"/>
                <a:ext cx="11839060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1B8E6221-620D-415E-6371-356C5DC0EB77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6FD3CD7-C5EC-A9F2-1812-7F57BDCD4CF1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5C0D10E-8634-6D55-D35E-8589A78B96F8}"/>
                  </a:ext>
                </a:extLst>
              </p14:cNvPr>
              <p14:cNvContentPartPr/>
              <p14:nvPr/>
            </p14:nvContentPartPr>
            <p14:xfrm>
              <a:off x="2216160" y="3645000"/>
              <a:ext cx="6350400" cy="10796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5C0D10E-8634-6D55-D35E-8589A78B96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06800" y="3635640"/>
                <a:ext cx="6369120" cy="10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0789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40958-0E7C-658A-383F-07D6825C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7AFC8FC-C8CA-CB00-5B4A-00692736E410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7AFC8FC-C8CA-CB00-5B4A-00692736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78781BB-49CD-2122-B2F3-0525904D8842}"/>
                  </a:ext>
                </a:extLst>
              </p:cNvPr>
              <p:cNvSpPr txBox="1"/>
              <p:nvPr/>
            </p:nvSpPr>
            <p:spPr>
              <a:xfrm>
                <a:off x="176470" y="2377123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78781BB-49CD-2122-B2F3-0525904D8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77123"/>
                <a:ext cx="11839060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E28B8DA-9868-E1E2-0804-26CBA301D6EE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120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E28B8DA-9868-E1E2-0804-26CBA301D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1205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64394C46-10E6-59C3-21DD-2A71E0F2E1D8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415D46F-EFC2-DB8D-1778-EE663F1BCCB9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223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C303-79F3-F0F2-0793-539045DD0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8D058FC-A30E-D464-5E41-13285B56BAFB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8D058FC-A30E-D464-5E41-13285B56B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301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36F8B83-2606-04D0-2C32-3960F22E25F9}"/>
                  </a:ext>
                </a:extLst>
              </p:cNvPr>
              <p:cNvSpPr txBox="1"/>
              <p:nvPr/>
            </p:nvSpPr>
            <p:spPr>
              <a:xfrm>
                <a:off x="176470" y="2377123"/>
                <a:ext cx="11839060" cy="1130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36F8B83-2606-04D0-2C32-3960F22E2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377123"/>
                <a:ext cx="11839060" cy="1130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49EBEF-137C-0422-D97E-A1F57E0B65B7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120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49EBEF-137C-0422-D97E-A1F57E0B6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1205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4353F6-F899-31A0-A737-FC01A8EA192F}"/>
                  </a:ext>
                </a:extLst>
              </p:cNvPr>
              <p:cNvSpPr txBox="1"/>
              <p:nvPr/>
            </p:nvSpPr>
            <p:spPr>
              <a:xfrm>
                <a:off x="176470" y="4634138"/>
                <a:ext cx="11839060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4353F6-F899-31A0-A737-FC01A8EA1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34138"/>
                <a:ext cx="11839060" cy="490199"/>
              </a:xfrm>
              <a:prstGeom prst="rect">
                <a:avLst/>
              </a:prstGeom>
              <a:blipFill>
                <a:blip r:embed="rId5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9785BD6-C827-01D6-FCF2-4FBED2159203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CEC7084-8B0B-AB97-8D3B-90674725C2B2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83ECD11-AAAF-D54F-1E8E-4DAC125FA401}"/>
                  </a:ext>
                </a:extLst>
              </p14:cNvPr>
              <p14:cNvContentPartPr/>
              <p14:nvPr/>
            </p14:nvContentPartPr>
            <p14:xfrm>
              <a:off x="4064040" y="5238720"/>
              <a:ext cx="3708720" cy="5464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83ECD11-AAAF-D54F-1E8E-4DAC125FA4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54680" y="5229360"/>
                <a:ext cx="3727440" cy="56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6800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7A7B-B0D7-0EAF-5D6A-B93C062D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2AFD828-74DE-BF66-6D25-16943B647D8C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875A315-DAC2-2D35-2FC2-238D9987464F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290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00C21-D530-6192-B0C7-E74BD101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CA8C95D-A2CA-4DE0-E7FB-124E4E81C65D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CA8C95D-A2CA-4DE0-E7FB-124E4E81C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2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8B63F517-3534-9F0A-67C3-B93145FAA9D4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C0361D8-3F92-1A7D-D2C0-20CBD3B875E6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178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A0E0-F668-DA87-5543-6E3FF987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ADA5A24-29D9-FCAF-7977-DB3CBCBCBFC8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ADA5A24-29D9-FCAF-7977-DB3CBCBC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2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8D34012B-48D9-BFAF-D4E5-6E041BB67F12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6968C00-B756-E5CD-F29E-50E850DDBC13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39120D1-F6F6-13CE-4A2E-F7EB3608CFEA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39120D1-F6F6-13CE-4A2E-F7EB3608C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3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415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9D42-18D4-D5BB-8D09-D5A9BA8A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AE76B55-BE69-9EE6-B83C-1376FC12CCD2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AE76B55-BE69-9EE6-B83C-1376FC12C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2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5901CFD-2B6C-8FF0-1571-321FB0D78D9C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5901CFD-2B6C-8FF0-1571-321FB0D78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57186CB5-AB81-6A0F-F0C4-49E773A72713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DE978F7-4FA2-E8F6-CCF4-FDD96B254D1C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BE7BEDC-736C-713C-EAF7-1F5BB573D0DB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BE7BEDC-736C-713C-EAF7-1F5BB573D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9D0C365-D503-479C-1B87-E6FF6372CA9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9D0C365-D503-479C-1B87-E6FF6372C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5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338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5D178-5694-F20D-8637-39FB51378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437E0A7-CABE-2A70-B6DC-1EF170EBC15C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437E0A7-CABE-2A70-B6DC-1EF170EBC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2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77B42981-5AF4-1509-FCA7-A5968D116814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EC3D0A6-024B-242E-1EA7-BCAED03C0E72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D9EF028-5BBD-F2C1-E17D-889D5B8BABB9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D9EF028-5BBD-F2C1-E17D-889D5B8BA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B6BB212-F89B-8896-A410-2E5CB10BAA3E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B6BB212-F89B-8896-A410-2E5CB10BA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FFDA932A-0EC7-6B4C-BD59-184079DD41F2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FFDA932A-0EC7-6B4C-BD59-184079DD4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208F103-011A-D936-7114-8EC45120034B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208F103-011A-D936-7114-8EC451200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6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290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C8A5-8BFD-84B0-9B9F-35C65CFB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7AE2702-595B-9541-84FC-C3A1C2814FD5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67AE2702-595B-9541-84FC-C3A1C281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5A10077-7CD6-A886-EA33-017885EF8012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1DAD949-728B-00B8-5D95-201902F0575A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671CFBC-E049-9EC7-D7A9-18A66A060B94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6671CFBC-E049-9EC7-D7A9-18A66A060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276C9F2-4A94-737B-276E-0FEE1FC2504E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1276C9F2-4A94-737B-276E-0FEE1FC25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2075AD8-0173-7560-0C81-37DCB5C6B174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2075AD8-0173-7560-0C81-37DCB5C6B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08D38CD-72A5-8607-0006-9CA28D1DF5AB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08D38CD-72A5-8607-0006-9CA28D1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DACC07A8-3818-3D50-E002-558F1644CA7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DACC07A8-3818-3D50-E002-558F1644C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7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7D7467E-1FEF-5B7A-AEF5-C6FAB2588C90}"/>
                  </a:ext>
                </a:extLst>
              </p14:cNvPr>
              <p14:cNvContentPartPr/>
              <p14:nvPr/>
            </p14:nvContentPartPr>
            <p14:xfrm>
              <a:off x="2241720" y="3879720"/>
              <a:ext cx="9340920" cy="13212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7D7467E-1FEF-5B7A-AEF5-C6FAB2588C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2360" y="3870360"/>
                <a:ext cx="9359640" cy="133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4103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C0EB-0038-7205-FE51-6DD7E49E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02C8111-ECCC-F14D-EFCE-EDB2DE202C5A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02C8111-ECCC-F14D-EFCE-EDB2DE202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2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5627C2F-4E83-B676-98A7-60534598F707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5627C2F-4E83-B676-98A7-60534598F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E94DC67-5ADD-80B7-B792-4A661FAB7BB5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E3FFEE54-3228-0D59-C0F6-8EAF7F785DF0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42BDA01-4917-9B7A-8A5E-7A7710EBAA98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942BDA01-4917-9B7A-8A5E-7A7710EBA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1F3725B-9920-FE13-22B1-72A5A26D7866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1F3725B-9920-FE13-22B1-72A5A26D7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6B775D9-28B3-94E1-F1D4-AF4F13BE7992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6B775D9-28B3-94E1-F1D4-AF4F13BE7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15BAD328-065A-BF89-D2CF-CE48C6157DCF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15BAD328-065A-BF89-D2CF-CE48C6157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C35BB17-EC56-592F-E3F4-CE76BD9C5BC1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C35BB17-EC56-592F-E3F4-CE76BD9C5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ABDFDE1-0158-DD33-FB4C-AB138FC380FD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ABDFDE1-0158-DD33-FB4C-AB138FC38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9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541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D264C-7331-AF30-29CF-E0044074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9EB6921-DB62-8A50-45F3-1891ED69CD31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9EB6921-DB62-8A50-45F3-1891ED69C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AD353EE-D4A7-17CC-1644-E0B51578002C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EEC809C8-6BFD-F512-A9CD-DF8D25BDCE77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AB80763-7A8D-9499-F95E-EAA16E6E0184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4AB80763-7A8D-9499-F95E-EAA16E6E0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ECD1E8F-2E56-2918-D25A-2942993AE8A2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ECD1E8F-2E56-2918-D25A-2942993AE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AACEA93-9530-F587-5EA4-8BD7E3FB7D49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AACEA93-9530-F587-5EA4-8BD7E3FB7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B852817-E139-FD25-2CC2-55E11D0A12F7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B852817-E139-FD25-2CC2-55E11D0A1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718DFB38-386B-BD8A-1D6A-BBCA435DEE7F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718DFB38-386B-BD8A-1D6A-BBCA435DE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8C930A8B-1B07-5E6E-345E-E5AD49180F1F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8C930A8B-1B07-5E6E-345E-E5AD49180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5975348-1F50-60C4-88BD-2EEBC23F428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5975348-1F50-60C4-88BD-2EEBC23F4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9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004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A53C-2C1E-492C-89F6-B5F9AD29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0EB07B7A-0338-901C-FD25-CB176F82BAB5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0EB07B7A-0338-901C-FD25-CB176F82B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33B95F2-4629-AF17-6B36-C86CA76C73D4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66B636B-8A26-272C-BD54-9C102A538FE4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94F2DE7-1F24-AC94-B1C0-6979859AAC41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D94F2DE7-1F24-AC94-B1C0-6979859AA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1BC9CEC-B84A-AC08-2A36-CBBB29B355CD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A1BC9CEC-B84A-AC08-2A36-CBBB29B35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5F77526E-9B2C-E1FB-4839-9E0535C5826D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5F77526E-9B2C-E1FB-4839-9E0535C5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096C0FF4-D602-DE21-EF11-5F9F90A19984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096C0FF4-D602-DE21-EF11-5F9F90A19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247377DB-2CDE-31B1-2140-347027F9BCE8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247377DB-2CDE-31B1-2140-347027F9B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7D235A1E-A726-8F97-8C91-1177D3A967EA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7D235A1E-A726-8F97-8C91-1177D3A96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A81796EF-C008-C692-AD40-82DC8438ECE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A81796EF-C008-C692-AD40-82DC8438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9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72409CF5-6F27-090C-3CFE-185FCDBA37E7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72409CF5-6F27-090C-3CFE-185FCDBA3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431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CE0FD-A159-EB4D-D6DB-11F9446A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2E6FBE5-A87F-4B31-E93A-4BA631C5BC50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72E6FBE5-A87F-4B31-E93A-4BA631C5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653589E-A332-DE27-D101-0A9A399E3C37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B32F7D6-0CA5-A374-0EC4-7CAAAA0F877E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E7F291C-945E-8503-EA44-4B29E9FA429B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E7F291C-945E-8503-EA44-4B29E9FA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3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F9BC283-D31F-D22C-0105-9C4BA5BDD47E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F9BC283-D31F-D22C-0105-9C4BA5BD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82CC6BC9-24E4-640F-0F12-E2054545F64D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82CC6BC9-24E4-640F-0F12-E2054545F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235E4CE-D12E-B9D1-1279-9F92C2FF8585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6235E4CE-D12E-B9D1-1279-9F92C2FF8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C97CEC7F-C513-4104-2BEC-AB5B86C0FEFF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C97CEC7F-C513-4104-2BEC-AB5B86C0F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6B21FFD6-82E8-D056-1806-0BB3D4A26A46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6B21FFD6-82E8-D056-1806-0BB3D4A26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C7C7FB7E-E2B5-D7B2-23E5-E16ADC65DBA7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C7C7FB7E-E2B5-D7B2-23E5-E16ADC65D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9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BE1DA9A8-BD37-377B-2F4D-406404C18E8B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BE1DA9A8-BD37-377B-2F4D-406404C1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379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9365-1F4E-7293-A805-95BECB5E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3260380-215D-098B-BE09-164F89E57455}"/>
                  </a:ext>
                </a:extLst>
              </p:cNvPr>
              <p:cNvSpPr txBox="1"/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3260380-215D-098B-BE09-164F89E57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57ECAA8-8EAC-8F84-0B4D-B58C97788170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CAA468A-0DE2-D9B5-3B03-66A32C26337C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6E1F594-14A4-B9EC-0C73-84786936F156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6E1F594-14A4-B9EC-0C73-84786936F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3E0E1E6-83C3-8CD1-4102-74675CE615D5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3E0E1E6-83C3-8CD1-4102-74675CE61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4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84CDE5B6-780B-EFC4-7786-72716127254A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84CDE5B6-780B-EFC4-7786-727161272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309A098-EED7-74EA-6091-C94DF31CD0B3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309A098-EED7-74EA-6091-C94DF31CD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DF62618-382A-380E-D3FC-94D06DD5D629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DF62618-382A-380E-D3FC-94D06DD5D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A8C47203-B85C-39D7-F752-E488227CAC1E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A8C47203-B85C-39D7-F752-E488227C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AB4401D3-B6DC-CAA3-23AF-89F83843A780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AB4401D3-B6DC-CAA3-23AF-89F83843A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9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D530CEBC-8675-86CB-1693-BC1F73B35C47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D530CEBC-8675-86CB-1693-BC1F73B35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10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81938A84-97F8-0208-795C-2C857AEB20D4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81938A84-97F8-0208-795C-2C857AEB2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943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BFE3-531C-AD95-C618-F82EE710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3396CCB-9B7B-E75A-E090-6473E6B1460B}"/>
                  </a:ext>
                </a:extLst>
              </p:cNvPr>
              <p:cNvSpPr txBox="1"/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83396CCB-9B7B-E75A-E090-6473E6B14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A5193DF4-F282-6C87-73A6-AD78C482F60F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2E579513-3474-3402-2C33-DE81BCD21A98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AFA8A68-12DA-3605-821B-7D09304F7FAD}"/>
                  </a:ext>
                </a:extLst>
              </p:cNvPr>
              <p:cNvSpPr txBox="1"/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AFA8A68-12DA-3605-821B-7D09304F7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9D1F09D-61F8-F7FC-925F-D20D37873827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9D1F09D-61F8-F7FC-925F-D20D3787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21077E82-7A27-C11B-B3F0-FBC352E76DFA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21077E82-7A27-C11B-B3F0-FBC352E76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D8908FDA-DB55-05EC-D5D1-D8240E79833A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D8908FDA-DB55-05EC-D5D1-D8240E798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FE38B55E-C4B7-AD2D-D445-26565E5D9869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FE38B55E-C4B7-AD2D-D445-26565E5D9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33C38959-6741-E1A6-4A03-FC01DE93343B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33C38959-6741-E1A6-4A03-FC01DE933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9DF80DCB-6C6F-4721-6C06-32506F3AB55B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9DF80DCB-6C6F-4721-6C06-32506F3AB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9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BD9DD50B-98ED-EB94-DF10-C391CAE30089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BD9DD50B-98ED-EB94-DF10-C391CAE30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10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CA506A4E-5231-F52E-226D-F6BE8BF4024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CA506A4E-5231-F52E-226D-F6BE8BF40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11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4AFF9C8C-6EDF-6293-3159-1148957A4410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4AFF9C8C-6EDF-6293-3159-1148957A4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730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66338-016D-F853-1589-E4F1F646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A881794-D60A-980D-14D2-3D060BCEFDE3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59D3875-047A-D257-FD82-6B67D01A0513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9AA4EAE-6241-2F5D-D753-4C599B074D30}"/>
                  </a:ext>
                </a:extLst>
              </p:cNvPr>
              <p:cNvSpPr txBox="1"/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C9AA4EAE-6241-2F5D-D753-4C599B074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48389ADD-3F7C-5E73-3995-2402B11A71A1}"/>
                  </a:ext>
                </a:extLst>
              </p:cNvPr>
              <p:cNvSpPr txBox="1"/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48389ADD-3F7C-5E73-3995-2402B11A7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CD2AA50-195E-DE6C-2AB5-1751892A3466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CD2AA50-195E-DE6C-2AB5-1751892A3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58922096-948F-0AA9-A256-E355141C2F7D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58922096-948F-0AA9-A256-E355141C2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8C4DD49A-2E21-87CE-C881-2412114278A1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8C4DD49A-2E21-87CE-C881-241211427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4010822F-8B0C-8163-D7F3-54321477750B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4010822F-8B0C-8163-D7F3-543214777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460A0A0F-18A0-8FAC-A3BF-EAC504B51AD3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460A0A0F-18A0-8FAC-A3BF-EAC504B51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BBB17CB7-A553-C455-F441-B3A62877FC9C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BBB17CB7-A553-C455-F441-B3A62877F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9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2DC6319E-FE50-FAD1-9AA0-94B6DEFAC36B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2DC6319E-FE50-FAD1-9AA0-94B6DEFAC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10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E146C9FF-3FD5-6C32-394C-22A1D5B657D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E146C9FF-3FD5-6C32-394C-22A1D5B65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11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697365DE-40EA-14D0-136B-F011200C30F5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697365DE-40EA-14D0-136B-F011200C3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543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24E5C-768A-1234-468D-50CC71FB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4453AF0-3254-32E5-FBA7-79860E9C6DB6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61CD071E-A465-7427-B331-BB4E2A81F8E3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DC58E57B-82AE-0915-9B5A-7CF2256659CA}"/>
                  </a:ext>
                </a:extLst>
              </p:cNvPr>
              <p:cNvSpPr txBox="1"/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DC58E57B-82AE-0915-9B5A-7CF225665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A860D31-51EC-0534-467A-1678C54B334C}"/>
                  </a:ext>
                </a:extLst>
              </p:cNvPr>
              <p:cNvSpPr txBox="1"/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A860D31-51EC-0534-467A-1678C54B3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17FAA67C-F7C7-FD41-B278-3F3640C16A7F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17FAA67C-F7C7-FD41-B278-3F3640C16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48A894B4-A286-80B5-E40F-28C241BF17FB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48A894B4-A286-80B5-E40F-28C241BF1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1818E1C-1484-FF5E-F96C-C4CD088A0E3E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E1818E1C-1484-FF5E-F96C-C4CD088A0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DE563013-9F30-7B1B-7706-5335978E2BC5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DE563013-9F30-7B1B-7706-5335978E2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98A706EB-3FB9-0B62-93A1-8641CC69D6D6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98A706EB-3FB9-0B62-93A1-8641CC69D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92CC2FBC-B70F-AB41-C35F-529EFCEA5C73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92CC2FBC-B70F-AB41-C35F-529EFCEA5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9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374BB08F-5941-FD76-ED00-38DFE75327D7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374BB08F-5941-FD76-ED00-38DFE7532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10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40182F09-F177-B26B-92A1-0D455A405C2B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40182F09-F177-B26B-92A1-0D455A405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11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00DE9DE1-B797-7AFE-6A00-E481752C230B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00DE9DE1-B797-7AFE-6A00-E481752C2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765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C59E-0BD3-CDC0-6CAA-4627EFCB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ole tekstowe 14">
            <a:extLst>
              <a:ext uri="{FF2B5EF4-FFF2-40B4-BE49-F238E27FC236}">
                <a16:creationId xmlns:a16="http://schemas.microsoft.com/office/drawing/2014/main" id="{5B293A36-9ACC-00AC-327B-4D22C891105A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288F3D47-E8AB-1F7F-2099-AF8B2D7F6F59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7D46B37-1214-7EDA-78E9-8674959C194A}"/>
                  </a:ext>
                </a:extLst>
              </p:cNvPr>
              <p:cNvSpPr txBox="1"/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97D46B37-1214-7EDA-78E9-8674959C1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F22B9FD6-34B7-ECC8-1C35-BD3680A7E27F}"/>
                  </a:ext>
                </a:extLst>
              </p:cNvPr>
              <p:cNvSpPr txBox="1"/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F22B9FD6-34B7-ECC8-1C35-BD3680A7E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BCBEDC5B-2A18-BB64-24BB-38A892B48C27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BCBEDC5B-2A18-BB64-24BB-38A892B48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B4ACEDB-82D6-850C-B9F1-C410DEA88A3F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8B4ACEDB-82D6-850C-B9F1-C410DEA88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986E2EDD-D49E-D461-12D1-46EA19BB990E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986E2EDD-D49E-D461-12D1-46EA19BB9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017EA2D1-7526-85EA-8C82-E1CD6E5813D3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017EA2D1-7526-85EA-8C82-E1CD6E581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6E462C45-528B-6908-32CA-ED805BF035CB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6E462C45-528B-6908-32CA-ED805BF03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DB22A7B3-B565-AA39-1A95-5490C8F6B147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DB22A7B3-B565-AA39-1A95-5490C8F6B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9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E4291D41-6A27-2E52-A2C3-981287EDEFE4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E4291D41-6A27-2E52-A2C3-981287EDE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10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352C2672-DE0E-AD7E-49E3-2628646829D3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352C2672-DE0E-AD7E-49E3-262864682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11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082DE9C8-3A27-8850-3FB9-E026E21CFACA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082DE9C8-3A27-8850-3FB9-E026E21CF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5404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EA92-4DF5-06C7-5C79-9EC46014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424B7B6-1750-6315-D8AA-298F9D2C0FCF}"/>
              </a:ext>
            </a:extLst>
          </p:cNvPr>
          <p:cNvSpPr txBox="1"/>
          <p:nvPr/>
        </p:nvSpPr>
        <p:spPr>
          <a:xfrm>
            <a:off x="3941404" y="-45720"/>
            <a:ext cx="4309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Bell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F38E9EF2-F2AC-6CF6-A3DD-AA5FA7C4B4DF}"/>
              </a:ext>
            </a:extLst>
          </p:cNvPr>
          <p:cNvSpPr txBox="1"/>
          <p:nvPr/>
        </p:nvSpPr>
        <p:spPr>
          <a:xfrm>
            <a:off x="176470" y="785277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415E19B-A184-ECBC-E513-0AFB8885A379}"/>
                  </a:ext>
                </a:extLst>
              </p:cNvPr>
              <p:cNvSpPr txBox="1"/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4415E19B-A184-ECBC-E513-0AFB8885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6154690"/>
                <a:ext cx="2426370" cy="507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96BFB6D-E438-11D1-1A43-B4D7A0F64951}"/>
                  </a:ext>
                </a:extLst>
              </p:cNvPr>
              <p:cNvSpPr txBox="1"/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296BFB6D-E438-11D1-1A43-B4D7A0F64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647307"/>
                <a:ext cx="8281730" cy="50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EE3FB15-15BB-BAC1-0FE8-653D2CB33912}"/>
                  </a:ext>
                </a:extLst>
              </p:cNvPr>
              <p:cNvSpPr txBox="1"/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EE3FB15-15BB-BAC1-0FE8-653D2CB33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39924"/>
                <a:ext cx="11839060" cy="507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36223F4C-AB7D-1E62-AAA1-C2730C3126D5}"/>
                  </a:ext>
                </a:extLst>
              </p:cNvPr>
              <p:cNvSpPr txBox="1"/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36223F4C-AB7D-1E62-AAA1-C2730C312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84462"/>
                <a:ext cx="11839060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3ACDE56C-CB79-F921-5354-CF726EE74240}"/>
                  </a:ext>
                </a:extLst>
              </p:cNvPr>
              <p:cNvSpPr txBox="1"/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3ACDE56C-CB79-F921-5354-CF726EE74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56731"/>
                <a:ext cx="118390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50F89EE0-4EC0-AD83-6561-2BD34BFAA5F3}"/>
                  </a:ext>
                </a:extLst>
              </p:cNvPr>
              <p:cNvSpPr txBox="1"/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sets: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pole tekstowe 21">
                <a:extLst>
                  <a:ext uri="{FF2B5EF4-FFF2-40B4-BE49-F238E27FC236}">
                    <a16:creationId xmlns:a16="http://schemas.microsoft.com/office/drawing/2014/main" id="{50F89EE0-4EC0-AD83-6561-2BD34BFAA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29000"/>
                <a:ext cx="11839060" cy="461665"/>
              </a:xfrm>
              <a:prstGeom prst="rect">
                <a:avLst/>
              </a:prstGeom>
              <a:blipFill>
                <a:blip r:embed="rId7"/>
                <a:stretch>
                  <a:fillRect l="-824" t="-12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B8CC4C75-6CFA-DC88-4575-B6C6CA2FE670}"/>
                  </a:ext>
                </a:extLst>
              </p:cNvPr>
              <p:cNvSpPr txBox="1"/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B8CC4C75-6CFA-DC88-4575-B6C6CA2FE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39604"/>
                <a:ext cx="11839060" cy="461665"/>
              </a:xfrm>
              <a:prstGeom prst="rect">
                <a:avLst/>
              </a:prstGeom>
              <a:blipFill>
                <a:blip r:embed="rId8"/>
                <a:stretch>
                  <a:fillRect l="-824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274FB172-8247-E642-67E4-CFB312F08BC6}"/>
                  </a:ext>
                </a:extLst>
              </p:cNvPr>
              <p:cNvSpPr txBox="1"/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274FB172-8247-E642-67E4-CFB312F08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01269"/>
                <a:ext cx="11839060" cy="461665"/>
              </a:xfrm>
              <a:prstGeom prst="rect">
                <a:avLst/>
              </a:prstGeom>
              <a:blipFill>
                <a:blip r:embed="rId9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A1FF5DB7-F5F2-E631-090A-7E07CD5DAF78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assumed that the empty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only one partition: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A1FF5DB7-F5F2-E631-090A-7E07CD5DA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461665"/>
              </a:xfrm>
              <a:prstGeom prst="rect">
                <a:avLst/>
              </a:prstGeom>
              <a:blipFill>
                <a:blip r:embed="rId10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B5082FC7-1756-4593-878C-872B511292B8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Bell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determines the number of partitions of an 𝑛-element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B5082FC7-1756-4593-878C-872B51129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830997"/>
              </a:xfrm>
              <a:prstGeom prst="rect">
                <a:avLst/>
              </a:prstGeom>
              <a:blipFill>
                <a:blip r:embed="rId11"/>
                <a:stretch>
                  <a:fillRect l="-824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7869DF14-1398-9BF5-65B8-4E866BEE6516}"/>
                  </a:ext>
                </a:extLst>
              </p:cNvPr>
              <p:cNvSpPr txBox="1"/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1,3,4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1,2,4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1,2,3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7869DF14-1398-9BF5-65B8-4E866BEE6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712193"/>
                <a:ext cx="11839060" cy="507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95828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2562</Words>
  <Application>Microsoft Office PowerPoint</Application>
  <PresentationFormat>Panoramiczny</PresentationFormat>
  <Paragraphs>288</Paragraphs>
  <Slides>40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239</cp:revision>
  <dcterms:created xsi:type="dcterms:W3CDTF">2024-10-31T12:17:59Z</dcterms:created>
  <dcterms:modified xsi:type="dcterms:W3CDTF">2025-10-09T12:08:33Z</dcterms:modified>
</cp:coreProperties>
</file>