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9" r:id="rId48"/>
    <p:sldId id="310" r:id="rId49"/>
    <p:sldId id="305" r:id="rId50"/>
    <p:sldId id="306" r:id="rId51"/>
    <p:sldId id="307" r:id="rId52"/>
    <p:sldId id="30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10T09:05:23.2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14041 15222 0,'-18'0'16,"0"0"15,54-17 141,-19 17-157,1 0-15,-1-18 0,36 36 32,0-1-1,-35 19-16,-53 52 17,-54 35-1,72-105-31,-1 17 16,1 53 15,34-35 0,1-53-15,-1 18-16,1-18 0,53-35 31,-18-1-15</inkml:trace>
  <inkml:trace contextRef="#ctx0" brushRef="#br0" timeOffset="632.52">14534 15222 0,'0'0'0,"36"-17"31,17-1 0,-18 36-15,-17 17 15,-36 0-15,-17 18 15,70 18 0,-17-71-15,70 70 0,-71-52-1,19 35 1,-54-35-1,-17 34 1,17-34-16,0 0 16,-34-1-1,-37-87 17</inkml:trace>
  <inkml:trace contextRef="#ctx0" brushRef="#br0" timeOffset="3141.78">15099 15558 0,'0'-18'32,"0"36"-1,0-1-16,-18 107 17,18-89-17,-17 71 1</inkml:trace>
  <inkml:trace contextRef="#ctx0" brushRef="#br0" timeOffset="6253.95">15452 15399 0,'17'-18'62,"1"0"-46,-18 1-16,53-54 31,-18 36-15,-35 17-1,35-35 1,-35 36-16,18 17 16,-18 0-1,-18 141 16,1-35-15,17 17 15</inkml:trace>
  <inkml:trace contextRef="#ctx0" brushRef="#br0" timeOffset="6693.06">15840 15187 0,'53'-53'31,"0"53"0,-53 18-31,35 35 32,-53 17-17,-17 89 17,35-88-17,53-36 16,35-88-15</inkml:trace>
  <inkml:trace contextRef="#ctx0" brushRef="#br0" timeOffset="7366.11">16369 15258 0,'0'0'0,"18"0"15,17-36 17,-18 19-17,1-1 1,0-35 0,-18 36-16,-36-36 31,19 17-16,-36 1 17,18 53-1,35 52-15,0-17-1,17 88 1,-17-105-1,18 87 1,-36-35 15,1-52-15,-36-1 0,17-35-1,19-18-15,34-70 31,-17 70-15,18 1-16,17-54 16,-35 53-1,36-17 1</inkml:trace>
  <inkml:trace contextRef="#ctx0" brushRef="#br0" timeOffset="21901.72">16792 15575 0,'0'-17'31,"-17"17"-15,17-18-16,0 36 62,0 34-46,-18 90 15,0-72-15,18-35-16,-17 1 31</inkml:trace>
  <inkml:trace contextRef="#ctx0" brushRef="#br0" timeOffset="24072.58">17180 15099 0,'0'-18'0,"36"18"15,-19 0 1,18 0 15,18 36 0,-88 52 1,17-71-32,-34 107 31,34-1 0,71-52 0,17-89 1</inkml:trace>
  <inkml:trace contextRef="#ctx0" brushRef="#br0" timeOffset="24924.74">17533 15152 0,'18'-18'16,"-1"18"0,19-17-1,-1 34 1,0 18 15,-35-17-15,-17 53-1,-1-36 1,18-17 0,0-1-1,53 18 16,0 36 1,-36-71-17,-17 88 1,-88-17 15,18-36 0</inkml:trace>
  <inkml:trace contextRef="#ctx0" brushRef="#br0" timeOffset="25617">17939 15152 0,'0'0'0,"53"0"31,17 17 0,-34 19 0,-72 34 1,36 18-1,71-35 0,17 18 0,-106 0 1,-105-1-1</inkml:trace>
  <inkml:trace contextRef="#ctx0" brushRef="#br0" timeOffset="28096.03">18521 15505 0,'0'0'0,"0"35"47,0-17-32,-18 140 16,1-122-31,-1 105 16,0-124 0,18 1-1</inkml:trace>
  <inkml:trace contextRef="#ctx0" brushRef="#br0" timeOffset="28803.12">18733 15205 0,'0'0'0,"17"-36"16,1 36-16,35-35 31,-36 35-31,54 18 31,-18 17 0,-88 36 1,17-36-17,53 0 16,18 0-15,-35-17-16,-18 0 16,35 35-1,-35-18 1,-18-17 0,-52 52-1,52-52-15,1-18 16,-54 17-1</inkml:trace>
  <inkml:trace contextRef="#ctx0" brushRef="#br0" timeOffset="30464.69">19332 15152 0,'0'-18'47,"36"36"-16,16-18 1,-52 17-17,18-17 1,-36 36 0,18-19-1,-35 19 1,18-36-16,17 35 31,17 0-15,1-35-1,-18 18-15,53 35 16,-71 17 15,-35-17-15,-17 0 15,87-70 0</inkml:trace>
  <inkml:trace contextRef="#ctx0" brushRef="#br0" timeOffset="31103.44">19791 15346 0,'0'0'0,"17"0"16,1 0-16,35 0 16,35-35 31,0-36-16,-88-17 0,-35 53-15,-35 17 15,34 18-15,36 18-16,-17 87 31,34 1-16,1-71-15,0 124 32,-18-88-17,-71 17 17,18-106-1,53 1-31,18-71 31,52-36 0,-52 106-15</inkml:trace>
  <inkml:trace contextRef="#ctx0" brushRef="#br0" timeOffset="32320.17">20232 15593 0,'0'70'32,"0"54"-17,-18-89-15,-17 141 31,53-176-15</inkml:trace>
  <inkml:trace contextRef="#ctx0" brushRef="#br0" timeOffset="33407.04">20585 15169 0,'0'-17'15,"0"-1"16,17 18-15,-17 18 0,-35 105 15,35-105-15,0 88 15,18-89-16,87-70 17,-87 53-17,-53 159 17,0-71-17,52-17 1</inkml:trace>
  <inkml:trace contextRef="#ctx0" brushRef="#br0" timeOffset="34099.22">21043 15152 0,'0'-18'16,"18"18"15,-36 35-15,-17 71 15,35-35-15,53-18 15,-36-71-15,1 18-16,17-18 15,-35 36 1,0 53-1,-17 70 17,17-106-17</inkml:trace>
  <inkml:trace contextRef="#ctx0" brushRef="#br0" timeOffset="34806.26">21414 15222 0,'17'-35'31,"54"0"0,-18 35-15,-36 35 15,-52 71 1,53-53-1,88-36 0,-106 1-31,17 88 31,-52 35 1,17-123-32,-88 17 31</inkml:trace>
  <inkml:trace contextRef="#ctx0" brushRef="#br0" timeOffset="47072.26">13635 15681 0,'0'-18'31,"-18"18"0,18-17 0,18 34 32,-18 1-47,0 123-1,0-106 1,-18 54-1,1-89 1</inkml:trace>
  <inkml:trace contextRef="#ctx0" brushRef="#br0" timeOffset="52794.95">12347 15434 0,'0'-18'94,"0"36"-78,36-18 15,52 35 0,-71-35-15,19 0-1</inkml:trace>
  <inkml:trace contextRef="#ctx0" brushRef="#br0" timeOffset="53695.09">12841 15434 0,'0'0'0,"35"-18"15,-35 1 1,36-19 0,-36 19-1,17-1-15,1-35 16,-18 36-1,0-36 1,-35 0 15,17 53-15,-17-18 0,17 18-1,-17 35 1,35-17-1,0 70 1,35 36 31,-17-54-31,-18-34-16,17 87 31,-17-105-31,-17 52 31,-54-105 0,71-71 1,0 71-32,53-89 31,-35 89-16</inkml:trace>
  <inkml:trace contextRef="#ctx0" brushRef="#br0" timeOffset="54325.78">13194 15258 0,'0'0'0,"18"0"15,-1 0 32,1 0-31,-18 17-16,17-17 15,19 53 1,-36-35-16,17-1 16,-17 36-1,-17-17 1,-1-19-16,0 54 31,18-53-31,0-1 0,36 36 31,17-18-15,0-17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10T09:08:58.4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22701 5503 0,'0'-17'31,"-17"17"78,17 17-78,-18 1 1,0 105-1,18-87-15,18 34-1,0-70-15,-18 18 16,53-18-1,-36 0 1,1-18-16,17-52 16,-35-1-1,0 1 1,-18 34 0,1 19-1,-36 70 1,53-36-1,0 71 1,0-70-16,18-18 16</inkml:trace>
  <inkml:trace contextRef="#ctx0" brushRef="#br0" timeOffset="264.83">22860 5609 0,'0'18'16,"18"88"15,-1-71-15,1 177 0,-18-177-1,-18 88 1,-70-70 15,35-141 0</inkml:trace>
  <inkml:trace contextRef="#ctx0" brushRef="#br0" timeOffset="912.27">23301 5503 0,'0'-17'31,"0"-1"-15,-53 18 15,-17 88 0,87 71 1,89-141-1,-71-36-15</inkml:trace>
  <inkml:trace contextRef="#ctx0" brushRef="#br0" timeOffset="1209.7">23424 5662 0,'0'0'0,"0"53"16,0-18 0,53-17-1,-35-36 1,35-35-1,-53 36-15,18-1 16,-18-52 0,0 52-16,-71 18 31,36 53-15,-1 0-1,54-18 16</inkml:trace>
  <inkml:trace contextRef="#ctx0" brushRef="#br0" timeOffset="1438.13">23636 4939 0,'0'0'0,"0"35"16,0-17 0,0 193-1,-18-140-15,36 229 32,0-265-17,17 18 1</inkml:trace>
  <inkml:trace contextRef="#ctx0" brushRef="#br0" timeOffset="1805.83">23971 5098 0,'-17'-53'31,"-19"70"0,36 19-31,-35 211 31,70 0 1,18-195-17</inkml:trace>
  <inkml:trace contextRef="#ctx0" brushRef="#br0" timeOffset="2240.46">24077 5503 0,'0'0'0,"18"-17"15,17-19 17,-17 36-17,17 53 17,-17 0-17,-18-35-15,17 17 31,1-70-15,-1 17-16,54-70 31,-53 88 1,-18 53-17,0-35-15,17-1 16,1 54-1,-18-54-15,18-17 16</inkml:trace>
  <inkml:trace contextRef="#ctx0" brushRef="#br0" timeOffset="2626.56">24571 5697 0,'35'-17'47,"-17"-1"-31,17-17 0,-17 35-1,-1 17-15,-34 142 31,-1-124-15,18 1-16,18 17 16</inkml:trace>
  <inkml:trace contextRef="#ctx0" brushRef="#br0" timeOffset="2945.46">25135 5592 0,'0'35'16,"-17"159"15,17-177-31,0 36 16</inkml:trace>
  <inkml:trace contextRef="#ctx0" brushRef="#br0" timeOffset="3367.9">25347 5450 0,'18'-17'32,"-36"34"-32,71 36 31,-35 36 0,-1-107-15,54-88 15,-36 53-15,-17 18-1,-18 176 16,17-88-15,-17-35-16,36-1 16</inkml:trace>
  <inkml:trace contextRef="#ctx0" brushRef="#br0" timeOffset="3881.51">25894 5433 0,'18'0'31,"-36"0"-31,36 17 16,-1 1 0,-17 0-16,18 88 31,-18-89-15,-18 54-1,18-54-15,35 19 31,-17-54-15,53-53 0,-36 19-1</inkml:trace>
  <inkml:trace contextRef="#ctx0" brushRef="#br0" timeOffset="4233.85">26211 4833 0,'0'0'0,"0"-18"15,36 54 17,-19 105-17,1-71-15,35 336 32,-53-335-17,35 193 1,-52-193-1,17-54-15,-18-17 16,0-17-16</inkml:trace>
  <inkml:trace contextRef="#ctx0" brushRef="#br0" timeOffset="4593.85">26635 5486 0,'0'0'0,"17"0"16,1 0-16,0 0 16,35 0-1,-36 0 1,18 0-1</inkml:trace>
  <inkml:trace contextRef="#ctx0" brushRef="#br0" timeOffset="4786.71">26705 5168 0,'0'0'0,"18"-17"15,35 34 17,17-34-17,-17-1 1,-17 0 0</inkml:trace>
  <inkml:trace contextRef="#ctx0" brushRef="#br0" timeOffset="5170.38">27023 5292 0,'0'0'0,"53"-36"46,35-105-14,-70 106-32,52-141 31,-52 158-31,-1-105 31,-17 105-31,0 36 31,0 17-31,0 18 0,-17 158 32,-1-34-17,18-142-15,0 141 32,0-158-32</inkml:trace>
  <inkml:trace contextRef="#ctx0" brushRef="#br0" timeOffset="5377.44">27093 5592 0,'0'0'0,"89"-36"31,-54 36-31,-18-17 0,125-36 32,-107 53-32,0-18 15</inkml:trace>
  <inkml:trace contextRef="#ctx0" brushRef="#br0" timeOffset="11450.36">22578 7073 0,'0'18'16,"0"-1"0,0 1-16,17 88 15,54-53 17,-53-71-17,70-70 1,-71 53-1,1-106 1,-106 123 15,17 159 1,71-106-17,18 71 1</inkml:trace>
  <inkml:trace contextRef="#ctx0" brushRef="#br0" timeOffset="11743.95">22825 7108 0,'0'-17'31,"0"34"-31,35 125 31,-17 87 1,-36-106-17,18-105-15,-88 70 31,70-88-31,-17 0 16,17 0-16,1-70 16</inkml:trace>
  <inkml:trace contextRef="#ctx0" brushRef="#br0" timeOffset="12242.59">23266 6914 0,'0'-17'16,"0"34"-16,-53-34 31,35 17-31,1 35 16,-36 177 15,123-53 0,36-195 1</inkml:trace>
  <inkml:trace contextRef="#ctx0" brushRef="#br0" timeOffset="12546.52">23442 7056 0,'0'0'0,"-18"17"15,18 1-15,0-1 0,-17 89 32,52-53-17,-35-35-15,88-53 32,-70 17-17,-18 0-15,35-88 16,-35 89-1,-35-36 1,17 71 0,-17 34-1,0 1 1,35-35-16,17-18 16</inkml:trace>
  <inkml:trace contextRef="#ctx0" brushRef="#br0" timeOffset="12825.52">23636 6579 0,'0'0'0,"18"-70"16,-1 105 15,-17 0-15,18 1-16,-36 211 15,18-177 1,0 177 0,0-141-1,18-106-15,0 18 16</inkml:trace>
  <inkml:trace contextRef="#ctx0" brushRef="#br0" timeOffset="13438.76">24165 6473 0,'0'0'16,"0"-17"-1,-17 17-15,-36 17 31,17 72-15,-16 263 15,69-140-15,1-159-16,88 53 31,-71-106-31</inkml:trace>
  <inkml:trace contextRef="#ctx0" brushRef="#br0" timeOffset="14493.47">24289 6985 0,'17'-35'15,"1"17"16,0 18-15,-1 88 15,1-52-15,-18 52 0,0-53-1,0-17 1,35-71-1,-17 17 1,17-52 0,-17 53-1,-18 17-15,35-17 16,-17 106 15,-18-36-15,17 106 15,-17-123-31,18-1 16</inkml:trace>
  <inkml:trace contextRef="#ctx0" brushRef="#br0" timeOffset="15074.52">24747 7197 0,'-17'35'62,"17"53"-46,0-70-16,0 17 15,17 71 1,36-106 15,-35-35-15,0 17-16</inkml:trace>
  <inkml:trace contextRef="#ctx0" brushRef="#br0" timeOffset="15242.57">24783 6967 0,'0'18'31,"0"0"-15</inkml:trace>
  <inkml:trace contextRef="#ctx0" brushRef="#br0" timeOffset="15971.39">25100 7144 0,'0'17'47,"0"19"-31,0-19-16,-17 142 31,17-71 0</inkml:trace>
  <inkml:trace contextRef="#ctx0" brushRef="#br0" timeOffset="16623.54">25365 6914 0,'0'0'16,"0"-17"-1,17 17 1,1 0 0,-18 17-16,0 89 31,0-88-15,0 17-16,-18 53 15,18-70 1,18-36-1,0 1-15,-1-1 16,54-123 0,-54 106-16,36-71 31,-35 106-15,0 53-1,-18-36 1,0 1-16,17 88 15,-17-88 1,36 17 0</inkml:trace>
  <inkml:trace contextRef="#ctx0" brushRef="#br0" timeOffset="17172.31">25894 7108 0,'0'0'0,"0"-17"31,0 34-31,-18 1 0,18 106 31,0 140 1,0-229-32,-53 71 31,18-123-15,17-1-16</inkml:trace>
  <inkml:trace contextRef="#ctx0" brushRef="#br0" timeOffset="17385.34">25964 6862 0,'18'-36'31,"-36"72"-31,18-19 31</inkml:trace>
  <inkml:trace contextRef="#ctx0" brushRef="#br0" timeOffset="18087.36">26229 6385 0,'0'0'0,"0"-17"31,0 34-15,35 54-1,-17-18 1,0 176 0,-18-158-16,0-1 15,0 195 1,-18-212-16,-53 141 31,54-177-15,17 1-16,-18-36 15</inkml:trace>
  <inkml:trace contextRef="#ctx0" brushRef="#br0" timeOffset="18614.97">26476 6950 0,'0'-18'0,"0"36"0,18-54 31,70 54 0,-53-18-31,89 35 31,-54-35-15,-52-35 0</inkml:trace>
  <inkml:trace contextRef="#ctx0" brushRef="#br0" timeOffset="18811.03">26582 6738 0,'17'18'31,"72"17"0,-54-35-15</inkml:trace>
  <inkml:trace contextRef="#ctx0" brushRef="#br0" timeOffset="19620.75">27076 6791 0,'0'-18'0,"0"36"0,17-53 31,-17 17-16,18 18-15,17-53 16,-35 36 0,71-54-1,-54 53-15,-17 1 16,53-72 0,-53 54-1,36-35 1,-36 52-1,17 0 1,-34 107 15,-1 52-15,18-88 0,-35 211-1,-1-87 16,19-125-15</inkml:trace>
  <inkml:trace contextRef="#ctx0" brushRef="#br0" timeOffset="19833.32">27111 7091 0,'88'17'32,"-176"-34"-32,353 34 31,-230-17-31,18 0 15</inkml:trace>
  <inkml:trace contextRef="#ctx0" brushRef="#br0" timeOffset="22179.89">28152 6809 0,'17'0'32,"-17"-18"-17,18 18 1,70-88-1,18-89 17,-88 142-17,-18 17-15,35-87 16,-35 87 0,0 0-16,-18-35 15,1 53 1,-19 106-1,-17 229 17,36-264-17,-18 299 1,17-317 0,18-17-16,-18 17 15</inkml:trace>
  <inkml:trace contextRef="#ctx0" brushRef="#br0" timeOffset="22327.16">28116 7144 0,'0'0'0,"0"-36"15,18-34 1,106 88 31,-72-18-32</inkml:trace>
  <inkml:trace contextRef="#ctx0" brushRef="#br0" timeOffset="22629.26">28540 6950 0,'17'35'31,"-34"-70"-31,87 141 31,-52-106-31,70-89 31,-53 19-15,-70-18 15,-18 105-15,36 1-16,-36 70 31,53-17-15</inkml:trace>
  <inkml:trace contextRef="#ctx0" brushRef="#br0" timeOffset="22865.33">28751 6862 0,'36'-18'31,"-72"36"-31,89-36 16,-17 71-1,-36 0 1,0-18-16,0 53 31,17-70-15,-17-36-16,18 1 15,52-72 1,-34 54 0</inkml:trace>
  <inkml:trace contextRef="#ctx0" brushRef="#br0" timeOffset="23624.05">29492 6844 0,'-17'-18'16,"34"36"-16,-34-18 16,-19 70-1,36-34 1,53 87 0,35-158 15,-70 17-16,-18-17-15,35-53 16,-35 53-16,-17-54 31,-1 72-15,18 34 0,71 142 15,17-106 0,-71-53-15</inkml:trace>
  <inkml:trace contextRef="#ctx0" brushRef="#br0" timeOffset="23973.16">29845 6809 0,'0'0'0,"18"0"31,-1 105 1,1-34-1,-18-53-31,88-89 31,0-52 0,-70 140 1,-36 54-17,18-36-15,53 53 31,-35-88-15</inkml:trace>
  <inkml:trace contextRef="#ctx0" brushRef="#br0" timeOffset="24437.53">30339 6773 0,'0'0'0,"-18"-35"31,1 53-31,17 88 32,0-89-32,17 36 15,19 0 1,-19-53-16,54-35 31,-54 17-31,1 0 16,0-52-1,-18 17 17,17 176-1,-17-87-31,0 228 31,0-105-15,-53 88 15,53-212-15,-70 1-1,52-36-15</inkml:trace>
  <inkml:trace contextRef="#ctx0" brushRef="#br0" timeOffset="25955.38">31291 6668 0,'0'-36'16,"0"19"15,0 52 0,-17 53-15,17 53-1,0-88 1,0-18-16,70 54 16,-52-89-16,105-89 31,-105 54-16</inkml:trace>
  <inkml:trace contextRef="#ctx0" brushRef="#br0" timeOffset="26174.44">31344 6227 0,'0'0'0,"0"-18"16,0 36 15,18-18 0</inkml:trace>
  <inkml:trace contextRef="#ctx0" brushRef="#br0" timeOffset="26705.14">31785 6668 0,'0'0'0,"53"0"15,-35 0 1,88 17 0,17-17 15</inkml:trace>
  <inkml:trace contextRef="#ctx0" brushRef="#br0" timeOffset="26958.47">31750 6473 0,'0'0'0,"18"0"16,-1 18 0,19-18-16,69 18 15,-69-18 1,70-18-1</inkml:trace>
  <inkml:trace contextRef="#ctx0" brushRef="#br0" timeOffset="27660.05">32015 6209 0,'0'18'31,"0"34"-15,0 1-16,0-17 0,-71 228 31,36-140-15,17-89 0</inkml:trace>
  <inkml:trace contextRef="#ctx0" brushRef="#br0" timeOffset="28649.74">32438 6632 0,'0'-17'15,"0"-1"1,0 53 0,0-17-1,0 17-15,-18 177 31,1-71-15,-36 18 15,0-177-15</inkml:trace>
  <inkml:trace contextRef="#ctx0" brushRef="#br0" timeOffset="28829.29">32491 6191 0,'0'-35'15,"0"70"-15,17-88 16,-34 53-16,17 18 15</inkml:trace>
  <inkml:trace contextRef="#ctx0" brushRef="#br0" timeOffset="33910.65">27905 8255 0,'-18'0'78,"36"0"-47,-18-18 63,-18 89-47,36 70-16,-18-106-31,0-17 0,35 35 31,18-53-15,-35-18-16,17-35 16</inkml:trace>
  <inkml:trace contextRef="#ctx0" brushRef="#br0" timeOffset="34127.19">27958 7955 0,'0'0'0,"-18"-17"31,36 52 0</inkml:trace>
  <inkml:trace contextRef="#ctx0" brushRef="#br0" timeOffset="34531.62">28222 8643 0,'0'0'16,"0"71"-1,0-36-15,-17 71 32,-19-71-17,1-35 1</inkml:trace>
  <inkml:trace contextRef="#ctx0" brushRef="#br0" timeOffset="35086.74">28522 8255 0,'-18'0'16,"36"18"-1,-18 105 1,18 1 0,-18-71-1,0 141 1,0-159 0,-53 53-1,35-88 1,1 18-16,-19-54 15</inkml:trace>
  <inkml:trace contextRef="#ctx0" brushRef="#br0" timeOffset="35237.32">28504 7920 0,'0'0'0,"0"18"16</inkml:trace>
  <inkml:trace contextRef="#ctx0" brushRef="#br0" timeOffset="36707.91">29069 7955 0,'0'-17'16,"0"34"46,-18-17-30,1 18-1,-36 35 0,35-53-15,-17 53-1,0-36 17,35 1-17,-18-18 16,0 0 1,18 18-17,18-1 32,0-17-31,-1 18 15,18-1 0,-35 1-31,89 17 32,-19-17-1,-52-18-31,-18 18 15</inkml:trace>
  <inkml:trace contextRef="#ctx0" brushRef="#br0" timeOffset="37263.58">28804 8414 0,'0'0'0,"36"17"16,87 36 15,-35-53-15,-52 0-16,-1-17 15</inkml:trace>
  <inkml:trace contextRef="#ctx0" brushRef="#br0" timeOffset="38164.96">29422 7708 0,'0'-17'32,"0"34"-1,0 213 0,-18 16 0,0-157-15,1-36 0</inkml:trace>
  <inkml:trace contextRef="#ctx0" brushRef="#br0" timeOffset="38404.56">29545 8096 0,'0'-17'31,"0"34"-31,0-17 16,0 18-16,-17 35 15,17 35 1,0-70 0,52 17-1,-16-35-15,-1-18 16</inkml:trace>
  <inkml:trace contextRef="#ctx0" brushRef="#br0" timeOffset="40001.19">27623 8114 0,'-18'0'16,"-35"18"15,35-1-16,-35 1 1,36-1 0,-1-17-16,0 18 15,1-18 1,34 35 0,54 36 15,-53-53-16,70 34 1,-70-34 15</inkml:trace>
  <inkml:trace contextRef="#ctx0" brushRef="#br0" timeOffset="40231.94">27446 8555 0,'35'18'31,"36"52"0,0-70-15,-54 0-16</inkml:trace>
  <inkml:trace contextRef="#ctx0" brushRef="#br0" timeOffset="40875.62">26793 8273 0,'-17'0'15,"34"-18"17,-17 0-32,89-52 31,-19-18-16,1-18 1,-1-18 15,-52 107 1,-36 140-17,1-70-15,17 88 16,-18-70-16,18-1 15,-18 177 1,1-211-16,17-1 16</inkml:trace>
  <inkml:trace contextRef="#ctx0" brushRef="#br0" timeOffset="41063.19">26846 8749 0,'0'0'0,"159"-35"31,-106 17-15,0 18-16,106-53 16,-106 53-16,-18-18 15,0 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10T09:12:47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23407 14446 0,'-18'0'31,"1"-17"1,-1 17-32,18-18 47,35-35-16,-35 35-31,71-105 31,-36 35-15,0 35-1,1 35 1,-19 89 15,1 70-15,-36-71-1,1 72 17,17-125-17,0 1 1,17-18-16,1-18 16,17-70-1,-17 53 1,52-89-1,-52 89-15,0 0 16,35-36 0,-36 71-1,1 0 1,17 124 0,-53 70 15,18-71-16,0-88-15,-17-17 16</inkml:trace>
  <inkml:trace contextRef="#ctx0" brushRef="#br0" timeOffset="562.86">24218 14640 0,'0'0'0,"18"-17"32,-36 17-1,18-18-16,-35 18 1,17 0 0,-35 18-1,36 17 17,34-17-17,-17-1-15,36 89 16,-19-71-1,-17-17-15,18 70 32,-36-70-32,-70 70 15,53-70 1,-89 52 0</inkml:trace>
  <inkml:trace contextRef="#ctx0" brushRef="#br0" timeOffset="2109.87">24518 14340 0,'0'-17'16,"18"-1"0,35 18-1,-36 0-15,124-17 32,0-1-1,-123 18-16</inkml:trace>
  <inkml:trace contextRef="#ctx0" brushRef="#br0" timeOffset="2331.57">24483 14252 0,'0'0'0,"0"-17"16,17 17-16,54-36 15,-53 36 1,193-53 0,-105 36-1</inkml:trace>
  <inkml:trace contextRef="#ctx0" brushRef="#br0" timeOffset="3111.46">25347 13511 0,'18'-17'31,"105"-19"0,142 54 0,88 0 1,-301-1-32,37 19 31</inkml:trace>
  <inkml:trace contextRef="#ctx0" brushRef="#br0" timeOffset="3977.51">25400 13564 0,'0'0'0,"-35"-17"32,52 34-1,89 142 0,88-35 0,-88-72-15,35 1 15,-106-35-15,-17-18-16,-18 18 31,-53 35 0,-17-1-15,-71 90 15,-36 34 0,159-141-31,-123 71 32,36 18-1,52-72 0,35-34-15,36-18-1,52 0 1,107-18 15,17-17-15,-141 18-16,17-1 16,124 18-1,-123 18 1,-18 34-1</inkml:trace>
  <inkml:trace contextRef="#ctx0" brushRef="#br0" timeOffset="6900.84">25188 15152 0,'0'-18'31,"0"53"79,-17 18-95,17-17-15,0 87 32,0-70-17,0-35 1,53 17-1,35-88 17,-71 18-17</inkml:trace>
  <inkml:trace contextRef="#ctx0" brushRef="#br0" timeOffset="7168.38">25294 14975 0,'0'0'0,"18"-17"16,-18-1-1,0 36 1,-18 17 0</inkml:trace>
  <inkml:trace contextRef="#ctx0" brushRef="#br0" timeOffset="7566.49">25506 15222 0,'0'0'0,"53"0"47,53 36-16,-1-36 1,-87 0-32</inkml:trace>
  <inkml:trace contextRef="#ctx0" brushRef="#br0" timeOffset="7794.07">25612 15081 0,'0'-17'15,"70"34"17,1 1-17,-1-18 1</inkml:trace>
  <inkml:trace contextRef="#ctx0" brushRef="#br0" timeOffset="8206.12">26053 15222 0,'0'0'0,"17"0"31,1-35-15,0 17-16,17-17 16,-18 18-16,72-89 31,-72 88-31,19-35 31,-54 194 0,18-88-15,-35 141 0,17-159-16,18 1 15,18-1 1</inkml:trace>
  <inkml:trace contextRef="#ctx0" brushRef="#br0" timeOffset="9492.31">25841 12471 0,'0'17'32,"-18"36"-17,18-35-15,-53 141 32,36-142-17,17 19-15,-35 87 16,17-88-1,0 54 1</inkml:trace>
  <inkml:trace contextRef="#ctx0" brushRef="#br0" timeOffset="9842.23">26017 12876 0,'-53'0'31,"-35"36"-15,35 17 15,53-36-15,53 36 0,-35-35-1,70-1 1</inkml:trace>
  <inkml:trace contextRef="#ctx0" brushRef="#br0" timeOffset="11033.94">26476 14235 0,'0'-18'47,"-18"0"-16</inkml:trace>
  <inkml:trace contextRef="#ctx0" brushRef="#br0" timeOffset="11484.2">26458 14217 0,'0'-18'110,"18"1"-95,-18-1 1,53-35 15,0 53 1,-53 35-17,0 1-15,-18 105 31,18-53 1,71-123-1,-54 17-31,89-141 31,-53 53-15,-18 36-1,-17 52-15</inkml:trace>
  <inkml:trace contextRef="#ctx0" brushRef="#br0" timeOffset="12437.95">26988 14429 0,'0'-18'0,"0"53"62,-18 36-46,18-54-16,0 89 31,18-70-15,17-36 15</inkml:trace>
  <inkml:trace contextRef="#ctx0" brushRef="#br0" timeOffset="12582.63">27058 14252 0,'0'-17'32,"0"34"-32,0-17 31</inkml:trace>
  <inkml:trace contextRef="#ctx0" brushRef="#br0" timeOffset="13201.77">27340 14111 0,'0'0'15,"0"-18"16,0 36 16,0 0-31,36-1 15,-19-17-15,1-17-16,-1-19 31,-34 1-15,17 35 15,17 18-15,19-18-1,-19 0-15</inkml:trace>
  <inkml:trace contextRef="#ctx0" brushRef="#br0" timeOffset="14251.83">27711 13564 0,'0'18'46,"-18"88"-30,18-53-16,-18 247 31,18-1 1,36-210-1,34-178 0,-70 54-31,18 18 16,0-89-1,-1 17 17,36 72-17,35 17 16,-35 17-15</inkml:trace>
  <inkml:trace contextRef="#ctx0" brushRef="#br0" timeOffset="14719.07">28099 14376 0,'0'17'32,"0"1"-17,-18 0-15,18 52 16,18 1 0,-18-54-1,53-34 1</inkml:trace>
  <inkml:trace contextRef="#ctx0" brushRef="#br0" timeOffset="14883.12">28205 14093 0,'0'0'15,"0"-35"1,17 53 15,-17-1-15</inkml:trace>
  <inkml:trace contextRef="#ctx0" brushRef="#br0" timeOffset="15792.37">28504 13988 0,'0'17'31,"0"1"-15,18-18-1,0 0 17,-18-53-1,-36 18 0,36 105 0,36-52-15</inkml:trace>
  <inkml:trace contextRef="#ctx0" brushRef="#br0" timeOffset="16425.64">28681 14393 0,'0'0'0,"17"-17"47,-17-19-32,53-69 1,-35 69-1,0 1-15,52-124 16,-52 124 0,52-212-1,-34 71 17,-36 158-17,0 0-15,0 1 16,0 34-1,-18 142 1,-17 123 15,35-229-15,0 0-16,0 71 16,0-107-1,70-34 1,71-195 15,-105 159-15,34-88-1,-52 106 1,-18-1 0</inkml:trace>
  <inkml:trace contextRef="#ctx0" brushRef="#br0" timeOffset="16961.25">29228 14358 0,'-18'18'16,"18"-1"-16,-18 89 31,36-18 1,53-105-1</inkml:trace>
  <inkml:trace contextRef="#ctx0" brushRef="#br0" timeOffset="17120.45">29245 14217 0,'0'0'0,"0"-18"15,0 1 1,18 17-1,-36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10T09:13:56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19156 16193 0,'0'-18'16,"-18"-17"-1,18-1 17,0 19-17,0 34 48,0-34-32,0 34 0,0 36 0,0 212 1,-17-212-32,17 0 15,17 123 1,54-35 15,-36-141-15,-17 0-1,-1-35 1</inkml:trace>
  <inkml:trace contextRef="#ctx0" brushRef="#br0" timeOffset="246.06">18962 16387 0,'0'0'15,"0"-53"1,17 53 0,1 0-16,70-18 15,-70 18 1,105 35-1,-105-17 1</inkml:trace>
  <inkml:trace contextRef="#ctx0" brushRef="#br0" timeOffset="1569.63">19808 16298 0,'0'-17'16,"0"-19"-1,-17 19 17,-18 17-17,17 0-15,0 17 0,-52 36 32,52-35-17,-35 123 1,53-35-1,0-88 1,88 70 0,-70-88-1,88-18 1,-106 0 0,17 18-16</inkml:trace>
  <inkml:trace contextRef="#ctx0" brushRef="#br0" timeOffset="1750.16">19614 16422 0,'0'0'0,"0"-18"16,0 36-1,89-18 1,-54 0-1,18-18 1</inkml:trace>
  <inkml:trace contextRef="#ctx0" brushRef="#br0" timeOffset="2830.93">20126 16104 0,'0'-17'16,"18"17"-1,-1 0 1,54 0 0,-54-18-16,19 18 15,87 0 1,-105 0-16,52 88 31,-70 0-15,-17-70-16,17 17 15,-88 106 1,52-105-16,19-1 16,-89 71-1,71-71-15,-1 36 31,54-54-15,141-34 0,35-1 15,-159 18-15,-17 0-16,52-35 15</inkml:trace>
  <inkml:trace contextRef="#ctx0" brushRef="#br0" timeOffset="3196.95">20743 15998 0,'0'0'15,"-17"0"1,17 18-16,-106 229 31,35-35-15,36-142-16,-88 213 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10T09:17:56.4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12188 14570 0,'53'-18'16,"-17"18"0,-19-18-16,54 1 15,-53 17-15,52 0 31,-35 0-15,-17 0-16</inkml:trace>
  <inkml:trace contextRef="#ctx0" brushRef="#br0" timeOffset="511.3">12823 14587 0,'36'-17'47,"-36"-1"-31,53-70-1,-18 53 1,18-54 0,-35 89-1,17 106 1,-35-53-1,0 124 1,17-125 15</inkml:trace>
  <inkml:trace contextRef="#ctx0" brushRef="#br0" timeOffset="868.8">13264 14358 0,'-17'35'32,"17"-17"-32,0 88 31,88-53 0,18-36 0,-53 36 1,-89 88-1,-16-88-16,16-53 1,-17-35 0</inkml:trace>
  <inkml:trace contextRef="#ctx0" brushRef="#br0" timeOffset="1034.98">13282 14499 0,'0'0'0,"53"-35"31,-35 35-31,-1 0 16,124-35 15</inkml:trace>
  <inkml:trace contextRef="#ctx0" brushRef="#br0" timeOffset="1424.08">13864 14429 0,'0'0'0,"18"-18"16,-1 0 0,36-70-1,0-18 16,-35 106-15,-18 36-16,0-1 16,0 194-1,0-176-15,18 141 32</inkml:trace>
  <inkml:trace contextRef="#ctx0" brushRef="#br0" timeOffset="1975.24">14464 14781 0,'0'0'0,"-18"36"15,18-1-15,0 0 0,-17 71 16,17 0 15</inkml:trace>
  <inkml:trace contextRef="#ctx0" brushRef="#br0" timeOffset="4014.66">14817 14499 0,'17'0'0,"19"0"16,-19 0-1,54 18 1,-54-18-1,89-35 1,-88 17 0</inkml:trace>
  <inkml:trace contextRef="#ctx0" brushRef="#br0" timeOffset="4492.26">15363 14217 0,'-17'53'32,"34"-106"-32,1 194 31,0-123-31,-1-18 15,36-71 17,-53 54-32,-35-54 31,-53 124 0,70-35-31,18-1 16,-17 36-1</inkml:trace>
  <inkml:trace contextRef="#ctx0" brushRef="#br0" timeOffset="4713.31">15416 14288 0,'0'0'0,"18"70"15,17 1 1,36 105 0,-53-141-1,17 89 1,-35-89-16,0-17 16,-53 35-1,18-36-15,-54-17 31</inkml:trace>
  <inkml:trace contextRef="#ctx0" brushRef="#br0" timeOffset="5071.72">15681 14429 0,'0'0'0,"53"-53"31,-35 35-31,-18 0 0,70-70 16,-52 71-1,35-36 17,-53 194-1,0 88 0,0-176-31,0-35 0,17 35 16</inkml:trace>
  <inkml:trace contextRef="#ctx0" brushRef="#br0" timeOffset="5270.3">16175 14764 0,'-18'35'0,"36"-70"0,-53 141 16,17-71-16,18 0 0,0 0 15,-18 1 1</inkml:trace>
  <inkml:trace contextRef="#ctx0" brushRef="#br0" timeOffset="6158.48">16510 14517 0,'18'0'16,"-1"0"0,54 17-1,-54-17 1,1 0-16</inkml:trace>
  <inkml:trace contextRef="#ctx0" brushRef="#br0" timeOffset="6660.53">16933 14252 0,'53'0'32,"-35"0"-32,17 36 31,-17 16-16,-36-34-15,18 17 32,18-17-1,17-18-15,36 106 15,-71 35 0,-89-71 0,1-70 1</inkml:trace>
  <inkml:trace contextRef="#ctx0" brushRef="#br0" timeOffset="7085.48">17427 14429 0,'0'0'16,"53"-36"0,18-69 15,-36 52-16,-17 17-15,35-34 32,-53 87-17,17 248 17,-34-106-17,17-124-15,0 71 31</inkml:trace>
  <inkml:trace contextRef="#ctx0" brushRef="#br0" timeOffset="7281.59">17551 14764 0,'70'17'16,"-140"-34"-16,317 34 31,-230-34-15,36 17-16</inkml:trace>
  <inkml:trace contextRef="#ctx0" brushRef="#br0" timeOffset="10420.62">18256 14728 0,'18'18'16,"-36"88"15,18-53-15,0 35-1,0-70 1</inkml:trace>
  <inkml:trace contextRef="#ctx0" brushRef="#br0" timeOffset="10800.73">18486 14217 0,'0'0'0,"70"-35"16,-52 35-1,52 0 1,-52 17-16,-18 1 16,35 35-1,-35-18 1,-35 142-1,35-142 1,-18 141 0,71-123 15,-35-71-15,0 1-16,-1-1 0</inkml:trace>
  <inkml:trace contextRef="#ctx0" brushRef="#br0" timeOffset="11142.29">19015 14270 0,'0'18'0,"0"-36"16,0 53-16,17 0 15,1-17 1,35-71 15,-18-70 1,-35 105-32,-53-17 31,0 88-16,18 53 17</inkml:trace>
  <inkml:trace contextRef="#ctx0" brushRef="#br0" timeOffset="11358.37">19138 14199 0,'35'89'31,"-70"-178"-31,123 372 32,-88-248-32,0 141 31,-53-88-16,36-70-15,-36 0 16</inkml:trace>
  <inkml:trace contextRef="#ctx0" brushRef="#br0" timeOffset="12139.76">19579 14693 0,'-17'159'31,"17"-71"-15,0-53-16,0 1 0,0 34 15</inkml:trace>
  <inkml:trace contextRef="#ctx0" brushRef="#br0" timeOffset="13073.05">20055 14429 0,'71'-36'31,"-36"19"-16,-17-1-15,0 0 16,17-70 0,-18 71-16,-34-72 31,17 72-15,-53-1-1,18 0 1,17 18-16,-17 36 15,35-19-15,-36 142 32,36-106-17,18 0-15,17 141 16,-17-71 0,-18-87-1,0 34 1,0-52-16,-71-18 31,54-18-15,-36-70-1,53 70 1,53-105 0,-53 88-1,70-36 1</inkml:trace>
  <inkml:trace contextRef="#ctx0" brushRef="#br0" timeOffset="13471.18">20514 14146 0,'-53'-17'31,"53"34"-31,-18 89 32,36-35-17,70-36 16,-17-141 1,-71 89-32,-35-72 31,-18 89-15,0 53 15,53-17-16,0-19-15</inkml:trace>
  <inkml:trace contextRef="#ctx0" brushRef="#br0" timeOffset="13671.97">20549 14235 0,'18'0'31,"-36"0"-31,71 105 31,-53-52-31,18-17 16,-18 246 15,-18-247-31,18 0 0,-17 1 16,-72 34-1,1-34 1,53-19-16,0-17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3-13T10:09:12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18203 14146 0,'0'-35'31,"0"53"-15,-17-1 15,17 1-15,17 0-1,-34-18 16,-1-18 1,-17 18-17,0-18 1,-18 18 0,0-17-1,0-1 1,17 18-1,-16 0 1,34 18-16,-17-18 16,-18 35-1,53-17-15,-36-1 16,1 36 0,0 0-1,0 0 1,-1-18-1,19 18 1,-1-35 0,18 0-16,-18 17 15,18 35 1,-17 1 0,-1-18-1,1-18 1,17 0-1,0 1 1,0 17 0,17-36-16,-17 19 15,18 16 1,-18-34-16,17 17 16,1 1-1,17-1 1,-17-17-1,0 17 1,-1-18-16,1 19 16,17-1-1,0 0 1,18-17 0,-17-18-1,-1 0 1,0-18-16,0 18 15,18-17 1,-35 17-16,17 0 16,36-18-1,-18-17 1,-18 17 0,18-17-1,0 0 1,0 35-1,-36 0 1,1 0 0,0 0-1,-1-18 1,1-17 0,17-36-1,1-17 1,-19 35-1,-17 0 1,0 0 0,0 18-1,-17-18 1,17 0 0,0 35-1,-18-35 1,0 18-1,18-18 1,0 0 0,-17 0-1,17 18 1,-18-18 0,0 18-1,-17 0 1,17-1-1,1 1 1,17 17 0,-18 1-1,1 17 1,-1 0 0,-35 35-1,18 0 1,-18-17-1,35-36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22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7.png"/><Relationship Id="rId1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25.png"/><Relationship Id="rId17" Type="http://schemas.openxmlformats.org/officeDocument/2006/relationships/customXml" Target="../ink/ink1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2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7.png"/><Relationship Id="rId1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customXml" Target="../ink/ink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customXml" Target="../ink/ink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0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0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33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330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330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4.png"/><Relationship Id="rId7" Type="http://schemas.openxmlformats.org/officeDocument/2006/relationships/image" Target="../media/image39.png"/><Relationship Id="rId12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7.png"/><Relationship Id="rId5" Type="http://schemas.openxmlformats.org/officeDocument/2006/relationships/image" Target="../media/image37.png"/><Relationship Id="rId10" Type="http://schemas.openxmlformats.org/officeDocument/2006/relationships/image" Target="../media/image46.png"/><Relationship Id="rId4" Type="http://schemas.openxmlformats.org/officeDocument/2006/relationships/image" Target="../media/image36.png"/><Relationship Id="rId9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30.png"/><Relationship Id="rId3" Type="http://schemas.openxmlformats.org/officeDocument/2006/relationships/image" Target="../media/image44.png"/><Relationship Id="rId7" Type="http://schemas.openxmlformats.org/officeDocument/2006/relationships/image" Target="../media/image39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7.png"/><Relationship Id="rId5" Type="http://schemas.openxmlformats.org/officeDocument/2006/relationships/image" Target="../media/image37.png"/><Relationship Id="rId10" Type="http://schemas.openxmlformats.org/officeDocument/2006/relationships/image" Target="../media/image46.png"/><Relationship Id="rId4" Type="http://schemas.openxmlformats.org/officeDocument/2006/relationships/image" Target="../media/image36.png"/><Relationship Id="rId9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30.png"/><Relationship Id="rId3" Type="http://schemas.openxmlformats.org/officeDocument/2006/relationships/image" Target="../media/image44.png"/><Relationship Id="rId7" Type="http://schemas.openxmlformats.org/officeDocument/2006/relationships/image" Target="../media/image39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7.png"/><Relationship Id="rId5" Type="http://schemas.openxmlformats.org/officeDocument/2006/relationships/image" Target="../media/image37.png"/><Relationship Id="rId10" Type="http://schemas.openxmlformats.org/officeDocument/2006/relationships/image" Target="../media/image46.png"/><Relationship Id="rId4" Type="http://schemas.openxmlformats.org/officeDocument/2006/relationships/image" Target="../media/image36.png"/><Relationship Id="rId9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1.png"/><Relationship Id="rId3" Type="http://schemas.openxmlformats.org/officeDocument/2006/relationships/image" Target="../media/image44.png"/><Relationship Id="rId7" Type="http://schemas.openxmlformats.org/officeDocument/2006/relationships/image" Target="../media/image39.png"/><Relationship Id="rId12" Type="http://schemas.openxmlformats.org/officeDocument/2006/relationships/image" Target="../media/image49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7.png"/><Relationship Id="rId5" Type="http://schemas.openxmlformats.org/officeDocument/2006/relationships/image" Target="../media/image50.png"/><Relationship Id="rId15" Type="http://schemas.openxmlformats.org/officeDocument/2006/relationships/customXml" Target="../ink/ink5.xml"/><Relationship Id="rId10" Type="http://schemas.openxmlformats.org/officeDocument/2006/relationships/image" Target="../media/image46.png"/><Relationship Id="rId4" Type="http://schemas.openxmlformats.org/officeDocument/2006/relationships/image" Target="../media/image36.png"/><Relationship Id="rId9" Type="http://schemas.openxmlformats.org/officeDocument/2006/relationships/image" Target="../media/image45.png"/><Relationship Id="rId14" Type="http://schemas.openxmlformats.org/officeDocument/2006/relationships/image" Target="../media/image33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1.png"/><Relationship Id="rId3" Type="http://schemas.openxmlformats.org/officeDocument/2006/relationships/image" Target="../media/image44.png"/><Relationship Id="rId7" Type="http://schemas.openxmlformats.org/officeDocument/2006/relationships/image" Target="../media/image39.png"/><Relationship Id="rId12" Type="http://schemas.openxmlformats.org/officeDocument/2006/relationships/image" Target="../media/image49.png"/><Relationship Id="rId17" Type="http://schemas.openxmlformats.org/officeDocument/2006/relationships/image" Target="../media/image330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7.png"/><Relationship Id="rId5" Type="http://schemas.openxmlformats.org/officeDocument/2006/relationships/image" Target="../media/image50.png"/><Relationship Id="rId15" Type="http://schemas.openxmlformats.org/officeDocument/2006/relationships/customXml" Target="../ink/ink6.xml"/><Relationship Id="rId10" Type="http://schemas.openxmlformats.org/officeDocument/2006/relationships/image" Target="../media/image46.png"/><Relationship Id="rId4" Type="http://schemas.openxmlformats.org/officeDocument/2006/relationships/image" Target="../media/image36.png"/><Relationship Id="rId9" Type="http://schemas.openxmlformats.org/officeDocument/2006/relationships/image" Target="../media/image45.png"/><Relationship Id="rId14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SA_(cryptosystem)#Using_the_Chinese_remainder_algorithm" TargetMode="Externa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SA_(cryptosystem)#Using_the_Chinese_remainder_algorithm" TargetMode="Externa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artofproblemsolving.com/community/c1157h990758_the_chinese_remainder_theorem_and_lagrange_interpolation" TargetMode="External"/><Relationship Id="rId2" Type="http://schemas.openxmlformats.org/officeDocument/2006/relationships/hyperlink" Target="https://en.wikipedia.org/wiki/RSA_(cryptosystem)#Using_the_Chinese_remainder_algorithm" TargetMode="Externa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artofproblemsolving.com/community/c1157h990758_the_chinese_remainder_theorem_and_lagrange_interpolation" TargetMode="External"/><Relationship Id="rId2" Type="http://schemas.openxmlformats.org/officeDocument/2006/relationships/hyperlink" Target="https://en.wikipedia.org/wiki/RSA_(cryptosystem)#Using_the_Chinese_remainder_algorith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Proofs_of_quadratic_reciproc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1F008F0A-DD82-4979-8450-9C2AFF5AB930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CF2E66A-EA1D-1672-778C-462319B77CFC}"/>
              </a:ext>
            </a:extLst>
          </p:cNvPr>
          <p:cNvSpPr txBox="1"/>
          <p:nvPr/>
        </p:nvSpPr>
        <p:spPr>
          <a:xfrm>
            <a:off x="176470" y="785277"/>
            <a:ext cx="11816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 remainder theorem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allows for solving systems of congruences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rime numbers.</a:t>
            </a: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3BC70-4F65-2713-9EA9-3F350B4A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74A1F22-4458-21CD-F07A-710FE46D5FF3}"/>
                  </a:ext>
                </a:extLst>
              </p:cNvPr>
              <p:cNvSpPr txBox="1"/>
              <p:nvPr/>
            </p:nvSpPr>
            <p:spPr>
              <a:xfrm>
                <a:off x="176470" y="1616274"/>
                <a:ext cx="1167550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Chinese mathematician Sun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solved the problem of finding 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give remainders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respectively.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74A1F22-4458-21CD-F07A-710FE46D5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16274"/>
                <a:ext cx="11675504" cy="830997"/>
              </a:xfrm>
              <a:prstGeom prst="rect">
                <a:avLst/>
              </a:prstGeom>
              <a:blipFill>
                <a:blip r:embed="rId2"/>
                <a:stretch>
                  <a:fillRect l="-836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C2737FF9-E07B-649F-01CF-F2C48CEDB652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0E75585-E4A2-FDE9-1B58-1C8F714B99A4}"/>
              </a:ext>
            </a:extLst>
          </p:cNvPr>
          <p:cNvSpPr txBox="1"/>
          <p:nvPr/>
        </p:nvSpPr>
        <p:spPr>
          <a:xfrm>
            <a:off x="176470" y="785277"/>
            <a:ext cx="11816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 remainder theorem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allows for solving systems of congruences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rime numbers.</a:t>
            </a:r>
          </a:p>
        </p:txBody>
      </p:sp>
    </p:spTree>
    <p:extLst>
      <p:ext uri="{BB962C8B-B14F-4D97-AF65-F5344CB8AC3E}">
        <p14:creationId xmlns:p14="http://schemas.microsoft.com/office/powerpoint/2010/main" val="88127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2C79-5FAC-953A-E4A4-36CF8756C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B484B43-E7CF-C6F4-1213-178475D34898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097178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other words, Sun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solved the problem of finding a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satisfies all three congruences: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B484B43-E7CF-C6F4-1213-178475D34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0971786" cy="830997"/>
              </a:xfrm>
              <a:prstGeom prst="rect">
                <a:avLst/>
              </a:prstGeom>
              <a:blipFill>
                <a:blip r:embed="rId2"/>
                <a:stretch>
                  <a:fillRect l="-889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E9DBB857-B67A-C674-E6C3-371E1E68951E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BE78AAB-7524-B4F9-5721-31F1071D8872}"/>
                  </a:ext>
                </a:extLst>
              </p:cNvPr>
              <p:cNvSpPr txBox="1"/>
              <p:nvPr/>
            </p:nvSpPr>
            <p:spPr>
              <a:xfrm>
                <a:off x="176470" y="1616274"/>
                <a:ext cx="1167550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Chinese mathematician Sun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solved the problem of finding 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give remainders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respectively.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BE78AAB-7524-B4F9-5721-31F1071D8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16274"/>
                <a:ext cx="11675504" cy="830997"/>
              </a:xfrm>
              <a:prstGeom prst="rect">
                <a:avLst/>
              </a:prstGeom>
              <a:blipFill>
                <a:blip r:embed="rId3"/>
                <a:stretch>
                  <a:fillRect l="-836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A4C0B59D-40BF-E8EF-D368-36FD97320352}"/>
              </a:ext>
            </a:extLst>
          </p:cNvPr>
          <p:cNvSpPr txBox="1"/>
          <p:nvPr/>
        </p:nvSpPr>
        <p:spPr>
          <a:xfrm>
            <a:off x="176470" y="785277"/>
            <a:ext cx="11816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 remainder theorem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allows for solving systems of congruences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rime numbers.</a:t>
            </a:r>
          </a:p>
        </p:txBody>
      </p:sp>
    </p:spTree>
    <p:extLst>
      <p:ext uri="{BB962C8B-B14F-4D97-AF65-F5344CB8AC3E}">
        <p14:creationId xmlns:p14="http://schemas.microsoft.com/office/powerpoint/2010/main" val="59217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D27E-5044-E9CF-449E-9B2E4EE9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B4016F7-B227-9A51-BD9B-6080DDA0390D}"/>
                  </a:ext>
                </a:extLst>
              </p:cNvPr>
              <p:cNvSpPr txBox="1"/>
              <p:nvPr/>
            </p:nvSpPr>
            <p:spPr>
              <a:xfrm>
                <a:off x="176467" y="3278268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B4016F7-B227-9A51-BD9B-6080DDA03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7" y="3278268"/>
                <a:ext cx="11839063" cy="1459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2AAF80EE-1F40-E2B7-EBD3-9C3976EA4B64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47AD7B4-057C-8966-0E42-CB4A378BA859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097178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other words, Sun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solved the problem of finding a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satisfies all three congruences: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47AD7B4-057C-8966-0E42-CB4A378BA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0971786" cy="830997"/>
              </a:xfrm>
              <a:prstGeom prst="rect">
                <a:avLst/>
              </a:prstGeom>
              <a:blipFill>
                <a:blip r:embed="rId5"/>
                <a:stretch>
                  <a:fillRect l="-889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7900074-F137-16E2-D21C-9FA738A1B787}"/>
                  </a:ext>
                </a:extLst>
              </p:cNvPr>
              <p:cNvSpPr txBox="1"/>
              <p:nvPr/>
            </p:nvSpPr>
            <p:spPr>
              <a:xfrm>
                <a:off x="176470" y="1616274"/>
                <a:ext cx="1167550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Chinese mathematician Sun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solved the problem of finding 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give remainders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respectively.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7900074-F137-16E2-D21C-9FA738A1B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16274"/>
                <a:ext cx="11675504" cy="830997"/>
              </a:xfrm>
              <a:prstGeom prst="rect">
                <a:avLst/>
              </a:prstGeom>
              <a:blipFill>
                <a:blip r:embed="rId6"/>
                <a:stretch>
                  <a:fillRect l="-836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6576575-5570-4787-79A0-C84FFE5904FD}"/>
              </a:ext>
            </a:extLst>
          </p:cNvPr>
          <p:cNvSpPr txBox="1"/>
          <p:nvPr/>
        </p:nvSpPr>
        <p:spPr>
          <a:xfrm>
            <a:off x="176470" y="785277"/>
            <a:ext cx="11816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 remainder theorem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allows for solving systems of congruences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rime numbers.</a:t>
            </a:r>
          </a:p>
        </p:txBody>
      </p:sp>
    </p:spTree>
    <p:extLst>
      <p:ext uri="{BB962C8B-B14F-4D97-AF65-F5344CB8AC3E}">
        <p14:creationId xmlns:p14="http://schemas.microsoft.com/office/powerpoint/2010/main" val="101595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85B63-194B-23A4-85D7-80A254AF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3323266-177E-1735-95D6-CA9236C4A016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529F8A0-73D5-0340-6993-3C34004BF4E1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529F8A0-73D5-0340-6993-3C34004BF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EB48681D-97DB-6E4E-2CF7-526245DF8DD6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161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47AF4-8619-2539-65D2-FC32EC4D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9BA8DE7-F4E8-F078-F245-3BA5E2D37693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9BA8DE7-F4E8-F078-F245-3BA5E2D37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24F85574-F88F-B069-D0AC-1682458C45EB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0CF2B9C-1573-7CDD-71E7-67B7C01E8F22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1023EA2-E087-BDA2-3E44-E19D13B5A145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70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DD312-95C2-8572-4B40-96887D7B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EE5CE11-715A-7C9B-7E94-4EF4D8C56B2C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EE5CE11-715A-7C9B-7E94-4EF4D8C56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BFAAE1-E466-14E1-5844-8B28C29D0CF1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BFAAE1-E466-14E1-5844-8B28C29D0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B3A23D3E-6C18-F803-CAFE-F7A96B769A33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A01C93D-1C24-1253-8DA3-49FE38D694A3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8E64493-C607-3B7A-29A2-7A8F7F796BAB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0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A692D-6C1F-E7F6-2B43-059C5C72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AA1F3D9-65E9-FA14-7592-807A2184C221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AA1F3D9-65E9-FA14-7592-807A2184C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5A68DCC-2A04-FEFA-6E10-70F0514FE65B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5A68DCC-2A04-FEFA-6E10-70F0514FE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09D495C-C353-E7B7-EC32-EBEAE3CD16B0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09D495C-C353-E7B7-EC32-EBEAE3CD1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454E5B9-559B-691A-8044-B66FD1D41832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FD9583A-44C1-E23F-D0D5-6645EAA3A8F7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7FE7B31-710F-22B3-2E74-27086FBD029C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91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ADDB2-C09E-D0DB-E9B6-1E25125E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D4FD833-4394-2FE4-D8B4-97DC02B4C1A4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D4FD833-4394-2FE4-D8B4-97DC02B4C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3A5A5C4-61D7-816A-47B5-8A1B39780C86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3A5A5C4-61D7-816A-47B5-8A1B39780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48912D8-B609-B7B3-F1DE-9F77EA485343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48912D8-B609-B7B3-F1DE-9F77EA485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A5CA845-24E2-CD4E-1DCA-3F228B9C9899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A5CA845-24E2-CD4E-1DCA-3F228B9C9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21231341-DF71-2A2E-E239-5C4C99008831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898894A-D6AC-3639-FA3A-C19FB1621E7F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5EF086F-E4DF-F156-AD70-1397E175390D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6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6007-CBAF-FC59-F48A-46E98D7F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6322210-D305-7D72-C68C-854226214A41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6322210-D305-7D72-C68C-854226214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6763D3-277A-36AC-F18A-08B48F52B4B5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6763D3-277A-36AC-F18A-08B48F52B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693DD0D-584A-6DB8-888C-58018DE42E84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693DD0D-584A-6DB8-888C-58018DE42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324CFDB-597F-B364-9C9C-29099F6F3F04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324CFDB-597F-B364-9C9C-29099F6F3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8C733D4-1D60-C259-F51E-1707FD0DB119}"/>
                  </a:ext>
                </a:extLst>
              </p:cNvPr>
              <p:cNvSpPr txBox="1"/>
              <p:nvPr/>
            </p:nvSpPr>
            <p:spPr>
              <a:xfrm>
                <a:off x="2596580" y="3168493"/>
                <a:ext cx="62653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fixed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𝑏𝑚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8C733D4-1D60-C259-F51E-1707FD0DB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580" y="3168493"/>
                <a:ext cx="6265318" cy="1200329"/>
              </a:xfrm>
              <a:prstGeom prst="rect">
                <a:avLst/>
              </a:prstGeom>
              <a:blipFill>
                <a:blip r:embed="rId6"/>
                <a:stretch>
                  <a:fillRect l="-1556" t="-4569" r="-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C2E3317E-2E90-43C5-E204-BC4CAE8E5AC4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3FDA2BD-4252-1A4F-8DEC-B21DD9F0E06F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0902C15B-3E67-D61A-2BE7-CE3A75EB1E5B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84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2BD81-DABA-27B3-3791-56005DE0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B68EFEF-821E-30AB-5ECF-D4D7D02797F3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B68EFEF-821E-30AB-5ECF-D4D7D0279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71338D7-3FD9-979E-52BF-E810133BB06F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71338D7-3FD9-979E-52BF-E810133BB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49710EB-A25A-13E6-14FE-01BFF7833202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49710EB-A25A-13E6-14FE-01BFF7833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31B7D0E-7849-EA41-BD9E-0BCA1C654E39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31B7D0E-7849-EA41-BD9E-0BCA1C654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30A8CDA-2BBA-AC6E-3C8B-AF8850B558C4}"/>
                  </a:ext>
                </a:extLst>
              </p:cNvPr>
              <p:cNvSpPr txBox="1"/>
              <p:nvPr/>
            </p:nvSpPr>
            <p:spPr>
              <a:xfrm>
                <a:off x="3346120" y="3168493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30A8CDA-2BBA-AC6E-3C8B-AF8850B55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168493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BE4A5F1-85E3-8A5B-7503-EFB3C216B0AF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0DFEEFD-8BDB-559E-877A-FE22504C8892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DF17F70-9F43-2AF5-A3C4-285A35554F5F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76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FBC54-2C5C-FA19-8BE6-575E977A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B9A72C9-09D6-DA5A-4107-247286B2B592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B9A72C9-09D6-DA5A-4107-247286B2B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F2D2667-2540-82FF-EB68-8F92AACB581D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F2D2667-2540-82FF-EB68-8F92AACB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92AA72E-DAC5-E5AA-3400-CBCF1BEFEA68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92AA72E-DAC5-E5AA-3400-CBCF1BEFE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22DC434-5B03-6944-4A07-AC3EFB861E8C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22DC434-5B03-6944-4A07-AC3EFB861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B063CFE-D600-27E3-8761-10C569E86518}"/>
                  </a:ext>
                </a:extLst>
              </p:cNvPr>
              <p:cNvSpPr txBox="1"/>
              <p:nvPr/>
            </p:nvSpPr>
            <p:spPr>
              <a:xfrm>
                <a:off x="3346120" y="3168493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B063CFE-D600-27E3-8761-10C569E86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168493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59DBCEC-8BF2-C561-4B70-486DCBF066B6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59DBCEC-8BF2-C561-4B70-486DCBF06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AFB669E-C82C-8E33-732C-C88A37205229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F6ECCD3-804B-B0C8-2135-E4BA7385B102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E9D00282-84AB-9023-C064-F45DE60ABF1C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920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A0F3-3F69-0335-A8D8-3B580A143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2CCF4DF-DC50-7288-03F3-B4F1C9D5C61A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2CCF4DF-DC50-7288-03F3-B4F1C9D5C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3206BB5-2665-6231-28DC-30B91CA9ABB6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3206BB5-2665-6231-28DC-30B91CA9A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9126197-9D23-1544-E77D-0994929CBEEB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9126197-9D23-1544-E77D-0994929CB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F3DA4D8-F6F3-2002-BE43-86DB0C5BFB40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F3DA4D8-F6F3-2002-BE43-86DB0C5BF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3782D3B-784C-00E5-B427-E1C87EC110C3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3782D3B-784C-00E5-B427-E1C87EC11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CAA62E4-83B1-96F1-2A89-C38DDB7A6340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CAA62E4-83B1-96F1-2A89-C38DDB7A6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7672BED-4B70-E96D-5312-F5DB5D015139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7672BED-4B70-E96D-5312-F5DB5D015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EFD81FB-47D1-5BAA-BC4F-9308222EB295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C36D860-042C-996C-0153-AB9D4DA3DF9C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D420742-86E4-041A-2522-43C9FEC6EA13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103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061D3-411A-BF94-06E9-E715EAE84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6092AD0-EA8C-8668-68A3-10AE8E5654FF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6092AD0-EA8C-8668-68A3-10AE8E565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6704499-D355-CCA3-1F0A-8D9CF732B357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6704499-D355-CCA3-1F0A-8D9CF732B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33BD169-4D0A-968F-06F0-EBB8A4A992A9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33BD169-4D0A-968F-06F0-EBB8A4A99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EC728DC-1603-8734-DA74-B8F4E1403EC3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EC728DC-1603-8734-DA74-B8F4E1403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E3EDC57-AEBA-A52D-2402-8D7735FF2A01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E3EDC57-AEBA-A52D-2402-8D7735FF2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AFBC79C-715E-C30F-1EDF-C24AE1C01B34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AFBC79C-715E-C30F-1EDF-C24AE1C01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01A6889C-C4BB-2B76-5990-192AFDA948FA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12⋅3−1⋅35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01A6889C-C4BB-2B76-5990-192AFDA94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79C72E70-7709-073B-331A-3312D21CF2E3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79C72E70-7709-073B-331A-3312D21CF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0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061C89F-8E9E-1A49-F81E-1C6DD1068AE3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FBC8122E-4A5A-A4FC-8FA5-4B11F458D419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B2A7773-B855-FBE9-0DBA-725C5EBF0495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894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C3A5-CE7E-A731-8D54-8589F8D9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8D0C6E-DD3C-5DDF-44D1-F978672BBC2E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8D0C6E-DD3C-5DDF-44D1-F978672BB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E454DD2-12CE-33E1-A8F5-87EABDBF3C38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E454DD2-12CE-33E1-A8F5-87EABDBF3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579352C-A8BD-F5F7-A043-F0EFD4981351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579352C-A8BD-F5F7-A043-F0EFD4981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C401E5A-43D2-2EE7-6355-5A7F63A1FCFB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C401E5A-43D2-2EE7-6355-5A7F63A1F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95CB5923-4F19-CB5D-4A3A-C679CE4788DC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95CB5923-4F19-CB5D-4A3A-C679CE478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6188D521-2B80-383B-A7B6-33D519BB7A9B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6188D521-2B80-383B-A7B6-33D519BB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309A7D7-CAE0-3406-97FD-B9C8BB620949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12⋅3−1⋅35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309A7D7-CAE0-3406-97FD-B9C8BB620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2FD90D2-956B-6864-3EB8-ADB2F6B5CAA9}"/>
                  </a:ext>
                </a:extLst>
              </p:cNvPr>
              <p:cNvSpPr txBox="1"/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−4⋅5+1⋅21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2FD90D2-956B-6864-3EB8-ADB2F6B5C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74A4682-D8DE-4800-FE0C-F3083E0D8715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74A4682-D8DE-4800-FE0C-F3083E0D8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1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A9DD9E9-58AF-F74D-09C7-73E336F7164C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432099BF-6516-DD92-A72A-3874C0281E2C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A03F8FD6-3B52-86A9-16E5-59D318EA4CCD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64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FF5B-220E-D7A2-7EC1-9F18E104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E4FC273-7F66-77C3-8E09-FDF8C10CDB48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E4FC273-7F66-77C3-8E09-FDF8C10C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CF9505-A59C-56B6-C537-4244AF658EDB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CF9505-A59C-56B6-C537-4244AF658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164150E-E8AE-8FB6-353D-6BAFE19C2AA7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164150E-E8AE-8FB6-353D-6BAFE19C2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8375D1E-51CF-2E72-43FD-83DE26FD4997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8375D1E-51CF-2E72-43FD-83DE26FD4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22CE599-352C-37FE-0D7C-D432F7AE9759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22CE599-352C-37FE-0D7C-D432F7AE9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576D42E-2262-7D71-DE9B-D8C8D22C6F67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576D42E-2262-7D71-DE9B-D8C8D22C6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C41B3F1-341D-811A-0AF4-1329E16E892F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12⋅3−1⋅35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C41B3F1-341D-811A-0AF4-1329E16E8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88330F8-A550-ADAA-4B70-2FB931E545C5}"/>
                  </a:ext>
                </a:extLst>
              </p:cNvPr>
              <p:cNvSpPr txBox="1"/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−4⋅5+1⋅21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88330F8-A550-ADAA-4B70-2FB931E54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1DB2D07-D33F-757E-9D09-FB71D2976E1B}"/>
                  </a:ext>
                </a:extLst>
              </p:cNvPr>
              <p:cNvSpPr txBox="1"/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−2⋅7+1⋅15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1DB2D07-D33F-757E-9D09-FB71D2976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7A109E22-28EA-6457-E644-163AD1B652A6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7A109E22-28EA-6457-E644-163AD1B65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CABCD9D-216A-8FFE-8EDB-62A1CFD5F591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004FD92C-34D5-B0FD-6CA4-8A1740E36210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6BDC014-BFFC-4298-CD12-0F432966F1BD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366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AF414-9517-1C31-B3A3-DECD7A18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8F55081-C95F-611B-9FEE-9C6B905020B6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8F55081-C95F-611B-9FEE-9C6B90502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B7E8E96-64FC-58F9-A472-FCB0BD7B909E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B7E8E96-64FC-58F9-A472-FCB0BD7B9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B006537-7DA5-313B-0B82-730F5A58ED90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B006537-7DA5-313B-0B82-730F5A58E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7218B6F-AC21-ABC8-18E3-A08552FAB710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7218B6F-AC21-ABC8-18E3-A08552FA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9C5DDF5-6562-BA5A-6951-3B6AEFDCF6F6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9C5DDF5-6562-BA5A-6951-3B6AEFDCF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3442E7B-7058-4634-F8CF-5E25F890B9B4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3442E7B-7058-4634-F8CF-5E25F890B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3A1AE54-472B-59CC-4A8B-3D19E8BEDDCB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3A1AE54-472B-59CC-4A8B-3D19E8BED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0C71C0E6-D3FE-3B72-64D6-DDE38A7720FC}"/>
                  </a:ext>
                </a:extLst>
              </p:cNvPr>
              <p:cNvSpPr txBox="1"/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−4⋅5+1⋅21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0C71C0E6-D3FE-3B72-64D6-DDE38A772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2F2A4864-CEFF-F6E4-9A81-727CA77C0CF3}"/>
                  </a:ext>
                </a:extLst>
              </p:cNvPr>
              <p:cNvSpPr txBox="1"/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−2⋅7+1⋅15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2F2A4864-CEFF-F6E4-9A81-727CA77C0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E44AD3B-D60D-D6C0-DC9C-1F50AEE20771}"/>
                  </a:ext>
                </a:extLst>
              </p:cNvPr>
              <p:cNvSpPr txBox="1"/>
              <p:nvPr/>
            </p:nvSpPr>
            <p:spPr>
              <a:xfrm>
                <a:off x="169352" y="4641767"/>
                <a:ext cx="24865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E44AD3B-D60D-D6C0-DC9C-1F50AEE20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4641767"/>
                <a:ext cx="2486578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8B930AF-5659-6D89-66ED-6710682CE3E8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8B930AF-5659-6D89-66ED-6710682CE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26316FE-AEB4-0F2F-D4ED-77CE1E683C79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A6AA662-2B35-B53F-F0A8-E531D1D4B166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8DA436C-11B2-5753-F36D-F607E6945540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754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8609E-EDDA-8808-ED8E-27D32967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DCEEDE9-72D4-19BA-EF63-05C2043AB49D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DCEEDE9-72D4-19BA-EF63-05C2043AB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C93C253-79D0-9025-2860-C345C0F0F88B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C93C253-79D0-9025-2860-C345C0F0F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D373C12-1D94-5020-F543-961DCCA5F7F6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D373C12-1D94-5020-F543-961DCCA5F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800E5F1-A1C2-AE7C-3C7F-1DFB0D41FBE7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800E5F1-A1C2-AE7C-3C7F-1DFB0D41F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5F55688-6954-4ED5-5BA7-2735ADADD808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5F55688-6954-4ED5-5BA7-2735ADADD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C8C9CE8-BD55-56C2-0B98-0CD16830311C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C8C9CE8-BD55-56C2-0B98-0CD168303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7504B4D-F4B6-BADB-41A8-EC1A19AC7B72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7504B4D-F4B6-BADB-41A8-EC1A19AC7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AAAEDE2-487B-724A-BEF2-6C7E38E10118}"/>
                  </a:ext>
                </a:extLst>
              </p:cNvPr>
              <p:cNvSpPr txBox="1"/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−4⋅5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AAAEDE2-487B-724A-BEF2-6C7E38E10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BC2B79B-2D59-DA1C-6C52-BE2E432E7063}"/>
                  </a:ext>
                </a:extLst>
              </p:cNvPr>
              <p:cNvSpPr txBox="1"/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−2⋅7+1⋅15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BC2B79B-2D59-DA1C-6C52-BE2E432E7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23911D0-48B1-9BAC-1056-FFC0934128C7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39791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23911D0-48B1-9BAC-1056-FFC093412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397910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82CAFD3-AA72-5494-6B3B-5F6D769A6920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82CAFD3-AA72-5494-6B3B-5F6D769A6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BFAA48FE-DAF0-6215-0E75-A672F4B39EE4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7A26B62-FC0D-EE8A-EE15-B1C390ACA4C2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2B7DFEDD-6BA4-9D03-FF5C-0D8141F1CFE4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491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BBAA-8A1E-C0D5-FEDE-88801E93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079BFE2-5045-CE34-4E19-EAE5A55D5753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079BFE2-5045-CE34-4E19-EAE5A55D5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62F6DD4-A515-98ED-4AA4-76E86B93750C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62F6DD4-A515-98ED-4AA4-76E86B937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8ABDB09-F085-D877-0D79-2FFB605C3FB7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8ABDB09-F085-D877-0D79-2FFB605C3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92C42AD-8D97-73CD-1E01-206F09F023CE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92C42AD-8D97-73CD-1E01-206F09F02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ED36127-9EF9-BD37-1F58-09E8B62FFA69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ED36127-9EF9-BD37-1F58-09E8B62FF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B1B1D05-15B8-D2A3-EE63-11261BBC593A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B1B1D05-15B8-D2A3-EE63-11261BBC5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2902C72-E494-CE1B-801E-34C5A2704B91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2902C72-E494-CE1B-801E-34C5A2704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963B7E0-771E-A509-5B6D-F25CF8D3A565}"/>
                  </a:ext>
                </a:extLst>
              </p:cNvPr>
              <p:cNvSpPr txBox="1"/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−4⋅5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963B7E0-771E-A509-5B6D-F25CF8D3A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5EB511BD-EB66-9305-8BC9-B0F9E21DFB48}"/>
                  </a:ext>
                </a:extLst>
              </p:cNvPr>
              <p:cNvSpPr txBox="1"/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−2⋅7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5EB511BD-EB66-9305-8BC9-B0F9E21DF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C94047E3-20FA-8AA3-2476-5F15D23CD0C0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5471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C94047E3-20FA-8AA3-2476-5F15D23CD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547162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3C1FA3C-D245-1A94-737F-0CB95F3FB98F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3C1FA3C-D245-1A94-737F-0CB95F3FB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5FDC3E5-7B77-23BE-EC74-5C785EDA2643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E3C012A-B2AF-76D0-B495-CB1281BFDE10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CDA89834-1F40-A37B-9D99-23B5295F55FA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274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1EF3-7C49-889E-92BC-F5A73986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AC71358-EAAC-CB04-EB28-644191ECE2A5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AC71358-EAAC-CB04-EB28-644191ECE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9656575-0021-C6E8-66D7-822D66979090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9656575-0021-C6E8-66D7-822D66979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7B7843C-DA4B-7A7C-B22D-FA195F035E9A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7B7843C-DA4B-7A7C-B22D-FA195F035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6B7D9F4-6327-2B74-A93D-BC76970AB7BA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6B7D9F4-6327-2B74-A93D-BC76970AB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1308B6D-408C-44E4-E831-60AD222E08A6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1308B6D-408C-44E4-E831-60AD222E0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9174AAC-FB27-DE63-E368-790686B624FB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9174AAC-FB27-DE63-E368-790686B62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329FDC-62D3-5655-2D7B-147C9E6829D0}"/>
                  </a:ext>
                </a:extLst>
              </p:cNvPr>
              <p:cNvSpPr txBox="1"/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−4⋅5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329FDC-62D3-5655-2D7B-147C9E682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3CD80AB-ED79-439B-CF30-945DFE580F08}"/>
                  </a:ext>
                </a:extLst>
              </p:cNvPr>
              <p:cNvSpPr txBox="1"/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−2⋅7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3CD80AB-ED79-439B-CF30-945DFE580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C57B83E4-B129-72A9-8087-464CA48680AA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8592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=−70+63+30=23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C57B83E4-B129-72A9-8087-464CA4868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859267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D72CD1B7-371A-43F0-582D-5A2F6FEB63B9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D72CD1B7-371A-43F0-582D-5A2F6FEB6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82C4902-0833-F898-C563-6E0C85652920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A4CA6437-B63E-28C5-19E0-3C9A4ACBE22B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09B57CF2-1D5C-5323-3B66-18B76B6A63B4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3365D1E-9246-311D-B513-E790B8DB637B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3365D1E-9246-311D-B513-E790B8DB6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007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E077-38A8-B889-3B26-594EE199C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60012CE-547E-6A34-6BD4-F1245E51E8B6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60012CE-547E-6A34-6BD4-F1245E51E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F6987E4-856C-1ACD-7D03-6381B8E9D842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F6987E4-856C-1ACD-7D03-6381B8E9D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283B0F9-BDC6-F9EA-584B-426688D0FF65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283B0F9-BDC6-F9EA-584B-426688D0F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84C8A1C-83FE-6E8A-7E47-EF7D26D02F2D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84C8A1C-83FE-6E8A-7E47-EF7D26D02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FFE247E-5442-8E16-D575-372FE7E53DE9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FFE247E-5442-8E16-D575-372FE7E53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D01E00B-5ABF-5D5C-04DC-A3A9A29DC9F3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D01E00B-5ABF-5D5C-04DC-A3A9A29DC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36927B9-FF81-E763-7263-9184FFEAA491}"/>
                  </a:ext>
                </a:extLst>
              </p:cNvPr>
              <p:cNvSpPr txBox="1"/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−4⋅5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36927B9-FF81-E763-7263-9184FFEAA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93A3602-203A-C13A-A948-0EA8A831E9F7}"/>
                  </a:ext>
                </a:extLst>
              </p:cNvPr>
              <p:cNvSpPr txBox="1"/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−2⋅7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93A3602-203A-C13A-A948-0EA8A831E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B9A207B4-ECA9-1C41-AEFE-9BD37A8362D3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8592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=−70+63+30=23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B9A207B4-ECA9-1C41-AEFE-9BD37A836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859267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50ECDE40-148B-021B-B20A-D81F759DBC49}"/>
                  </a:ext>
                </a:extLst>
              </p:cNvPr>
              <p:cNvSpPr txBox="1"/>
              <p:nvPr/>
            </p:nvSpPr>
            <p:spPr>
              <a:xfrm>
                <a:off x="7762940" y="1708598"/>
                <a:ext cx="28291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=3⋅5⋅7=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50ECDE40-148B-021B-B20A-D81F759DB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940" y="1708598"/>
                <a:ext cx="282910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7447AF6C-DB58-6978-11C0-66F47F108FAD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7447AF6C-DB58-6978-11C0-66F47F108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3DA9D93-0CEB-55AD-95B9-98839CB8527A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ED908FEE-EB75-4D7D-3D7E-282F57C84006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B92EFA60-E59B-C998-DB8D-574371D50572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E51E846-EBE4-03EE-7A03-9D4234B5549E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E51E846-EBE4-03EE-7A03-9D4234B55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165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109A-FDBD-355B-0065-1EBCF91B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BA1397D-DEA5-66AE-BBBB-9A4D116D59A3}"/>
                  </a:ext>
                </a:extLst>
              </p:cNvPr>
              <p:cNvSpPr txBox="1"/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=5⋅7=35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BA1397D-DEA5-66AE-BBBB-9A4D116D5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168494"/>
                <a:ext cx="2333075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C689967-8AAF-523C-7F34-84582DA6C2E3}"/>
                  </a:ext>
                </a:extLst>
              </p:cNvPr>
              <p:cNvSpPr txBox="1"/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=3⋅7=21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C689967-8AAF-523C-7F34-84582DA6C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2" y="3630159"/>
                <a:ext cx="2340192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5827D42-4BE0-82DD-ACEF-1545914C7172}"/>
                  </a:ext>
                </a:extLst>
              </p:cNvPr>
              <p:cNvSpPr txBox="1"/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5827D42-4BE0-82DD-ACEF-1545914C7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091824"/>
                <a:ext cx="2340192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8EC34CE-C2FA-1A46-5F62-8FB472316ED2}"/>
                  </a:ext>
                </a:extLst>
              </p:cNvPr>
              <p:cNvSpPr txBox="1"/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8EC34CE-C2FA-1A46-5F62-8FB472316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3168492"/>
                <a:ext cx="2785827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9BE171F-ABC4-B44A-1288-436A5ABA63E7}"/>
                  </a:ext>
                </a:extLst>
              </p:cNvPr>
              <p:cNvSpPr txBox="1"/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9BE171F-ABC4-B44A-1288-436A5ABA6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0" y="3630157"/>
                <a:ext cx="280006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B77A84A-F086-E32C-DB93-089C1BE13B79}"/>
                  </a:ext>
                </a:extLst>
              </p:cNvPr>
              <p:cNvSpPr txBox="1"/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12⋅3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B77A84A-F086-E32C-DB93-089C1BE13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8" y="3168491"/>
                <a:ext cx="212603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640489B-A4EC-15AE-BFE7-A3856D39BD7B}"/>
                  </a:ext>
                </a:extLst>
              </p:cNvPr>
              <p:cNvSpPr txBox="1"/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−4⋅5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640489B-A4EC-15AE-BFE7-A3856D39B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757" y="3630153"/>
                <a:ext cx="218534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C9F9BDE-B08A-8BFB-F73A-C9B85AE88A38}"/>
                  </a:ext>
                </a:extLst>
              </p:cNvPr>
              <p:cNvSpPr txBox="1"/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−2⋅7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C9F9BDE-B08A-8BFB-F73A-C9B85AE88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641" y="4091815"/>
                <a:ext cx="218534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3B9E3C0-9459-9443-F96B-A0BBB093324E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8592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=−70+63+30=23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3B9E3C0-9459-9443-F96B-A0BBB093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859267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E06F75F-4925-EA5E-5EFF-8474AFABC1A2}"/>
                  </a:ext>
                </a:extLst>
              </p:cNvPr>
              <p:cNvSpPr txBox="1"/>
              <p:nvPr/>
            </p:nvSpPr>
            <p:spPr>
              <a:xfrm>
                <a:off x="7762940" y="1708598"/>
                <a:ext cx="28291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=3⋅5⋅7=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E06F75F-4925-EA5E-5EFF-8474AFABC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940" y="1708598"/>
                <a:ext cx="282910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A3A6FA21-2B66-095E-C8A1-65BF9C1D35DA}"/>
                  </a:ext>
                </a:extLst>
              </p:cNvPr>
              <p:cNvSpPr txBox="1"/>
              <p:nvPr/>
            </p:nvSpPr>
            <p:spPr>
              <a:xfrm>
                <a:off x="160207" y="5103425"/>
                <a:ext cx="24934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=23+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⋅105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A3A6FA21-2B66-095E-C8A1-65BF9C1D3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7" y="5103425"/>
                <a:ext cx="2493440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6E2BAC7C-F249-F700-397D-7A6D3C42B86E}"/>
                  </a:ext>
                </a:extLst>
              </p:cNvPr>
              <p:cNvSpPr txBox="1"/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⋅7+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6E2BAC7C-F249-F700-397D-7A6D3C42B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36" y="4091821"/>
                <a:ext cx="2800062" cy="461665"/>
              </a:xfrm>
              <a:prstGeom prst="rect">
                <a:avLst/>
              </a:prstGeom>
              <a:blipFill>
                <a:blip r:embed="rId1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095E6380-8ECA-D7C1-A53C-3C64655ED1DD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461246AC-4CD8-5A99-029B-CBA4FEB39EEC}"/>
              </a:ext>
            </a:extLst>
          </p:cNvPr>
          <p:cNvSpPr txBox="1"/>
          <p:nvPr/>
        </p:nvSpPr>
        <p:spPr>
          <a:xfrm>
            <a:off x="176468" y="2706829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51C4F6B0-8B65-501D-C3F7-F3779BC47A16}"/>
              </a:ext>
            </a:extLst>
          </p:cNvPr>
          <p:cNvSpPr txBox="1"/>
          <p:nvPr/>
        </p:nvSpPr>
        <p:spPr>
          <a:xfrm>
            <a:off x="176470" y="785277"/>
            <a:ext cx="6566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119F6A1-F5E2-9012-FE77-189DB7315830}"/>
                  </a:ext>
                </a:extLst>
              </p:cNvPr>
              <p:cNvSpPr txBox="1"/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4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7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119F6A1-F5E2-9012-FE77-189DB7315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246942"/>
                <a:ext cx="11839063" cy="1459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8C4F26EF-7EC1-96EB-4072-6FF925931D00}"/>
                  </a:ext>
                </a:extLst>
              </p14:cNvPr>
              <p14:cNvContentPartPr/>
              <p14:nvPr/>
            </p14:nvContentPartPr>
            <p14:xfrm>
              <a:off x="4444920" y="5397480"/>
              <a:ext cx="3359520" cy="36216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8C4F26EF-7EC1-96EB-4072-6FF925931D0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35560" y="5388120"/>
                <a:ext cx="3378240" cy="3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8188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AB7E-68CD-E564-1DD9-BBE7AF22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F2DA6499-C7FD-F3CC-C5CD-B89DABEBE914}"/>
              </a:ext>
            </a:extLst>
          </p:cNvPr>
          <p:cNvSpPr txBox="1"/>
          <p:nvPr/>
        </p:nvSpPr>
        <p:spPr>
          <a:xfrm>
            <a:off x="176470" y="1616274"/>
            <a:ext cx="118311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theorem states that all solutions to a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system of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involving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(where the divisors are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can be obtained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using the following algorithm: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6D2D3EF-B722-2FA4-3BF2-5D65FB2131E2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A0F9DAC-B40A-6209-0257-E9E8EA012A4B}"/>
              </a:ext>
            </a:extLst>
          </p:cNvPr>
          <p:cNvSpPr txBox="1"/>
          <p:nvPr/>
        </p:nvSpPr>
        <p:spPr>
          <a:xfrm>
            <a:off x="176470" y="785277"/>
            <a:ext cx="11816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 remainder theorem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allows for solving systems of congruences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rime numbers.</a:t>
            </a:r>
          </a:p>
        </p:txBody>
      </p:sp>
    </p:spTree>
    <p:extLst>
      <p:ext uri="{BB962C8B-B14F-4D97-AF65-F5344CB8AC3E}">
        <p14:creationId xmlns:p14="http://schemas.microsoft.com/office/powerpoint/2010/main" val="60592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5AE12-D125-37AF-7A3D-2914D26F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C1F1F8FD-D8E3-5380-2F08-5EF17FA57FD5}"/>
              </a:ext>
            </a:extLst>
          </p:cNvPr>
          <p:cNvSpPr txBox="1"/>
          <p:nvPr/>
        </p:nvSpPr>
        <p:spPr>
          <a:xfrm>
            <a:off x="176470" y="785277"/>
            <a:ext cx="654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3210814-B9C4-CF4C-022E-EB5FB418FE8A}"/>
              </a:ext>
            </a:extLst>
          </p:cNvPr>
          <p:cNvSpPr txBox="1"/>
          <p:nvPr/>
        </p:nvSpPr>
        <p:spPr>
          <a:xfrm>
            <a:off x="176470" y="1246942"/>
            <a:ext cx="4530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4E13E5A-FC72-3034-018C-48A5F9E9C40A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477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4C8C-0F4C-22B1-95EC-E9962F79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15DBB55-B7F0-F3CB-9774-4BD34E2FCCA9}"/>
                  </a:ext>
                </a:extLst>
              </p:cNvPr>
              <p:cNvSpPr txBox="1"/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⋮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15DBB55-B7F0-F3CB-9774-4BD34E2FC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blipFill>
                <a:blip r:embed="rId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74AE8BE6-BA31-1A9F-DEDB-192EA39F5ACB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B5AA5BD-B607-23A0-A220-CBF23D43561B}"/>
              </a:ext>
            </a:extLst>
          </p:cNvPr>
          <p:cNvSpPr txBox="1"/>
          <p:nvPr/>
        </p:nvSpPr>
        <p:spPr>
          <a:xfrm>
            <a:off x="176470" y="785277"/>
            <a:ext cx="654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0F46FE9-BE98-3545-CC04-EB527F9501AD}"/>
              </a:ext>
            </a:extLst>
          </p:cNvPr>
          <p:cNvSpPr txBox="1"/>
          <p:nvPr/>
        </p:nvSpPr>
        <p:spPr>
          <a:xfrm>
            <a:off x="176470" y="1246942"/>
            <a:ext cx="4530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30EF656-3A84-010F-85E2-709C701569A8}"/>
                  </a:ext>
                </a:extLst>
              </p14:cNvPr>
              <p14:cNvContentPartPr/>
              <p14:nvPr/>
            </p14:nvContentPartPr>
            <p14:xfrm>
              <a:off x="8128080" y="1708200"/>
              <a:ext cx="3575160" cy="14990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30EF656-3A84-010F-85E2-709C701569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18720" y="1698840"/>
                <a:ext cx="3593880" cy="151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1102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2E26B-8783-B95C-5767-22C72362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EA5B75D-1E12-D501-CF25-5B6BF768E60B}"/>
                  </a:ext>
                </a:extLst>
              </p:cNvPr>
              <p:cNvSpPr txBox="1"/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⋮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EA5B75D-1E12-D501-CF25-5B6BF768E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blipFill>
                <a:blip r:embed="rId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DC83BBD-27D3-52A9-5955-D1B9317B7170}"/>
                  </a:ext>
                </a:extLst>
              </p:cNvPr>
              <p:cNvSpPr txBox="1"/>
              <p:nvPr/>
            </p:nvSpPr>
            <p:spPr>
              <a:xfrm>
                <a:off x="176470" y="3278267"/>
                <a:ext cx="50769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DC83BBD-27D3-52A9-5955-D1B9317B7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78267"/>
                <a:ext cx="5076903" cy="461665"/>
              </a:xfrm>
              <a:prstGeom prst="rect">
                <a:avLst/>
              </a:prstGeom>
              <a:blipFill>
                <a:blip r:embed="rId3"/>
                <a:stretch>
                  <a:fillRect l="-168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D9FDAB15-15ED-66CF-BC96-331AD5B906B4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C35FAF8-6B41-E3CF-7BF6-2FC047128BB2}"/>
              </a:ext>
            </a:extLst>
          </p:cNvPr>
          <p:cNvSpPr txBox="1"/>
          <p:nvPr/>
        </p:nvSpPr>
        <p:spPr>
          <a:xfrm>
            <a:off x="176470" y="785277"/>
            <a:ext cx="654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6DA1256-F62E-D8C7-989B-23C5026E8A4E}"/>
              </a:ext>
            </a:extLst>
          </p:cNvPr>
          <p:cNvSpPr txBox="1"/>
          <p:nvPr/>
        </p:nvSpPr>
        <p:spPr>
          <a:xfrm>
            <a:off x="176470" y="1246942"/>
            <a:ext cx="4530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623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1045-877B-6B1D-DAFE-9932CEBE5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80753E0-8DF0-C9D3-A2D4-E8CC099655A7}"/>
                  </a:ext>
                </a:extLst>
              </p:cNvPr>
              <p:cNvSpPr txBox="1"/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⋮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80753E0-8DF0-C9D3-A2D4-E8CC09965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blipFill>
                <a:blip r:embed="rId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447C317-FF5A-7BFF-0CAF-E5DE49579955}"/>
                  </a:ext>
                </a:extLst>
              </p:cNvPr>
              <p:cNvSpPr txBox="1"/>
              <p:nvPr/>
            </p:nvSpPr>
            <p:spPr>
              <a:xfrm>
                <a:off x="176470" y="3278267"/>
                <a:ext cx="10734798" cy="10342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447C317-FF5A-7BFF-0CAF-E5DE49579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78267"/>
                <a:ext cx="10734798" cy="1034257"/>
              </a:xfrm>
              <a:prstGeom prst="rect">
                <a:avLst/>
              </a:prstGeom>
              <a:blipFill>
                <a:blip r:embed="rId3"/>
                <a:stretch>
                  <a:fillRect l="-795" t="-5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0567E1FE-3623-5A90-C2C9-668878E224B5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AC3B8D7-441A-2D8E-51C6-C8C76CCAF08E}"/>
              </a:ext>
            </a:extLst>
          </p:cNvPr>
          <p:cNvSpPr txBox="1"/>
          <p:nvPr/>
        </p:nvSpPr>
        <p:spPr>
          <a:xfrm>
            <a:off x="176470" y="785277"/>
            <a:ext cx="654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B87558C-AC24-29D3-2C6F-BD0F0272DB24}"/>
              </a:ext>
            </a:extLst>
          </p:cNvPr>
          <p:cNvSpPr txBox="1"/>
          <p:nvPr/>
        </p:nvSpPr>
        <p:spPr>
          <a:xfrm>
            <a:off x="176470" y="1246942"/>
            <a:ext cx="4530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442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23CA-71C3-8ADB-4449-7D9B8795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916D022-7BE6-3ACF-8518-05101AC6809F}"/>
                  </a:ext>
                </a:extLst>
              </p:cNvPr>
              <p:cNvSpPr txBox="1"/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⋮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916D022-7BE6-3ACF-8518-05101AC68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blipFill>
                <a:blip r:embed="rId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80D8530-B6EF-2B2A-7E94-D2E678574DEC}"/>
                  </a:ext>
                </a:extLst>
              </p:cNvPr>
              <p:cNvSpPr txBox="1"/>
              <p:nvPr/>
            </p:nvSpPr>
            <p:spPr>
              <a:xfrm>
                <a:off x="176470" y="3278267"/>
                <a:ext cx="10734798" cy="14035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including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i.e.: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1=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80D8530-B6EF-2B2A-7E94-D2E678574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78267"/>
                <a:ext cx="10734798" cy="1403589"/>
              </a:xfrm>
              <a:prstGeom prst="rect">
                <a:avLst/>
              </a:prstGeom>
              <a:blipFill>
                <a:blip r:embed="rId3"/>
                <a:stretch>
                  <a:fillRect l="-795" t="-3913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ABAC71D6-2BA3-D1FB-F0D6-88E0E023421B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50C0571-95DE-5E34-C43A-30486116704F}"/>
              </a:ext>
            </a:extLst>
          </p:cNvPr>
          <p:cNvSpPr txBox="1"/>
          <p:nvPr/>
        </p:nvSpPr>
        <p:spPr>
          <a:xfrm>
            <a:off x="176470" y="785277"/>
            <a:ext cx="654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F83C1EE-90BB-0562-B2B3-D599F7FDF914}"/>
              </a:ext>
            </a:extLst>
          </p:cNvPr>
          <p:cNvSpPr txBox="1"/>
          <p:nvPr/>
        </p:nvSpPr>
        <p:spPr>
          <a:xfrm>
            <a:off x="176470" y="1246942"/>
            <a:ext cx="4530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045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DCD3C-7EFD-A041-5EED-B28DC41DF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AE6793C-3713-2504-4C45-FC89EDA0876E}"/>
                  </a:ext>
                </a:extLst>
              </p:cNvPr>
              <p:cNvSpPr txBox="1"/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⋮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AE6793C-3713-2504-4C45-FC89EDA08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blipFill>
                <a:blip r:embed="rId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880B176-9A17-EC70-2966-53D17FD6ACD2}"/>
                  </a:ext>
                </a:extLst>
              </p:cNvPr>
              <p:cNvSpPr txBox="1"/>
              <p:nvPr/>
            </p:nvSpPr>
            <p:spPr>
              <a:xfrm>
                <a:off x="176470" y="3278267"/>
                <a:ext cx="10734798" cy="2511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including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i.e.: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1=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particular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𝑠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𝑟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𝑟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+…+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𝑟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880B176-9A17-EC70-2966-53D17FD6A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78267"/>
                <a:ext cx="10734798" cy="2511585"/>
              </a:xfrm>
              <a:prstGeom prst="rect">
                <a:avLst/>
              </a:prstGeom>
              <a:blipFill>
                <a:blip r:embed="rId3"/>
                <a:stretch>
                  <a:fillRect l="-795" t="-2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43966C8D-9574-77B3-0FD0-63A8D1B859AA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CE59589-0A9B-3DFB-8775-49B90253F075}"/>
              </a:ext>
            </a:extLst>
          </p:cNvPr>
          <p:cNvSpPr txBox="1"/>
          <p:nvPr/>
        </p:nvSpPr>
        <p:spPr>
          <a:xfrm>
            <a:off x="176470" y="785277"/>
            <a:ext cx="654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E540E78-4FCA-C942-45A2-1FD4FF90E54A}"/>
              </a:ext>
            </a:extLst>
          </p:cNvPr>
          <p:cNvSpPr txBox="1"/>
          <p:nvPr/>
        </p:nvSpPr>
        <p:spPr>
          <a:xfrm>
            <a:off x="176470" y="1246942"/>
            <a:ext cx="4530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996E0FA-A737-2F49-89CA-93156108619F}"/>
                  </a:ext>
                </a:extLst>
              </p14:cNvPr>
              <p14:cNvContentPartPr/>
              <p14:nvPr/>
            </p14:nvContentPartPr>
            <p14:xfrm>
              <a:off x="8407440" y="4489560"/>
              <a:ext cx="2134080" cy="1086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996E0FA-A737-2F49-89CA-9315610861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98080" y="4480200"/>
                <a:ext cx="2152800" cy="110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4387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8A75-9B60-C714-AD5E-0B430A0E9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E0C24C0-AA37-667D-49D2-6437610185C7}"/>
                  </a:ext>
                </a:extLst>
              </p:cNvPr>
              <p:cNvSpPr txBox="1"/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⋮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E0C24C0-AA37-667D-49D2-643761018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702" y="1708607"/>
                <a:ext cx="2504596" cy="1569660"/>
              </a:xfrm>
              <a:prstGeom prst="rect">
                <a:avLst/>
              </a:prstGeom>
              <a:blipFill>
                <a:blip r:embed="rId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358C349-820E-6287-6FBA-A45273D239BB}"/>
                  </a:ext>
                </a:extLst>
              </p:cNvPr>
              <p:cNvSpPr txBox="1"/>
              <p:nvPr/>
            </p:nvSpPr>
            <p:spPr>
              <a:xfrm>
                <a:off x="176470" y="3278267"/>
                <a:ext cx="10734798" cy="2880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including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i.e.: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1=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particular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𝑠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𝑟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𝑟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+…+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𝑟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global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358C349-820E-6287-6FBA-A45273D23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78267"/>
                <a:ext cx="10734798" cy="2880917"/>
              </a:xfrm>
              <a:prstGeom prst="rect">
                <a:avLst/>
              </a:prstGeom>
              <a:blipFill>
                <a:blip r:embed="rId3"/>
                <a:stretch>
                  <a:fillRect l="-795" t="-1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5FBD8E0-7BBB-DE16-4AEA-BE944A5B2D11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2FCF83E-559F-82FA-0DF6-3D8C3C7A87FF}"/>
              </a:ext>
            </a:extLst>
          </p:cNvPr>
          <p:cNvSpPr txBox="1"/>
          <p:nvPr/>
        </p:nvSpPr>
        <p:spPr>
          <a:xfrm>
            <a:off x="176470" y="785277"/>
            <a:ext cx="654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C6C90D2-F5F1-F932-7189-2368CB8F9118}"/>
              </a:ext>
            </a:extLst>
          </p:cNvPr>
          <p:cNvSpPr txBox="1"/>
          <p:nvPr/>
        </p:nvSpPr>
        <p:spPr>
          <a:xfrm>
            <a:off x="176470" y="1246942"/>
            <a:ext cx="4530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system: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AFAB57C-D346-99F1-5117-4A5C2B283737}"/>
                  </a:ext>
                </a:extLst>
              </p14:cNvPr>
              <p14:cNvContentPartPr/>
              <p14:nvPr/>
            </p14:nvContentPartPr>
            <p14:xfrm>
              <a:off x="6826320" y="5759280"/>
              <a:ext cx="641520" cy="3052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AFAB57C-D346-99F1-5117-4A5C2B2837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16960" y="5749920"/>
                <a:ext cx="660240" cy="32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7829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EB567-A6E6-F629-FD63-38E8912E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CFB1B17-0C63-B075-B487-4A79C7D342E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CFB1B17-0C63-B075-B487-4A79C7D34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2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9ECBDE60-5DBE-06CB-D192-70B3EC438775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779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9699-A25D-5620-9D0A-CFE97129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5E10C8F-B2BB-5141-CFD1-13ECE7EBCC92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E6B78B-3090-7C1F-12C0-A27AB025B190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E6B78B-3090-7C1F-12C0-A27AB025B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4352AC5-7B25-3DCD-69CB-DBC95BA1A555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DA67444-A2B1-0DF4-706B-B4D111C2BAF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DA67444-A2B1-0DF4-706B-B4D111C2B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4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645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0FAF-6A5D-93B7-A82E-6A7D6C77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7E19E60-C2BD-10BF-A75F-AE225A1098FD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7E19E60-C2BD-10BF-A75F-AE225A109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798A575-C1E5-9765-F15D-69DE5FCED57C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798A575-C1E5-9765-F15D-69DE5FCED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15BD037-B9BA-54CC-5539-52515F5CE9D5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FDB7FDC-3453-F71F-1F01-CCBCA878E07F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56EBA24-D140-ED49-8C43-8C45A3CFF93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56EBA24-D140-ED49-8C43-8C45A3CF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5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8977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4A02-2065-49B3-E9E7-BA83345E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57027FD-A5F3-CB14-5218-5AAD6709611A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57027FD-A5F3-CB14-5218-5AAD67096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F704C78-42DE-76BD-41B3-445FF668EA07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F704C78-42DE-76BD-41B3-445FF668E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EE797AD-AC7A-AAF3-3347-31828C5E3E5A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EE797AD-AC7A-AAF3-3347-31828C5E3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4B97226-89E7-092E-A1A0-39B5706059D6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DAAB4F1-4974-B58B-5F88-2F5114450493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A23FF9F-A176-999A-F3D2-B3AA27EA875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A23FF9F-A176-999A-F3D2-B3AA27EA8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6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3514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4C10-897E-8226-3141-C8279FA0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1AB19B5-8E4B-5708-3978-B5D5501D71A1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1AB19B5-8E4B-5708-3978-B5D5501D7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48D575A-E1B6-C8A2-1050-B8C34E0E9B05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48D575A-E1B6-C8A2-1050-B8C34E0E9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B04D9D9-6DCA-CACC-6677-BDF77100542A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B04D9D9-6DCA-CACC-6677-BDF771005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28E1D90-C066-18D9-FBE7-6C705614C74E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28E1D90-C066-18D9-FBE7-6C705614C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2DE26CED-D6EB-BDB2-CD84-14B63E8B532F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1FA8096-0D22-CC7C-0473-5936B0DB32C4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B427BC5-62B8-18EB-BA67-A8E958EE7ABD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B427BC5-62B8-18EB-BA67-A8E958EE7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7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443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0F8D1-1504-7542-0CC8-D924E4B7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69E04C5-A7A7-B73B-FF77-5107E730EA90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69E04C5-A7A7-B73B-FF77-5107E730E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2A1576F-E1B5-87CE-0DCF-B7C4DB01CDD4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2A1576F-E1B5-87CE-0DCF-B7C4DB01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486B853-17EF-CCA2-F1FC-1BBDD70E5265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486B853-17EF-CCA2-F1FC-1BBDD70E5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4A8BE2A-79CD-BCEB-0D7A-433B73CBA7D6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4A8BE2A-79CD-BCEB-0D7A-433B73CBA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9828A05-FB6B-93CF-84B8-57A47542C262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9828A05-FB6B-93CF-84B8-57A47542C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8429B70-2E4D-6DC2-458B-7DB8A522D3C4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8429B70-2E4D-6DC2-458B-7DB8A522D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9AC14F1-6BD9-6574-B184-BD2F1821FAAE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C093E2B-8ACE-1DBA-5759-481B56FBBCA2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ABB764FC-C27E-D759-C30A-520FE62BBBA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ABB764FC-C27E-D759-C30A-520FE62B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9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2693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9AEE-1175-8BF9-0428-C775F528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30CE9B-EA71-D0B1-4150-D92730635373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30CE9B-EA71-D0B1-4150-D92730635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CC3FDC1-8D19-0255-1464-4459CCB9419A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CC3FDC1-8D19-0255-1464-4459CCB94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147195E-E383-A247-498E-9421AC8D7A9C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147195E-E383-A247-498E-9421AC8D7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CFE1995-8382-AE8F-CDEB-5435A8FF6BD9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CFE1995-8382-AE8F-CDEB-5435A8FF6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B22C385-E059-56B2-B2BF-7D7B46E4C961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B22C385-E059-56B2-B2BF-7D7B46E4C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A244A2D-3A7B-1ED6-6D03-84D37C713A7F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A244A2D-3A7B-1ED6-6D03-84D37C713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9CE1BDD-6DF8-6CE3-D408-8E21C7798F84}"/>
                  </a:ext>
                </a:extLst>
              </p:cNvPr>
              <p:cNvSpPr txBox="1"/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1=7⋅3−1⋅20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9CE1BDD-6DF8-6CE3-D408-8E21C7798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D1A6528-5FE7-99D1-E131-2446717A42FB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EDE75CB-61C6-8DE4-4B10-EF6C52C02BB7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E498446-3694-04A9-6770-3CA41BF35D6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E498446-3694-04A9-6770-3CA41BF35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10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691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986F-F69C-2335-3609-7E202505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0661C50-1594-B9CA-624E-5A6D524190C4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0661C50-1594-B9CA-624E-5A6D52419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06CF94E-A865-47E1-2439-74FCCD20C014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06CF94E-A865-47E1-2439-74FCCD20C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0F12C6D-54E9-9DEC-84FA-B666601CCBB5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0F12C6D-54E9-9DEC-84FA-B666601CC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B378B31-2879-529E-F4B9-DC0EB5869A5A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B378B31-2879-529E-F4B9-DC0EB586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36327B3-BC43-FC02-8E91-22B40C7F631C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36327B3-BC43-FC02-8E91-22B40C7F6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493A3B8-ED98-36A8-783C-4C88082306C4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493A3B8-ED98-36A8-783C-4C8808230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5E069E4-4F82-1A6A-ADE8-9E77D12DFA6B}"/>
                  </a:ext>
                </a:extLst>
              </p:cNvPr>
              <p:cNvSpPr txBox="1"/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1=7⋅3−1⋅20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5E069E4-4F82-1A6A-ADE8-9E77D12DF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20F278F-B585-A2C5-4684-647403621DFB}"/>
                  </a:ext>
                </a:extLst>
              </p:cNvPr>
              <p:cNvSpPr txBox="1"/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1=4⋅4−1⋅15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20F278F-B585-A2C5-4684-647403621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FAE4C57-DA17-A283-E1F0-EB911DC9E360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F0E817D-93DA-D2C6-BCFF-4EE93090EECB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FED6961B-7198-1E16-1143-022B074F1F8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FED6961B-7198-1E16-1143-022B074F1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11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960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F829-71B9-B697-2723-2BEAE454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4451651-3CF4-6F92-5CE9-43A9CEA5145E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4451651-3CF4-6F92-5CE9-43A9CEA51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D0E1C72-39DA-2458-49A3-4AC99869B604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D0E1C72-39DA-2458-49A3-4AC99869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C0B018B-A32E-C4CB-14A4-4C3834F32827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C0B018B-A32E-C4CB-14A4-4C3834F32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E2F94AF-77F0-0EAC-73E7-5088F0801EAE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E2F94AF-77F0-0EAC-73E7-5088F0801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C30E762-CF43-E453-A6DA-4E26F7183E1D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C30E762-CF43-E453-A6DA-4E26F7183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BC0CC6AC-D19A-324F-03F0-3EF82DA85E6A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BC0CC6AC-D19A-324F-03F0-3EF82DA85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7D4E9C1-859E-4225-B9E4-B42737CD6FA0}"/>
                  </a:ext>
                </a:extLst>
              </p:cNvPr>
              <p:cNvSpPr txBox="1"/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1=7⋅3−1⋅20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7D4E9C1-859E-4225-B9E4-B42737CD6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82E5EB3F-9957-C2D2-05D0-99261E5A0A32}"/>
                  </a:ext>
                </a:extLst>
              </p:cNvPr>
              <p:cNvSpPr txBox="1"/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1=4⋅4−1⋅15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82E5EB3F-9957-C2D2-05D0-99261E5A0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3B28EE7-F2F1-8BA6-4F4D-935EFC41D10B}"/>
                  </a:ext>
                </a:extLst>
              </p:cNvPr>
              <p:cNvSpPr txBox="1"/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1=5⋅5−2⋅12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3B28EE7-F2F1-8BA6-4F4D-935EFC41D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9182B6C2-12BC-537F-D952-0300E937E10C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3C45076E-59F1-2C84-D897-B762244AB7CB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177F31F4-9379-FF0F-6F76-50D769428880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177F31F4-9379-FF0F-6F76-50D769428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12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117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6C036-DF66-18FB-1A45-8D2152C1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AB3B4B-68AA-2249-4ED0-8964DFEF0F3F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AB3B4B-68AA-2249-4ED0-8964DFEF0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45D3846-528D-8EE7-8E3F-7A90C11B31D5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45D3846-528D-8EE7-8E3F-7A90C11B3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23D34A4-6BDE-B874-BCC0-8CE77997B4F7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23D34A4-6BDE-B874-BCC0-8CE77997B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B36AE9-D2DC-0294-920A-3B8CE8A3D3CE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B36AE9-D2DC-0294-920A-3B8CE8A3D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E5E3C08-DA69-0875-B184-E4C25370F3FD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E5E3C08-DA69-0875-B184-E4C25370F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50BC56D-FC35-A245-0F8C-9EE20DAAB435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50BC56D-FC35-A245-0F8C-9EE20DAAB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CC8B9BA-DF43-6ACE-F4FC-981C5DAF7DD2}"/>
                  </a:ext>
                </a:extLst>
              </p:cNvPr>
              <p:cNvSpPr txBox="1"/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1=7⋅3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CC8B9BA-DF43-6ACE-F4FC-981C5DAF7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50DE06F-B1A7-D65F-0483-96E91F5EB3BE}"/>
                  </a:ext>
                </a:extLst>
              </p:cNvPr>
              <p:cNvSpPr txBox="1"/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1=4⋅4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50DE06F-B1A7-D65F-0483-96E91F5E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BB0294F-379C-C5C0-2134-07B7B05DE0DD}"/>
                  </a:ext>
                </a:extLst>
              </p:cNvPr>
              <p:cNvSpPr txBox="1"/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1=5⋅5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BB0294F-379C-C5C0-2134-07B7B05DE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59DD339-D3DE-27B8-BF41-2A6BA28A4ADC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8618007D-84FA-B27C-5E28-1E6D01F618B3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D9859AE-61F3-255E-CD05-E5DA36BF0FB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D9859AE-61F3-255E-CD05-E5DA36BF0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12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455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E159-C0A1-00E3-D1CA-A5DF454E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9FE56C8-1558-AEEA-FBF2-4C69ECDE6DD4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9FE56C8-1558-AEEA-FBF2-4C69ECDE6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A8FF3A4-0DD9-41CF-A3ED-11CBEF4E535F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A8FF3A4-0DD9-41CF-A3ED-11CBEF4E5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590473-C3EA-4C6B-510D-BEF0535E27B7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590473-C3EA-4C6B-510D-BEF0535E2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7F831CC-0481-775B-D592-1EB40C57D3FA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7F831CC-0481-775B-D592-1EB40C57D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EC33DC4-9673-3403-AA95-85D5B2EEEDA4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EC33DC4-9673-3403-AA95-85D5B2EE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56CD4FE-F79B-108A-4BFF-C6CAAC69BC4B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56CD4FE-F79B-108A-4BFF-C6CAAC69B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436EDE4-658C-5F8D-06A0-AFF9407138B5}"/>
                  </a:ext>
                </a:extLst>
              </p:cNvPr>
              <p:cNvSpPr txBox="1"/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1=7⋅3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436EDE4-658C-5F8D-06A0-AFF940713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E44FB8C-18F2-4069-204C-96F42C14C517}"/>
                  </a:ext>
                </a:extLst>
              </p:cNvPr>
              <p:cNvSpPr txBox="1"/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1=4⋅4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E44FB8C-18F2-4069-204C-96F42C14C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2DF3DD1-8E09-D5EA-D213-C458DE5224E1}"/>
                  </a:ext>
                </a:extLst>
              </p:cNvPr>
              <p:cNvSpPr txBox="1"/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1=5⋅5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2DF3DD1-8E09-D5EA-D213-C458DE522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A1CF044F-E9A7-17D9-19DC-0DF42C172EB2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65621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A1CF044F-E9A7-17D9-19DC-0DF42C172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656211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4CCCF426-6F17-DA29-6648-F10E6E582877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80C4A4A1-1425-C5DA-F692-3A626A77B4E2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2087BE8F-86D4-C386-BA1F-12ACA8ADA05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2087BE8F-86D4-C386-BA1F-12ACA8ADA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13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5883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299AA-A683-13B1-F875-00335E3C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67F994-6993-E037-792F-5893DDAF5BD0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67F994-6993-E037-792F-5893DDAF5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505E343-64E7-CA07-8B5B-345069A3977F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505E343-64E7-CA07-8B5B-345069A39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0ED4A4B-3335-D0EF-C889-3D1C743ABA2D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0ED4A4B-3335-D0EF-C889-3D1C743AB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31BF391-EADB-02FA-EFDF-C2FE1BD662E7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31BF391-EADB-02FA-EFDF-C2FE1BD66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2C76E86-9D9C-4C22-7031-2667CA63832B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2C76E86-9D9C-4C22-7031-2667CA638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03544F9-7C47-B9C4-6C1B-D64452547F3A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03544F9-7C47-B9C4-6C1B-D64452547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8448A9B-1313-9B95-F6A2-9BBE2EC94747}"/>
                  </a:ext>
                </a:extLst>
              </p:cNvPr>
              <p:cNvSpPr txBox="1"/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1=7⋅3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8448A9B-1313-9B95-F6A2-9BBE2EC94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F129815-B64A-AE13-879B-37F3CF1BCFE0}"/>
                  </a:ext>
                </a:extLst>
              </p:cNvPr>
              <p:cNvSpPr txBox="1"/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1=4⋅4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F129815-B64A-AE13-879B-37F3CF1BC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0D535AD9-8F89-45B7-9562-11CFB42FF2AA}"/>
                  </a:ext>
                </a:extLst>
              </p:cNvPr>
              <p:cNvSpPr txBox="1"/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1=5⋅5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0D535AD9-8F89-45B7-9562-11CFB42FF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5288F8A0-8839-33CD-DA81-311E80AB21B9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77012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−151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5288F8A0-8839-33CD-DA81-311E80AB2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770127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5092845-03EA-16FE-45B6-7928AAC96533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332EFF6D-64BC-6BC0-7AFE-340EEC3AA2B3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79686632-B5CE-088E-2BF0-0657739F8A8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79686632-B5CE-088E-2BF0-0657739F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13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159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06B98-D438-61F4-10F7-B1B74DC8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67DC5DD-0E3A-83EE-FAD8-FA9CC6BA7084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67DC5DD-0E3A-83EE-FAD8-FA9CC6BA7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E553E74-6366-23EA-7267-1FCFF053CE1D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E553E74-6366-23EA-7267-1FCFF053C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8581003-B6F6-98C2-8A3F-65AD150E5C3B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</m:t>
                      </m:r>
                      <m:r>
                        <a:rPr lang="pl-PL" sz="2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8581003-B6F6-98C2-8A3F-65AD150E5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BB953DC-0109-3876-629D-273C2BF81E18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BB953DC-0109-3876-629D-273C2BF81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A1DE417-7E7C-AFB8-905A-F09EB94C3288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A1DE417-7E7C-AFB8-905A-F09EB94C3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BDA69999-CCEE-60E1-7220-093B7A81B183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BDA69999-CCEE-60E1-7220-093B7A81B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50E989F-BA55-1188-C511-8017E9320791}"/>
                  </a:ext>
                </a:extLst>
              </p:cNvPr>
              <p:cNvSpPr txBox="1"/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1=7⋅3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50E989F-BA55-1188-C511-8017E9320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3038690-6B5B-B85A-9191-9F78DDDF0E2D}"/>
                  </a:ext>
                </a:extLst>
              </p:cNvPr>
              <p:cNvSpPr txBox="1"/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1=4⋅4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3038690-6B5B-B85A-9191-9F78DDDF0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B910215-C2B0-5EA3-5286-8F75F99CAA33}"/>
                  </a:ext>
                </a:extLst>
              </p:cNvPr>
              <p:cNvSpPr txBox="1"/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1=5⋅5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B910215-C2B0-5EA3-5286-8F75F99CA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1A89CEC4-9F0D-48DC-0ECE-7DBD155B232C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77012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−151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1A89CEC4-9F0D-48DC-0ECE-7DBD155B2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770127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629D987-4C4F-D259-30C8-5C61982A9722}"/>
                  </a:ext>
                </a:extLst>
              </p:cNvPr>
              <p:cNvSpPr txBox="1"/>
              <p:nvPr/>
            </p:nvSpPr>
            <p:spPr>
              <a:xfrm>
                <a:off x="176470" y="5038721"/>
                <a:ext cx="27226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=−151+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⋅60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629D987-4C4F-D259-30C8-5C61982A9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038721"/>
                <a:ext cx="272266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e tekstowe 15">
            <a:extLst>
              <a:ext uri="{FF2B5EF4-FFF2-40B4-BE49-F238E27FC236}">
                <a16:creationId xmlns:a16="http://schemas.microsoft.com/office/drawing/2014/main" id="{A3CA3953-EF7B-99B7-17AD-C6E3DA22EAE4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9F6A02A7-F1AB-0667-6A8E-C2F60E469A36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301A5B7E-4ABD-FD97-5557-7A014FB0BF3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301A5B7E-4ABD-FD97-5557-7A014FB0B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14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573C719-27AC-90E9-BDCA-E7EBB31884C2}"/>
                  </a:ext>
                </a:extLst>
              </p14:cNvPr>
              <p14:cNvContentPartPr/>
              <p14:nvPr/>
            </p14:nvContentPartPr>
            <p14:xfrm>
              <a:off x="4387680" y="5073480"/>
              <a:ext cx="3035880" cy="3625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573C719-27AC-90E9-BDCA-E7EBB31884C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78320" y="5064120"/>
                <a:ext cx="3054600" cy="38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93100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8A73-1A4E-FFE8-65C2-BE44508B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78E2E21-29F6-1FF9-8EA2-AB0ADE3451EE}"/>
                  </a:ext>
                </a:extLst>
              </p:cNvPr>
              <p:cNvSpPr txBox="1"/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≡2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3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≡4 </m:t>
                              </m:r>
                              <m:d>
                                <m:dPr>
                                  <m:ctrlPr>
                                    <a:rPr lang="pl-PL" sz="2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l-PL" sz="22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mod</m:t>
                                      </m:r>
                                    </m:fName>
                                    <m:e>
                                      <m:r>
                                        <a:rPr lang="pl-PL" sz="2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5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78E2E21-29F6-1FF9-8EA2-AB0ADE345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67335"/>
                <a:ext cx="2194447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14CFD02-031E-052D-06AA-93A74ACB5EB6}"/>
                  </a:ext>
                </a:extLst>
              </p:cNvPr>
              <p:cNvSpPr txBox="1"/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=4⋅5=20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=3⋅5=15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=3⋅4=12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14CFD02-031E-052D-06AA-93A74ACB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3086310"/>
                <a:ext cx="2158731" cy="1107996"/>
              </a:xfrm>
              <a:prstGeom prst="rect">
                <a:avLst/>
              </a:prstGeom>
              <a:blipFill>
                <a:blip r:embed="rId4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EC7F1DC-7036-1D11-0FCB-0F7EA49DC99F}"/>
                  </a:ext>
                </a:extLst>
              </p:cNvPr>
              <p:cNvSpPr txBox="1"/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𝑀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=3⋅4⋅5=</m:t>
                      </m:r>
                      <m:r>
                        <a:rPr lang="pl-PL" sz="2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EC7F1DC-7036-1D11-0FCB-0F7EA49DC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25" y="4194306"/>
                <a:ext cx="24533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E5855EB-EFFC-75E7-74CF-545727C3F65A}"/>
                  </a:ext>
                </a:extLst>
              </p:cNvPr>
              <p:cNvSpPr txBox="1"/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⋅3+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E5855EB-EFFC-75E7-74CF-545727C3F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086310"/>
                <a:ext cx="256730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C8CDCA0-90AD-8F6D-549B-4A5070E14093}"/>
                  </a:ext>
                </a:extLst>
              </p:cNvPr>
              <p:cNvSpPr txBox="1"/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⋅4+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C8CDCA0-90AD-8F6D-549B-4A5070E14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429000"/>
                <a:ext cx="2580386" cy="430887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FD42C28-C426-B796-809A-D02F59798AE3}"/>
                  </a:ext>
                </a:extLst>
              </p:cNvPr>
              <p:cNvSpPr txBox="1"/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⋅5+</m:t>
                      </m:r>
                      <m:sSub>
                        <m:sSubPr>
                          <m:ctrlP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pl-PL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FD42C28-C426-B796-809A-D02F59798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4" y="3767554"/>
                <a:ext cx="2580386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69D1910-57A2-A1E9-D23C-AD8E836EA34A}"/>
                  </a:ext>
                </a:extLst>
              </p:cNvPr>
              <p:cNvSpPr txBox="1"/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1=7⋅3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69D1910-57A2-A1E9-D23C-AD8E836E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8" y="3086310"/>
                <a:ext cx="233025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728FD8C-29FB-08FE-6D07-40E53D624B22}"/>
                  </a:ext>
                </a:extLst>
              </p:cNvPr>
              <p:cNvSpPr txBox="1"/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1=4⋅4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728FD8C-29FB-08FE-6D07-40E53D624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138" y="3429000"/>
                <a:ext cx="233025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90CE82B-ADCB-1CF6-A38E-26DD4B7B7BE6}"/>
                  </a:ext>
                </a:extLst>
              </p:cNvPr>
              <p:cNvSpPr txBox="1"/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1=5⋅5</m:t>
                      </m:r>
                      <m:r>
                        <a:rPr lang="pl-PL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−2</m:t>
                      </m:r>
                      <m:r>
                        <a:rPr lang="pl-PL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90CE82B-ADCB-1CF6-A38E-26DD4B7B7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18" y="3771690"/>
                <a:ext cx="233025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EF67896-FECD-1A4F-949C-2F69A8C0D948}"/>
                  </a:ext>
                </a:extLst>
              </p:cNvPr>
              <p:cNvSpPr txBox="1"/>
              <p:nvPr/>
            </p:nvSpPr>
            <p:spPr>
              <a:xfrm>
                <a:off x="160208" y="4641767"/>
                <a:ext cx="77012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−151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EF67896-FECD-1A4F-949C-2F69A8C0D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8" y="4641767"/>
                <a:ext cx="770127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679E381-28C0-349A-AB9B-2700B1F27161}"/>
                  </a:ext>
                </a:extLst>
              </p:cNvPr>
              <p:cNvSpPr txBox="1"/>
              <p:nvPr/>
            </p:nvSpPr>
            <p:spPr>
              <a:xfrm>
                <a:off x="176470" y="5038721"/>
                <a:ext cx="27226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=−151+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⋅60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E679E381-28C0-349A-AB9B-2700B1F2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038721"/>
                <a:ext cx="272266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4EEE2F70-31F2-198A-CBBB-CBEBDC1BBFEA}"/>
                  </a:ext>
                </a:extLst>
              </p:cNvPr>
              <p:cNvSpPr txBox="1"/>
              <p:nvPr/>
            </p:nvSpPr>
            <p:spPr>
              <a:xfrm>
                <a:off x="3479322" y="5038721"/>
                <a:ext cx="36503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−151, −91, −31, 29, 89,…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4EEE2F70-31F2-198A-CBBB-CBEBDC1BB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322" y="5038721"/>
                <a:ext cx="3650358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ABA6F5F3-64C9-ECEE-A837-BC960F83DC4D}"/>
                  </a:ext>
                </a:extLst>
              </p14:cNvPr>
              <p14:cNvContentPartPr/>
              <p14:nvPr/>
            </p14:nvContentPartPr>
            <p14:xfrm>
              <a:off x="6286680" y="5067360"/>
              <a:ext cx="374760" cy="438480"/>
            </p14:xfrm>
          </p:contentPart>
        </mc:Choice>
        <mc:Fallback xmlns=""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ABA6F5F3-64C9-ECEE-A837-BC960F83DC4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77320" y="5058000"/>
                <a:ext cx="393480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pole tekstowe 17">
            <a:extLst>
              <a:ext uri="{FF2B5EF4-FFF2-40B4-BE49-F238E27FC236}">
                <a16:creationId xmlns:a16="http://schemas.microsoft.com/office/drawing/2014/main" id="{E6189765-41F8-22BE-67F3-99ED947E571C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D8A15711-B4FE-EA39-EA98-A8FED5548018}"/>
              </a:ext>
            </a:extLst>
          </p:cNvPr>
          <p:cNvSpPr txBox="1"/>
          <p:nvPr/>
        </p:nvSpPr>
        <p:spPr>
          <a:xfrm>
            <a:off x="176470" y="2536448"/>
            <a:ext cx="3869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system of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958A35CA-55F0-0761-39D0-75C63B07AD8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soldiers in the unit. Most of them reported for assembly.</a:t>
                </a:r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threes" was given, the counting ended with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two.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fours" was given, the counting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one.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command "count off by fives" was given,</a:t>
                </a:r>
                <a:b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counting ended with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four.</a:t>
                </a:r>
                <a:r>
                  <a:rPr lang="pl-PL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soldiers were present?</a:t>
                </a: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958A35CA-55F0-0761-39D0-75C63B07A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52219" cy="1785104"/>
              </a:xfrm>
              <a:prstGeom prst="rect">
                <a:avLst/>
              </a:prstGeom>
              <a:blipFill>
                <a:blip r:embed="rId17"/>
                <a:stretch>
                  <a:fillRect l="-669" t="-2389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525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8489-0114-9D62-20DC-23FD92A7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5BF31E5-4F09-7EC2-29EF-DE1585FEA0B1}"/>
              </a:ext>
            </a:extLst>
          </p:cNvPr>
          <p:cNvSpPr txBox="1"/>
          <p:nvPr/>
        </p:nvSpPr>
        <p:spPr>
          <a:xfrm>
            <a:off x="176470" y="785277"/>
            <a:ext cx="2013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98F8AD9-2E7C-5369-B5C9-2C9AD182E8C6}"/>
              </a:ext>
            </a:extLst>
          </p:cNvPr>
          <p:cNvSpPr txBox="1"/>
          <p:nvPr/>
        </p:nvSpPr>
        <p:spPr>
          <a:xfrm>
            <a:off x="176470" y="1216164"/>
            <a:ext cx="104671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Calculating the size of a set based on the remainders from division by</a:t>
            </a:r>
            <a:b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certain numbers.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47CC7F3-2AF3-E5C1-8F20-3E1597B27065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474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2231-E772-7A9F-6CFD-C5659156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94E42F70-03E5-B88F-F822-99E4B32ED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19" y="1985605"/>
            <a:ext cx="3326386" cy="2872593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EBB69435-BB17-CCBE-C8CC-E902DAFECC2D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418FBD6-DDC9-57D2-7220-4C59E1C18CB2}"/>
              </a:ext>
            </a:extLst>
          </p:cNvPr>
          <p:cNvSpPr txBox="1"/>
          <p:nvPr/>
        </p:nvSpPr>
        <p:spPr>
          <a:xfrm>
            <a:off x="176470" y="1216164"/>
            <a:ext cx="104671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Calculating the size of a set based on the remainders from division by</a:t>
            </a:r>
            <a:b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certain numbers.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1D04F6D-E8CD-3217-2540-32CF619C9611}"/>
              </a:ext>
            </a:extLst>
          </p:cNvPr>
          <p:cNvSpPr txBox="1"/>
          <p:nvPr/>
        </p:nvSpPr>
        <p:spPr>
          <a:xfrm>
            <a:off x="176470" y="785277"/>
            <a:ext cx="2013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8149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2DF28-3842-E973-F2AE-BCAACA81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967C2E20-C2B4-14E2-9F1D-F960F4E1A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6646"/>
            <a:ext cx="3450510" cy="345051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34D92C19-CB55-A4CB-AF75-A22DE993F37C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4FAAB7D-6DD3-6324-315D-E3C8A0F6A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19" y="1985605"/>
            <a:ext cx="3326386" cy="2872593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81C3A624-D8DE-8296-6B03-998CD6B46FDF}"/>
              </a:ext>
            </a:extLst>
          </p:cNvPr>
          <p:cNvSpPr txBox="1"/>
          <p:nvPr/>
        </p:nvSpPr>
        <p:spPr>
          <a:xfrm>
            <a:off x="176470" y="1216164"/>
            <a:ext cx="104671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Calculating the size of a set based on the remainders from division by</a:t>
            </a:r>
            <a:b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certain numbers.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1C254B8-7811-1886-3A08-364073FF17CB}"/>
              </a:ext>
            </a:extLst>
          </p:cNvPr>
          <p:cNvSpPr txBox="1"/>
          <p:nvPr/>
        </p:nvSpPr>
        <p:spPr>
          <a:xfrm>
            <a:off x="176470" y="785277"/>
            <a:ext cx="2013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1566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E81B6-8CE8-E60D-7167-908E33DE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ECF9136B-2F4D-037D-E309-6AA44866D5DA}"/>
              </a:ext>
            </a:extLst>
          </p:cNvPr>
          <p:cNvSpPr txBox="1"/>
          <p:nvPr/>
        </p:nvSpPr>
        <p:spPr>
          <a:xfrm>
            <a:off x="176470" y="785277"/>
            <a:ext cx="2013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453FF3CE-8156-DA1E-1E8A-C065E1A3CAB9}"/>
              </a:ext>
            </a:extLst>
          </p:cNvPr>
          <p:cNvSpPr txBox="1"/>
          <p:nvPr/>
        </p:nvSpPr>
        <p:spPr>
          <a:xfrm>
            <a:off x="176470" y="1216164"/>
            <a:ext cx="104671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Calculating the size of a set based on the remainders from division by</a:t>
            </a:r>
            <a:b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certain numbers.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Cryptography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2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RSA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2B05E4E-DFDB-5E82-94BB-163F3C2DD074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9058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C12F-BD80-755A-EBC5-5AD7EBD8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ole tekstowe 16">
            <a:extLst>
              <a:ext uri="{FF2B5EF4-FFF2-40B4-BE49-F238E27FC236}">
                <a16:creationId xmlns:a16="http://schemas.microsoft.com/office/drawing/2014/main" id="{6846F199-D6D0-6CF2-28A5-61C996D7DFD5}"/>
              </a:ext>
            </a:extLst>
          </p:cNvPr>
          <p:cNvSpPr txBox="1"/>
          <p:nvPr/>
        </p:nvSpPr>
        <p:spPr>
          <a:xfrm>
            <a:off x="176470" y="1216164"/>
            <a:ext cx="104671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Calculating the size of a set based on the remainders from division by</a:t>
            </a:r>
            <a:b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certain numbers.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Cryptography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2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RSA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Large-number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computations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29CB75F-AC5D-7389-C9BF-05C7A87E711C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40352BB-0BFC-34AA-9DD3-4E06B2ECFD67}"/>
              </a:ext>
            </a:extLst>
          </p:cNvPr>
          <p:cNvSpPr txBox="1"/>
          <p:nvPr/>
        </p:nvSpPr>
        <p:spPr>
          <a:xfrm>
            <a:off x="176470" y="785277"/>
            <a:ext cx="2013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55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D61AD-E781-3107-9CE3-A8FA1711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ole tekstowe 16">
            <a:extLst>
              <a:ext uri="{FF2B5EF4-FFF2-40B4-BE49-F238E27FC236}">
                <a16:creationId xmlns:a16="http://schemas.microsoft.com/office/drawing/2014/main" id="{9F0EE35A-B360-0174-83E2-507A09FAF301}"/>
              </a:ext>
            </a:extLst>
          </p:cNvPr>
          <p:cNvSpPr txBox="1"/>
          <p:nvPr/>
        </p:nvSpPr>
        <p:spPr>
          <a:xfrm>
            <a:off x="176470" y="1216164"/>
            <a:ext cx="1046716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Calculating the size of a set based on the remainders from division by</a:t>
            </a:r>
            <a:b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certain numbers.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Cryptography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2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RSA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Large-number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computations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Lagrange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interpolation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2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CB59B00-0864-A083-F239-0BB181F758B0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1F22C23-8234-4F6E-B221-2D332D2BED99}"/>
              </a:ext>
            </a:extLst>
          </p:cNvPr>
          <p:cNvSpPr txBox="1"/>
          <p:nvPr/>
        </p:nvSpPr>
        <p:spPr>
          <a:xfrm>
            <a:off x="176470" y="785277"/>
            <a:ext cx="2013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8742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17B25-7C24-5966-95F7-00BD4E408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ole tekstowe 16">
            <a:extLst>
              <a:ext uri="{FF2B5EF4-FFF2-40B4-BE49-F238E27FC236}">
                <a16:creationId xmlns:a16="http://schemas.microsoft.com/office/drawing/2014/main" id="{00F9EE72-4CF5-BDAA-CF0A-BA0733E0A080}"/>
              </a:ext>
            </a:extLst>
          </p:cNvPr>
          <p:cNvSpPr txBox="1"/>
          <p:nvPr/>
        </p:nvSpPr>
        <p:spPr>
          <a:xfrm>
            <a:off x="176470" y="1216164"/>
            <a:ext cx="1046716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Calculating the size of a set based on the remainders from division by</a:t>
            </a:r>
            <a:b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certain numbers.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Cryptography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2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RSA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Large-number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computations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Lagrange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interpolation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2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200" dirty="0" err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example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897196D-9E70-AFDD-21FC-7BB106DB101D}"/>
              </a:ext>
            </a:extLst>
          </p:cNvPr>
          <p:cNvSpPr txBox="1"/>
          <p:nvPr/>
        </p:nvSpPr>
        <p:spPr>
          <a:xfrm>
            <a:off x="1685177" y="-45720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Chinese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remainder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056D878-FCA1-E5BD-C60B-9374BB352EB3}"/>
              </a:ext>
            </a:extLst>
          </p:cNvPr>
          <p:cNvSpPr txBox="1"/>
          <p:nvPr/>
        </p:nvSpPr>
        <p:spPr>
          <a:xfrm>
            <a:off x="176470" y="785277"/>
            <a:ext cx="20136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8057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4044</Words>
  <Application>Microsoft Office PowerPoint</Application>
  <PresentationFormat>Panoramiczny</PresentationFormat>
  <Paragraphs>441</Paragraphs>
  <Slides>52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52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270</cp:revision>
  <dcterms:created xsi:type="dcterms:W3CDTF">2024-10-31T12:17:59Z</dcterms:created>
  <dcterms:modified xsi:type="dcterms:W3CDTF">2025-10-10T09:27:10Z</dcterms:modified>
</cp:coreProperties>
</file>