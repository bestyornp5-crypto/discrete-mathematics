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2C9F7E89-EEE8-36DC-F5C3-A465992C9FFB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539A1-D131-284D-6842-BD4F264B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379B09B6-9858-E62E-6127-B9E7E112A6C0}"/>
              </a:ext>
            </a:extLst>
          </p:cNvPr>
          <p:cNvSpPr txBox="1"/>
          <p:nvPr/>
        </p:nvSpPr>
        <p:spPr>
          <a:xfrm>
            <a:off x="283150" y="785277"/>
            <a:ext cx="656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AA4B635-3AB6-01F0-DCA7-27F67FED9413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50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D1B1-DF3C-7FC2-2791-DD217EDA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5E56086C-5B05-12D9-F56E-59B215FACFE1}"/>
              </a:ext>
            </a:extLst>
          </p:cNvPr>
          <p:cNvSpPr txBox="1"/>
          <p:nvPr/>
        </p:nvSpPr>
        <p:spPr>
          <a:xfrm>
            <a:off x="283150" y="785277"/>
            <a:ext cx="656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DF20C2A-969B-C9A3-F3FA-A8BCB0F14B06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43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A1B7-540D-3DAF-A2D5-31B5249A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5E8A05A9-10F3-2B81-B6A2-070600E394F8}"/>
              </a:ext>
            </a:extLst>
          </p:cNvPr>
          <p:cNvSpPr txBox="1"/>
          <p:nvPr/>
        </p:nvSpPr>
        <p:spPr>
          <a:xfrm>
            <a:off x="283150" y="785277"/>
            <a:ext cx="656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A447D62-3A6B-E192-9692-EA0B43233BB9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50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995D-5849-BA62-7339-0344EA49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EF54FBB9-E2E0-B8B1-93A7-1EAC6312B53E}"/>
              </a:ext>
            </a:extLst>
          </p:cNvPr>
          <p:cNvSpPr txBox="1"/>
          <p:nvPr/>
        </p:nvSpPr>
        <p:spPr>
          <a:xfrm>
            <a:off x="283150" y="785277"/>
            <a:ext cx="65662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964D747-78D7-9CF8-5F39-6B974BBE19A7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15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8D81-815B-8BA3-1CB5-EACF4966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D98DFFF5-F3F8-1BCE-8D65-9ECE2E9F9E10}"/>
              </a:ext>
            </a:extLst>
          </p:cNvPr>
          <p:cNvSpPr txBox="1"/>
          <p:nvPr/>
        </p:nvSpPr>
        <p:spPr>
          <a:xfrm>
            <a:off x="283150" y="785277"/>
            <a:ext cx="6566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EE68563-0F3C-8EB3-37CC-B1CAB547DEF3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25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ABE7-D0F4-8A60-2B4B-779F188B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8D20CF0F-B238-7A17-3D86-35547D960670}"/>
              </a:ext>
            </a:extLst>
          </p:cNvPr>
          <p:cNvSpPr txBox="1"/>
          <p:nvPr/>
        </p:nvSpPr>
        <p:spPr>
          <a:xfrm>
            <a:off x="283150" y="785277"/>
            <a:ext cx="6566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0B58CAC5-4582-FA81-4B7E-14ACD0455C72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744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DD50-14F3-F1B1-46D7-B33AF7E8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3DC616D5-A963-F813-BD2E-1779D720C897}"/>
              </a:ext>
            </a:extLst>
          </p:cNvPr>
          <p:cNvSpPr txBox="1"/>
          <p:nvPr/>
        </p:nvSpPr>
        <p:spPr>
          <a:xfrm>
            <a:off x="283150" y="785277"/>
            <a:ext cx="65662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917C684-3E78-99BF-84A4-3FA553F5AB66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26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B771-6262-3CAF-5DF8-E44130F1A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884AE7C5-0010-D28B-1495-00D70F1E8119}"/>
              </a:ext>
            </a:extLst>
          </p:cNvPr>
          <p:cNvSpPr txBox="1"/>
          <p:nvPr/>
        </p:nvSpPr>
        <p:spPr>
          <a:xfrm>
            <a:off x="283150" y="785277"/>
            <a:ext cx="6566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Zero–one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C42C2AB-6213-0CDB-C94A-2874A37492DA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6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A17D-4081-32C3-24E3-1E337E531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9ED08A36-785D-5B72-60B7-ECBD7C14E091}"/>
              </a:ext>
            </a:extLst>
          </p:cNvPr>
          <p:cNvSpPr txBox="1"/>
          <p:nvPr/>
        </p:nvSpPr>
        <p:spPr>
          <a:xfrm>
            <a:off x="283150" y="785277"/>
            <a:ext cx="6566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Zero–one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 numbers of a given type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18D6E7E-EA90-B0F7-89F1-3F1B1EEDDC0C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712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06C6-DCBF-A177-7188-2840146C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39170BC5-963A-B57D-3F26-271BEA6AE81E}"/>
              </a:ext>
            </a:extLst>
          </p:cNvPr>
          <p:cNvSpPr txBox="1"/>
          <p:nvPr/>
        </p:nvSpPr>
        <p:spPr>
          <a:xfrm>
            <a:off x="283150" y="785277"/>
            <a:ext cx="65662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Zero–one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 numbers of a given type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Huffman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654FDC8-AEBC-4B41-BCE3-6F1CA311BF1B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131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7F2E-0C71-E261-1F64-957044A0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A12E34A8-D2D3-8623-DFF1-38EF24A72F93}"/>
              </a:ext>
            </a:extLst>
          </p:cNvPr>
          <p:cNvSpPr txBox="1"/>
          <p:nvPr/>
        </p:nvSpPr>
        <p:spPr>
          <a:xfrm>
            <a:off x="283150" y="785277"/>
            <a:ext cx="65662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Zero–one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 numbers of a given type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Huffman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correction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(channel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6F92DBD-728D-D327-1EF4-4263CB60304E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37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18AA2-AA8D-B9F9-5934-A80A1BD4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A31507FC-5905-9E12-ABC7-D984F2370A4D}"/>
              </a:ext>
            </a:extLst>
          </p:cNvPr>
          <p:cNvSpPr txBox="1"/>
          <p:nvPr/>
        </p:nvSpPr>
        <p:spPr>
          <a:xfrm>
            <a:off x="283150" y="785277"/>
            <a:ext cx="65662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Zero–one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 numbers of a given type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Huffman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correction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(channel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neural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network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BEB00AE-B66F-E12B-0DA8-5B07296461B5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574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10D7-2E30-E3B7-A45A-471551EF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CB843270-08E0-DD86-BDC2-BB811AE96E1B}"/>
              </a:ext>
            </a:extLst>
          </p:cNvPr>
          <p:cNvSpPr txBox="1"/>
          <p:nvPr/>
        </p:nvSpPr>
        <p:spPr>
          <a:xfrm>
            <a:off x="283150" y="785277"/>
            <a:ext cx="65662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Zero–one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 numbers of a given type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Huffman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correction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(channel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neural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Information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22D0F1C-1120-77D2-B04B-96011B5ECE0F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986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E07CA-9403-6257-670E-914B604B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4B44856C-5485-C8F0-F452-1476A793563F}"/>
              </a:ext>
            </a:extLst>
          </p:cNvPr>
          <p:cNvSpPr txBox="1"/>
          <p:nvPr/>
        </p:nvSpPr>
        <p:spPr>
          <a:xfrm>
            <a:off x="283150" y="785277"/>
            <a:ext cx="65662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Catalan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Diophantine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Cumulants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Zero–one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 numbers of a given type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Huffman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correction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(channel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neural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Information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15F2B84-FE9A-AB7D-F95B-A7C3725E31DF}"/>
              </a:ext>
            </a:extLst>
          </p:cNvPr>
          <p:cNvSpPr txBox="1"/>
          <p:nvPr/>
        </p:nvSpPr>
        <p:spPr>
          <a:xfrm>
            <a:off x="6215248" y="785276"/>
            <a:ext cx="6566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computation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theory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difference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1679082-82B8-9D86-4CC8-F3B993AAAD83}"/>
              </a:ext>
            </a:extLst>
          </p:cNvPr>
          <p:cNvSpPr txBox="1"/>
          <p:nvPr/>
        </p:nvSpPr>
        <p:spPr>
          <a:xfrm>
            <a:off x="4241165" y="-45720"/>
            <a:ext cx="3709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22411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361</Words>
  <Application>Microsoft Office PowerPoint</Application>
  <PresentationFormat>Panoramiczny</PresentationFormat>
  <Paragraphs>124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242</cp:revision>
  <dcterms:created xsi:type="dcterms:W3CDTF">2024-10-31T12:17:59Z</dcterms:created>
  <dcterms:modified xsi:type="dcterms:W3CDTF">2025-10-10T12:20:32Z</dcterms:modified>
</cp:coreProperties>
</file>