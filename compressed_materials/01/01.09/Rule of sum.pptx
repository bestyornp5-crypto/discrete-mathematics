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4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40 24575,'0'-33'0,"0"26"0,0 23 0,2 67 0,16 114 0,-12-30 0,-5-166 0,-1-1 0,0 1 0,1-1 0,-1 1 0,1-1 0,-1 1 0,1-1 0,-1 0 0,1 1 0,-1-1 0,1 0 0,-1 1 0,1-1 0,-1 0 0,1 1 0,-1-1 0,1 0 0,0 0 0,-1 0 0,1 0 0,-1 0 0,1 0 0,0 0 0,-1 1 0,1-2 0,-1 1 0,1 0 0,0 0 0,-1 0 0,1 0 0,-1 0 0,1 0 0,0-1 0,0 1 0,34-11 0,-15 5 0,-13 5 0,0 0 0,0 1 0,1 0 0,-1 0 0,0 0 0,1 1 0,-1 0 0,0 1 0,0 0 0,0 0 0,0 0 0,0 1 0,-1 0 0,1 0 0,-1 1 0,1 0 0,-1 0 0,9 8 0,-1 1 0,0 1 0,-2 0 0,1 1 0,-2 0 0,0 1 0,9 17 0,-14-20 0,0 0 0,0 0 0,-2 1 0,0 0 0,0 0 0,-1 0 0,-1 0 0,0 1 0,-1-1 0,-1 1 0,0-1 0,-1 1 0,-1-1 0,0 0 0,-1 0 0,0 1 0,-8 17 0,8-21 0,-1-1 0,0 0 0,-1-1 0,0 1 0,-1-1 0,0 0 0,0 0 0,-1-1 0,0 1 0,0-1 0,-1-1 0,0 0 0,0 0 0,-1 0 0,0-1 0,0-1 0,-1 1 0,1-2 0,-1 1 0,0-1 0,0-1 0,-1 0 0,-18 4 0,22-6 6,-1-1 0,0 0 0,1 0 0,-1 0 0,1-1 0,-1 0 0,1-1 0,-1 0 0,1 0 0,0 0 0,-1-1 0,1 0 0,1 0 0,-1-1 0,0 0 0,1 0 0,0-1 0,0 0 0,-9-8 0,5 1-171,-1-1 0,2 0 0,0 0 0,0-1 0,1 0 0,1 0 0,0-1 0,-5-17 0,3 5-6661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5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24575,'0'-4'0,"1"0"0,-1 1 0,1-1 0,-1 0 0,1 1 0,1-1 0,-1 0 0,0 1 0,1 0 0,0-1 0,-1 1 0,1 0 0,1 0 0,-1 0 0,0 0 0,1 0 0,-1 0 0,1 1 0,0-1 0,0 1 0,0 0 0,0 0 0,0 0 0,1 0 0,-1 1 0,1-1 0,6-1 0,-2 1 0,0 0 0,-1 0 0,1 0 0,0 1 0,0 1 0,0-1 0,0 1 0,0 1 0,0 0 0,0 0 0,0 0 0,9 3 0,27 14-114,-28-11 163,0 0-1,0-2 1,1 0-1,25 5 1,-38-10-107,0 1 1,0-1-1,0 0 1,-1 0-1,1 0 1,0-1-1,0 1 1,0-1 0,-1 0-1,1 0 1,0 0-1,-1-1 1,1 1-1,-1-1 1,0 0-1,1 0 1,-1 0 0,0 0-1,0-1 1,0 1-1,0-1 1,-1 0-1,1 0 1,-1 0-1,3-4 1,6-12-6769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4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40 24575,'0'-33'0,"0"26"0,0 23 0,2 67 0,16 114 0,-12-30 0,-5-166 0,-1-1 0,0 1 0,1-1 0,-1 1 0,1-1 0,-1 1 0,1-1 0,-1 0 0,1 1 0,-1-1 0,1 0 0,-1 1 0,1-1 0,-1 0 0,1 1 0,-1-1 0,1 0 0,0 0 0,-1 0 0,1 0 0,-1 0 0,1 0 0,0 0 0,-1 1 0,1-2 0,-1 1 0,1 0 0,0 0 0,-1 0 0,1 0 0,-1 0 0,1 0 0,0-1 0,0 1 0,34-11 0,-15 5 0,-13 5 0,0 0 0,0 1 0,1 0 0,-1 0 0,0 0 0,1 1 0,-1 0 0,0 1 0,0 0 0,0 0 0,0 0 0,0 1 0,-1 0 0,1 0 0,-1 1 0,1 0 0,-1 0 0,9 8 0,-1 1 0,0 1 0,-2 0 0,1 1 0,-2 0 0,0 1 0,9 17 0,-14-20 0,0 0 0,0 0 0,-2 1 0,0 0 0,0 0 0,-1 0 0,-1 0 0,0 1 0,-1-1 0,-1 1 0,0-1 0,-1 1 0,-1-1 0,0 0 0,-1 0 0,0 1 0,-8 17 0,8-21 0,-1-1 0,0 0 0,-1-1 0,0 1 0,-1-1 0,0 0 0,0 0 0,-1-1 0,0 1 0,0-1 0,-1-1 0,0 0 0,0 0 0,-1 0 0,0-1 0,0-1 0,-1 1 0,1-2 0,-1 1 0,0-1 0,0-1 0,-1 0 0,-18 4 0,22-6 6,-1-1 0,0 0 0,1 0 0,-1 0 0,1-1 0,-1 0 0,1-1 0,-1 0 0,1 0 0,0 0 0,-1-1 0,1 0 0,1 0 0,-1-1 0,0 0 0,1 0 0,0-1 0,0 0 0,-9-8 0,5 1-171,-1-1 0,2 0 0,0 0 0,0-1 0,1 0 0,1 0 0,0-1 0,-5-17 0,3 5-6661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5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24575,'0'-4'0,"1"0"0,-1 1 0,1-1 0,-1 0 0,1 1 0,1-1 0,-1 0 0,0 1 0,1 0 0,0-1 0,-1 1 0,1 0 0,1 0 0,-1 0 0,0 0 0,1 0 0,-1 0 0,1 1 0,0-1 0,0 1 0,0 0 0,0 0 0,0 0 0,1 0 0,-1 1 0,1-1 0,6-1 0,-2 1 0,0 0 0,-1 0 0,1 0 0,0 1 0,0 1 0,0-1 0,0 1 0,0 1 0,0 0 0,0 0 0,0 0 0,9 3 0,27 14-114,-28-11 163,0 0-1,0-2 1,1 0-1,25 5 1,-38-10-107,0 1 1,0-1-1,0 0 1,-1 0-1,1 0 1,0-1-1,0 1 1,0-1 0,-1 0-1,1 0 1,0 0-1,-1-1 1,1 1-1,-1-1 1,0 0-1,1 0 1,-1 0 0,0 0-1,0-1 1,0 1-1,0-1 1,-1 0-1,1 0 1,-1 0-1,3-4 1,6-12-6769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4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40 24575,'0'-33'0,"0"26"0,0 23 0,2 67 0,16 114 0,-12-30 0,-5-166 0,-1-1 0,0 1 0,1-1 0,-1 1 0,1-1 0,-1 1 0,1-1 0,-1 0 0,1 1 0,-1-1 0,1 0 0,-1 1 0,1-1 0,-1 0 0,1 1 0,-1-1 0,1 0 0,0 0 0,-1 0 0,1 0 0,-1 0 0,1 0 0,0 0 0,-1 1 0,1-2 0,-1 1 0,1 0 0,0 0 0,-1 0 0,1 0 0,-1 0 0,1 0 0,0-1 0,0 1 0,34-11 0,-15 5 0,-13 5 0,0 0 0,0 1 0,1 0 0,-1 0 0,0 0 0,1 1 0,-1 0 0,0 1 0,0 0 0,0 0 0,0 0 0,0 1 0,-1 0 0,1 0 0,-1 1 0,1 0 0,-1 0 0,9 8 0,-1 1 0,0 1 0,-2 0 0,1 1 0,-2 0 0,0 1 0,9 17 0,-14-20 0,0 0 0,0 0 0,-2 1 0,0 0 0,0 0 0,-1 0 0,-1 0 0,0 1 0,-1-1 0,-1 1 0,0-1 0,-1 1 0,-1-1 0,0 0 0,-1 0 0,0 1 0,-8 17 0,8-21 0,-1-1 0,0 0 0,-1-1 0,0 1 0,-1-1 0,0 0 0,0 0 0,-1-1 0,0 1 0,0-1 0,-1-1 0,0 0 0,0 0 0,-1 0 0,0-1 0,0-1 0,-1 1 0,1-2 0,-1 1 0,0-1 0,0-1 0,-1 0 0,-18 4 0,22-6 6,-1-1 0,0 0 0,1 0 0,-1 0 0,1-1 0,-1 0 0,1-1 0,-1 0 0,1 0 0,0 0 0,-1-1 0,1 0 0,1 0 0,-1-1 0,0 0 0,1 0 0,0-1 0,0 0 0,-9-8 0,5 1-171,-1-1 0,2 0 0,0 0 0,0-1 0,1 0 0,1 0 0,0-1 0,-5-17 0,3 5-6661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5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24575,'0'-4'0,"1"0"0,-1 1 0,1-1 0,-1 0 0,1 1 0,1-1 0,-1 0 0,0 1 0,1 0 0,0-1 0,-1 1 0,1 0 0,1 0 0,-1 0 0,0 0 0,1 0 0,-1 0 0,1 1 0,0-1 0,0 1 0,0 0 0,0 0 0,0 0 0,1 0 0,-1 1 0,1-1 0,6-1 0,-2 1 0,0 0 0,-1 0 0,1 0 0,0 1 0,0 1 0,0-1 0,0 1 0,0 1 0,0 0 0,0 0 0,0 0 0,9 3 0,27 14-114,-28-11 163,0 0-1,0-2 1,1 0-1,25 5 1,-38-10-107,0 1 1,0-1-1,0 0 1,-1 0-1,1 0 1,0-1-1,0 1 1,0-1 0,-1 0-1,1 0 1,0 0-1,-1-1 1,1 1-1,-1-1 1,0 0-1,1 0 1,-1 0 0,0 0-1,0-1 1,0 1-1,0-1 1,-1 0-1,1 0 1,-1 0-1,3-4 1,6-12-6769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4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40 24575,'0'-33'0,"0"26"0,0 23 0,2 67 0,16 114 0,-12-30 0,-5-166 0,-1-1 0,0 1 0,1-1 0,-1 1 0,1-1 0,-1 1 0,1-1 0,-1 0 0,1 1 0,-1-1 0,1 0 0,-1 1 0,1-1 0,-1 0 0,1 1 0,-1-1 0,1 0 0,0 0 0,-1 0 0,1 0 0,-1 0 0,1 0 0,0 0 0,-1 1 0,1-2 0,-1 1 0,1 0 0,0 0 0,-1 0 0,1 0 0,-1 0 0,1 0 0,0-1 0,0 1 0,34-11 0,-15 5 0,-13 5 0,0 0 0,0 1 0,1 0 0,-1 0 0,0 0 0,1 1 0,-1 0 0,0 1 0,0 0 0,0 0 0,0 0 0,0 1 0,-1 0 0,1 0 0,-1 1 0,1 0 0,-1 0 0,9 8 0,-1 1 0,0 1 0,-2 0 0,1 1 0,-2 0 0,0 1 0,9 17 0,-14-20 0,0 0 0,0 0 0,-2 1 0,0 0 0,0 0 0,-1 0 0,-1 0 0,0 1 0,-1-1 0,-1 1 0,0-1 0,-1 1 0,-1-1 0,0 0 0,-1 0 0,0 1 0,-8 17 0,8-21 0,-1-1 0,0 0 0,-1-1 0,0 1 0,-1-1 0,0 0 0,0 0 0,-1-1 0,0 1 0,0-1 0,-1-1 0,0 0 0,0 0 0,-1 0 0,0-1 0,0-1 0,-1 1 0,1-2 0,-1 1 0,0-1 0,0-1 0,-1 0 0,-18 4 0,22-6 6,-1-1 0,0 0 0,1 0 0,-1 0 0,1-1 0,-1 0 0,1-1 0,-1 0 0,1 0 0,0 0 0,-1-1 0,1 0 0,1 0 0,-1-1 0,0 0 0,1 0 0,0-1 0,0 0 0,-9-8 0,5 1-171,-1-1 0,2 0 0,0 0 0,0-1 0,1 0 0,1 0 0,0-1 0,-5-17 0,3 5-6661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08:45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24575,'0'-4'0,"1"0"0,-1 1 0,1-1 0,-1 0 0,1 1 0,1-1 0,-1 0 0,0 1 0,1 0 0,0-1 0,-1 1 0,1 0 0,1 0 0,-1 0 0,0 0 0,1 0 0,-1 0 0,1 1 0,0-1 0,0 1 0,0 0 0,0 0 0,0 0 0,1 0 0,-1 1 0,1-1 0,6-1 0,-2 1 0,0 0 0,-1 0 0,1 0 0,0 1 0,0 1 0,0-1 0,0 1 0,0 1 0,0 0 0,0 0 0,0 0 0,9 3 0,27 14-114,-28-11 163,0 0-1,0-2 1,1 0-1,25 5 1,-38-10-107,0 1 1,0-1-1,0 0 1,-1 0-1,1 0 1,0-1-1,0 1 1,0-1 0,-1 0-1,1 0 1,0 0-1,-1-1 1,1 1-1,-1-1 1,0 0-1,1 0 1,-1 0 0,0 0-1,0-1 1,0 1-1,0-1 1,-1 0-1,1 0 1,-1 0-1,3-4 1,6-12-6769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46 24575,'-31'-11'0,"29"10"0,1 0 0,0 0 0,-1 0 0,0 1 0,1-1 0,-1 0 0,1 0 0,-1 1 0,0-1 0,1 1 0,-1 0 0,0-1 0,0 1 0,1 0 0,-1 0 0,0 0 0,0 0 0,1 0 0,-1 0 0,0 1 0,0-1 0,1 1 0,-1-1 0,0 1 0,1 0 0,-1-1 0,1 1 0,-1 0 0,1 0 0,-3 2 0,-1 2 0,1 1 0,0-1 0,0 1 0,0 0 0,1 0 0,0 0 0,0 0 0,0 1 0,1-1 0,0 1 0,0 0 0,1-1 0,0 1 0,0 0 0,1 0 0,0 0 0,0 0 0,0 0 0,1-1 0,0 1 0,2 8 0,-1-5 0,1 0 0,0 0 0,0 0 0,1-1 0,0 0 0,0 0 0,1 0 0,1 0 0,-1-1 0,1 0 0,1 0 0,0 0 0,14 12 0,-17-17 0,1 1 0,-1-1 0,1 0 0,0-1 0,0 1 0,1-1 0,-1 0 0,0 0 0,1-1 0,-1 1 0,1-1 0,0 0 0,-1-1 0,1 0 0,0 0 0,-1 0 0,1 0 0,0-1 0,-1 0 0,1 0 0,-1 0 0,1-1 0,-1 0 0,0 0 0,0 0 0,1-1 0,-1 0 0,-1 0 0,1 0 0,0 0 0,-1-1 0,0 0 0,0 0 0,0 0 0,4-6 0,-1 2 0,-1 0 0,0 0 0,0 0 0,-1-1 0,0 0 0,-1 0 0,0 0 0,-1-1 0,0 0 0,0 1 0,-1-1 0,0 0 0,0 0 0,-1 0 0,-1 0 0,0 0 0,0-1 0,-1 1 0,-3-15 0,3 20 0,0 0 0,-1 0 0,0 0 0,0 1 0,0-1 0,-1 0 0,1 1 0,-1-1 0,0 1 0,0 0 0,-1 0 0,1 0 0,-1 1 0,0-1 0,0 1 0,0 0 0,0 0 0,-1 0 0,1 0 0,-1 1 0,0 0 0,1 0 0,-1 0 0,0 1 0,0-1 0,0 1 0,-1 1 0,1-1 0,0 0 0,0 1 0,0 0 0,0 1 0,-1-1 0,1 1 0,0 0 0,0 0 0,0 0 0,0 1 0,0 0 0,0 0 0,-5 3 0,-6 5-1365,1-2-5461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33 141 24575,'0'0'0,"0"1"0,0-1 0,0 0 0,0 0 0,0 1 0,0-1 0,0 0 0,0 0 0,0 1 0,0-1 0,0 0 0,0 0 0,0 1 0,0-1 0,0 0 0,0 0 0,0 1 0,0-1 0,0 0 0,0 0 0,0 1 0,0-1 0,-1 0 0,1 0 0,0 0 0,0 1 0,0-1 0,0 0 0,0 0 0,-1 0 0,1 1 0,0-1 0,0 0 0,0 0 0,-1 0 0,1 0 0,0 0 0,0 0 0,-1 1 0,1-1 0,0 0 0,0 0 0,-1 0 0,1 0 0,0 0 0,0 0 0,-1 0 0,1 0 0,-1 0 0,1-1 0,-1 1 0,1-1 0,0 1 0,-1-1 0,1 1 0,0-1 0,-1 0 0,1 1 0,0-1 0,0 0 0,0 1 0,0-1 0,-1 0 0,1 1 0,0-1 0,0 0 0,0 1 0,0-1 0,0 0 0,1 1 0,-1-1 0,0 1 0,0-1 0,1-1 0,1-6 0,0-1 0,1 1 0,0 0 0,1 1 0,0-1 0,0 0 0,1 1 0,0 0 0,0 0 0,0 0 0,1 1 0,0 0 0,0 0 0,1 0 0,0 1 0,0 0 0,12-7 0,-18 12 0,1-1 0,-1 1 0,0-1 0,0 1 0,0 0 0,0 0 0,0-1 0,1 1 0,-1 0 0,0 0 0,0 0 0,0 0 0,1 0 0,-1 1 0,0-1 0,0 0 0,0 0 0,0 1 0,1-1 0,-1 1 0,0-1 0,0 1 0,0-1 0,0 1 0,0 0 0,0-1 0,0 1 0,-1 0 0,1 0 0,0 0 0,0 0 0,0 0 0,-1 0 0,1 0 0,-1 0 0,1 0 0,-1 0 0,1 0 0,-1 0 0,1 0 0,-1 0 0,0 1 0,0-1 0,1 0 0,-1 0 0,0 0 0,0 2 0,0 4 0,1 0 0,-1-1 0,0 1 0,0 0 0,-1 0 0,0 0 0,-1 6 0,-10 20 0,-1-1 0,-2-1 0,-1-1 0,-24 36 0,-13 22 0,52-85 0,-1-1 0,1 1 0,-1 0 0,1 0 0,0-1 0,0 1 0,0 0 0,0 0 0,1 0 0,-1 0 0,1 0 0,0 0 0,-1 0 0,2 0 0,-1 0 0,1 6 0,0-7 0,0-1 0,0 0 0,1 1 0,-1-1 0,0 0 0,1 0 0,-1 0 0,1 0 0,-1 0 0,1 0 0,-1 0 0,1 0 0,0-1 0,-1 1 0,1-1 0,0 1 0,0-1 0,-1 0 0,1 1 0,0-1 0,0 0 0,0 0 0,-1-1 0,1 1 0,0 0 0,0 0 0,-1-1 0,1 1 0,3-2 0,102-2-1365,-93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24575,'0'5'0,"0"5"0,0 5 0,0 5 0,0 3 0,0 2 0,0 1 0,0 1 0,0-1 0,-4-4 0,-2-6-8191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24575,'-24'49'0,"18"-33"0,1 0 0,0 1 0,2 0 0,0-1 0,-1 22 0,3-35 0,1 1 0,0-1 0,1 1 0,-1-1 0,1 1 0,-1-1 0,1 1 0,0-1 0,0 0 0,0 1 0,1-1 0,-1 0 0,4 6 0,-3-8 0,0 1 0,-1-1 0,1 0 0,0 0 0,0 0 0,0 1 0,0-2 0,0 1 0,0 0 0,0 0 0,0-1 0,0 1 0,0-1 0,0 1 0,0-1 0,0 0 0,1 0 0,-1 0 0,0 0 0,0 0 0,0-1 0,0 1 0,0-1 0,4-1 0,26-12 0,-27 11 0,1 0 0,0 0 0,-1 1 0,1 0 0,0 0 0,8-1 0,-13 2 0,0 1 0,1 0 0,-1 1 0,0-1 0,0 0 0,1 0 0,-1 0 0,0 1 0,0-1 0,0 1 0,0-1 0,1 1 0,-1-1 0,0 1 0,0 0 0,0-1 0,0 1 0,0 0 0,-1 0 0,1 0 0,0 0 0,0-1 0,0 1 0,-1 0 0,1 1 0,0-1 0,-1 0 0,1 0 0,-1 0 0,0 0 0,1 0 0,-1 1 0,0-1 0,1 0 0,-1 0 0,0 2 0,4 65 106,-4-55-473,0 0-1,1 0 0,4 23 0,0-19-6458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24575,'-5'0'0,"0"4"0,-1 6 0,2 6 0,-4 3 0,1 5 0,0 1 0,2 1 0,6-4 0,3-6-8191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17 24575,'0'-1'0,"0"0"0,0 1 0,-1-1 0,1 0 0,0 1 0,0-1 0,0 0 0,0 1 0,0-1 0,-1 0 0,1 1 0,0-1 0,-1 1 0,1-1 0,0 1 0,-1-1 0,1 0 0,-1 1 0,1-1 0,-1 1 0,1 0 0,-1-1 0,1 1 0,-1-1 0,1 1 0,-1 0 0,1 0 0,-1-1 0,0 1 0,1 0 0,-1 0 0,0-1 0,1 1 0,-1 0 0,0 0 0,1 0 0,-1 0 0,0 0 0,1 0 0,-1 0 0,0 0 0,1 1 0,-1-1 0,1 0 0,-1 0 0,0 0 0,1 1 0,-1-1 0,1 0 0,-1 1 0,-1 0 0,-30 18 0,20-8 0,1 0 0,0 1 0,1 1 0,1 0 0,0 0 0,0 1 0,2 0 0,0 1 0,0-1 0,1 1 0,-6 24 0,8-21 0,0-1 0,1 0 0,1 1 0,1 0 0,0-1 0,1 1 0,1 0 0,1-1 0,0 1 0,7 23 0,-8-37 0,0 0 0,1-1 0,-1 1 0,1 0 0,0-1 0,0 1 0,0-1 0,0 0 0,1 0 0,-1 1 0,1-2 0,0 1 0,0 0 0,0-1 0,0 1 0,0-1 0,1 0 0,-1 0 0,1 0 0,0 0 0,3 1 0,-4-3 0,0 0 0,-1 1 0,1-1 0,0 0 0,0 0 0,-1 0 0,1-1 0,0 1 0,-1-1 0,1 1 0,0-1 0,-1 0 0,1 0 0,-1 0 0,1-1 0,-1 1 0,0 0 0,1-1 0,-1 0 0,0 1 0,0-1 0,0 0 0,0 0 0,0 0 0,-1 0 0,1 0 0,-1-1 0,1 1 0,-1-1 0,0 1 0,2-5 0,-2 5 0,0 0 0,0 0 0,0 0 0,0-1 0,0 1 0,0 0 0,-1 0 0,1-1 0,-1 1 0,0 0 0,0-1 0,0 1 0,0-1 0,0 1 0,0 0 0,0-1 0,-2-2 0,2 4 0,-1-1 0,0 1 0,0 0 0,0 0 0,0 0 0,0 0 0,0 0 0,0 0 0,0 0 0,0 0 0,0 0 0,-1 0 0,1 0 0,0 1 0,-1-1 0,1 0 0,0 1 0,-1 0 0,1-1 0,-3 0 0,-2 1 0,0-1 0,1 1 0,-1 0 0,0 1 0,0-1 0,0 1 0,1 0 0,-1 1 0,0-1 0,1 1 0,0 0 0,-10 5 0,11-4-85,-1 0 0,0 0-1,1 0 1,0 1 0,0 0-1,0-1 1,0 1 0,0 1-1,1-1 1,0 1 0,0-1-1,0 1 1,0 0 0,1 0-1,-3 9 1,-1 6-6741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24575,'0'5'0,"0"5"0,-4 5 0,-2 5 0,0 3 0,-3 2 0,1 1 0,0 1 0,3-1 0,6-4 0,2-6-8191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155 126 24575,'3'3'0,"0"0"0,0-1 0,0 1 0,0-1 0,0 0 0,1 0 0,-1 0 0,1 0 0,-1-1 0,1 1 0,0-1 0,-1 0 0,1 0 0,0-1 0,0 1 0,0-1 0,7 1 0,-9-2 0,1 1 0,-1-1 0,1 1 0,-1-1 0,1 0 0,-1 0 0,0 0 0,1-1 0,-1 1 0,0 0 0,0-1 0,0 1 0,0-1 0,0 0 0,0 0 0,-1 0 0,1 0 0,0 0 0,-1 0 0,0 0 0,1 0 0,-1-1 0,0 1 0,0 0 0,0-1 0,-1 1 0,1-1 0,0-2 0,0 2 0,-1-1 0,1 1 0,-1-1 0,0 1 0,0-1 0,0 1 0,0-1 0,0 1 0,-1-1 0,0 1 0,0 0 0,0-1 0,0 1 0,0 0 0,-1-1 0,1 1 0,-1 0 0,0 0 0,0 0 0,0 1 0,0-1 0,0 0 0,-1 1 0,1-1 0,-1 1 0,0 0 0,0 0 0,0 0 0,0 0 0,0 1 0,0-1 0,0 1 0,0-1 0,-1 1 0,1 0 0,-1 1 0,-4-2 0,4 1 0,0 0 0,-1 1 0,1-1 0,0 1 0,-1 0 0,1 0 0,-1 0 0,1 0 0,-1 1 0,1 0 0,0 0 0,-1 0 0,1 1 0,0-1 0,0 1 0,0 0 0,0 0 0,0 0 0,0 1 0,1-1 0,-1 1 0,1 0 0,0 0 0,0 0 0,0 1 0,0-1 0,0 1 0,1-1 0,-5 8 0,4 0 0,1-1 0,-1 1 0,1 0 0,1 0 0,0 0 0,1 0 0,0-1 0,1 1 0,0 0 0,0 0 0,1 0 0,4 11 0,4 13 0,1-1 0,21 43 0,-24-60 0,-1-5 0,-1 1 0,-1 1 0,0-1 0,4 18 0,-8-29 0,-1 0 0,1 1 0,-1-1 0,0 0 0,0 1 0,0-1 0,0 0 0,0 1 0,0-1 0,0 0 0,-1 0 0,1 1 0,-1-1 0,0 0 0,1 0 0,-1 1 0,0-1 0,0 0 0,-1 0 0,1 0 0,0 0 0,-1-1 0,1 1 0,-1 0 0,1 0 0,-1-1 0,0 1 0,0-1 0,0 0 0,0 0 0,0 1 0,-4 0 0,3-1 0,1 0 0,-1 0 0,0 0 0,0 0 0,0-1 0,0 0 0,0 1 0,0-1 0,0 0 0,0-1 0,0 1 0,0-1 0,0 1 0,0-1 0,0 0 0,0 0 0,0 0 0,-3-2 0,1 0 0,0 0 0,0 0 0,1-1 0,-1 0 0,1 0 0,0 0 0,0 0 0,0-1 0,-3-5 0,1 2 0,1 0 0,1 0 0,0-1 0,0 1 0,0-1 0,1 0 0,0 0 0,1-1 0,0 1 0,1 0 0,-1-16 0,2 18-151,1 0-1,0 0 0,1 0 0,-1 0 1,1 0-1,1 0 0,-1 0 1,6-8-1,3-1-6674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43.5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528 0 24575,'-2'0'0,"0"1"0,0 0 0,0-1 0,0 1 0,0 0 0,0 0 0,0 0 0,0 0 0,0 0 0,0 0 0,1 1 0,-1-1 0,1 1 0,-1-1 0,1 1 0,-1 0 0,0 1 0,-25 37 0,22-30 0,-144 221 0,-58 98 0,200-317-90,-82 132-1185,79-131-5551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44.0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24575,'-1'9'0,"-1"-1"0,0 1 0,0-1 0,-1 0 0,0 1 0,-5 9 0,-3 6 0,0 6 0,-22 63 0,31-87 0,1 0 0,-1 1 0,1-1 0,0 1 0,1 0 0,0-1 0,0 1 0,0-1 0,1 1 0,0-1 0,2 10 0,-2-13 0,1 0 0,0-1 0,-1 1 0,1-1 0,0 0 0,0 1 0,0-1 0,1 0 0,-1 0 0,0-1 0,1 1 0,-1 0 0,1-1 0,0 1 0,-1-1 0,1 0 0,0 0 0,0 0 0,0 0 0,0-1 0,0 1 0,0-1 0,0 1 0,0-1 0,0 0 0,0 0 0,0-1 0,0 1 0,0-1 0,4-1 0,7 0 0,0-1 0,0-1 0,-1-1 0,1 0 0,14-8 0,-15 6-195,0-2 0,-1 1 0,0-2 0,-1 0 0,1 0 0,8-12 0,8-10-6631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47.2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1 24575,'-9'15'0,"-1"15"0,6-11 0,1 0 0,1 1 0,1-1 0,0 0 0,2 1 0,0-1 0,7 36 0,-8-54 3,1 0 1,-1 1-1,1-1 0,0 1 0,-1-1 1,1 0-1,0 1 0,0-1 0,0 0 1,0 0-1,0 0 0,0 0 0,0 1 1,0-1-1,0-1 0,0 1 0,1 0 1,-1 0-1,0 0 0,1-1 0,-1 1 0,0-1 1,1 1-1,-1-1 0,1 1 0,-1-1 1,1 0-1,-1 0 0,1 0 0,-1 0 1,1 0-1,-1 0 0,1 0 0,-1 0 1,1-1-1,2 0 0,2-1-215,1-1 0,-1 1 0,0-2-1,0 1 1,0-1 0,9-7 0,2-3-6614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47.3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24575,'0'4'0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48.0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7 472 24575,'1'-4'0,"1"0"0,0 0 0,0 1 0,0-1 0,0 1 0,1-1 0,-1 1 0,1 0 0,5-4 0,3-5 0,4-7 0,18-24 0,44-70 0,-69 99 0,-1 0 0,0-1 0,-1 0 0,-1 0 0,0 0 0,-1-1 0,0 1 0,-1-1 0,1-28 0,-4 41 0,0 1 0,0-1 0,0 0 0,0 0 0,0 1 0,0-1 0,-1 1 0,1-1 0,-1 0 0,0 1 0,0-1 0,0 1 0,0-1 0,0 1 0,-1 0 0,1-1 0,-1 1 0,1 0 0,-1 0 0,0 0 0,0 0 0,0 0 0,0 1 0,0-1 0,0 0 0,0 1 0,-1 0 0,-1-2 0,1 3 0,0 0 0,1 0 0,-1 0 0,1 0 0,-1 0 0,1 1 0,-1-1 0,1 1 0,-1 0 0,1-1 0,-1 1 0,1 0 0,0 0 0,0 1 0,-1-1 0,1 0 0,0 1 0,0 0 0,0-1 0,0 1 0,1 0 0,-1 0 0,0 0 0,1 0 0,-1 0 0,1 0 0,0 0 0,0 1 0,-2 2 0,-9 22 0,0 0 0,1 0 0,2 1 0,-9 46 0,-11 123 0,20-129 0,-10 224 0,16-284-1365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48.1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0 151 24575,'4'-4'0,"6"-6"0,9 0 0,5-3 0,7 0 0,6-1 0,6 2 0,2-2 0,7-2 0,6-6 0,-6-1-8191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0.3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77 51 24575,'0'-8'0,"1"6"0,-1 0 0,0-1 0,0 1 0,1 0 0,-2 0 0,1-1 0,0 1 0,0 0 0,-1 0 0,1 0 0,-1 0 0,0-1 0,0 1 0,0 0 0,0 0 0,0 0 0,-2-3 0,2 5 0,1 0 0,-1 0 0,1 0 0,-1 0 0,1 0 0,-1 0 0,1 0 0,-1 0 0,1 0 0,-1 0 0,1 0 0,-1 1 0,1-1 0,-1 0 0,1 0 0,-1 1 0,1-1 0,0 0 0,-1 0 0,1 1 0,-1-1 0,1 0 0,0 1 0,-1-1 0,1 1 0,0-1 0,-1 0 0,1 1 0,0-1 0,0 1 0,0-1 0,-1 1 0,1-1 0,0 1 0,0 0 0,-8 18 0,-4 18 0,2 1 0,-9 75 0,17-89 0,0 0 0,2 1 0,0-1 0,2 0 0,9 46 0,-10-66-54,-1-1-1,1 1 0,0-1 1,0 1-1,0-1 1,1 0-1,-1 1 0,1-1 1,0 0-1,0 0 1,0 0-1,0-1 0,0 1 1,1 0-1,-1-1 0,1 1 1,0-1-1,0 0 1,0 0-1,0 0 0,0 0 1,0-1-1,0 1 1,5 1-1,6-3-6771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0.5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51 24575,'0'-5'0,"4"-4"0,6-2 0,5 2 0,4 2 0,2 2 0,3 2 0,0 2 0,-3 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0.9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4 24575,'0'-1'0,"-1"1"0,0-1 0,1 1 0,-1 0 0,0-1 0,0 1 0,1 0 0,-1 0 0,0-1 0,0 1 0,1 0 0,-1 0 0,0 0 0,0 0 0,1 0 0,-1 0 0,0 0 0,0 0 0,0 1 0,1-1 0,-1 0 0,0 0 0,1 1 0,-1-1 0,0 0 0,0 1 0,1-1 0,-1 0 0,0 1 0,1-1 0,-1 1 0,1-1 0,-1 1 0,1 0 0,-1-1 0,1 1 0,-1 0 0,1-1 0,0 1 0,-1 0 0,1-1 0,0 1 0,-1 0 0,1 0 0,0 0 0,-17 41 0,16-39 0,-57 205 0,51-172 0,2 0 0,1 0 0,2 71 0,2-105 0,0 0 0,0 0 0,0 0 0,0 0 0,1 0 0,-1 0 0,0 0 0,1 0 0,0 0 0,-1-1 0,1 1 0,0 0 0,0 0 0,0 0 0,0-1 0,2 3 0,-2-3 0,-1-1 0,1 0 0,0 0 0,0 0 0,-1 0 0,1 0 0,0 0 0,-1 0 0,1 0 0,0 0 0,0 0 0,-1 0 0,1 0 0,0 0 0,-1-1 0,1 1 0,0 0 0,-1 0 0,1-1 0,0 1 0,-1 0 0,1-1 0,-1 1 0,1-1 0,0 1 0,-1-1 0,1 1 0,0-2 0,4-4 0,1-1 0,-1 0 0,0 0 0,-1-1 0,7-12 0,0-10 0,11-25 0,-20 52 0,-1 0 0,1 0 0,0 0 0,0 0 0,0 1 0,0-1 0,0 0 0,0 1 0,1-1 0,-1 1 0,1 0 0,4-3 0,-6 5 0,0 0 0,0-1 0,0 1 0,0 0 0,0 0 0,0 0 0,0 0 0,0 0 0,0 0 0,0 0 0,0 0 0,0 0 0,0 1 0,0-1 0,0 0 0,0 0 0,-1 1 0,1-1 0,0 1 0,0-1 0,0 1 0,0-1 0,-1 1 0,1 0 0,0-1 0,0 1 0,-1 0 0,1-1 0,-1 1 0,1 0 0,-1 0 0,1 0 0,-1 0 0,1 0 0,0 1 0,15 39 0,-12-28 0,-3-8-124,2 0 0,-1 0 0,0 0 0,1 0 0,0-1 0,0 1-1,0-1 1,1 1 0,0-1 0,4 3 0,3 1-6702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1.3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24575,'8'-1'0,"-1"0"0,1 0 0,0-1 0,-1 0 0,1 0 0,-1-1 0,0 0 0,0 0 0,0 0 0,13-10 0,-9 6 0,-1-1 0,0 0 0,-1-1 0,1 0 0,14-19 0,-23 26 0,1 0 0,-1 0 0,0 0 0,1 0 0,-1-1 0,0 1 0,0 0 0,0-1 0,-1 1 0,1 0 0,-1-1 0,1 1 0,-1-1 0,0 1 0,0-1 0,0-2 0,0 3 0,0 1 0,-1 0 0,1-1 0,-1 1 0,1 0 0,-1-1 0,0 1 0,1 0 0,-1 0 0,0 0 0,0-1 0,0 1 0,0 0 0,0 0 0,0 0 0,0 0 0,0 1 0,0-1 0,-1 0 0,-1-1 0,0 1 0,1 1 0,-1-1 0,1 0 0,-1 1 0,1 0 0,-1 0 0,1-1 0,-1 1 0,0 1 0,1-1 0,-1 0 0,1 1 0,-1-1 0,1 1 0,-1 0 0,1 0 0,-1 0 0,1 0 0,0 0 0,0 1 0,-1-1 0,1 0 0,0 1 0,0 0 0,0 0 0,1-1 0,-1 1 0,0 0 0,-2 4 0,1-2 5,1 1 1,-1 0-1,1 0 0,0 0 0,0 0 0,0 0 1,0 0-1,1 0 0,0 0 0,0 1 1,1-1-1,-1 1 0,1-1 0,0 0 0,1 1 1,-1-1-1,1 0 0,0 1 0,1-1 0,-1 0 1,1 0-1,3 7 0,-3-9-51,0 1-1,-1-1 1,2 0-1,-1 0 1,0 0 0,1 0-1,-1 0 1,1 0-1,0-1 1,0 1 0,0-1-1,0 0 1,1 0-1,-1 0 1,0 0-1,1 0 1,-1-1 0,1 0-1,0 0 1,0 0-1,-1 0 1,1 0 0,0-1-1,0 0 1,0 1-1,-1-1 1,1-1 0,0 1-1,0-1 1,0 1-1,4-3 1,14-3-6780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1.8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0 24575,'0'4'0,"-4"6"0,-1 5 0,0 3 0,0 4 0,7-2 0,5-9 0,7-10 0,4-6 0,0-5 0,0-2 0,2-2 0,1 1 0,1 3 0,1 2 0,-3 4-8191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2.2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24575,'1'1'0,"-1"1"0,1 0 0,0-1 0,0 1 0,-1-1 0,1 1 0,0-1 0,0 1 0,0-1 0,0 0 0,1 1 0,-1-1 0,0 0 0,1 0 0,-1 0 0,0 0 0,1 0 0,-1 0 0,1 0 0,0-1 0,-1 1 0,3 0 0,37 13 0,-35-14 0,0 1 0,0-1 0,0 0 0,0 0 0,0 0 0,0-1 0,0 0 0,-1 0 0,1-1 0,0 0 0,10-4 0,-13 5 0,0-1 0,1 0 0,-1 1 0,0-1 0,0 0 0,0 0 0,0-1 0,0 1 0,0-1 0,-1 0 0,1 1 0,-1-1 0,0 0 0,0 0 0,0 0 0,0-1 0,0 1 0,-1 0 0,0-1 0,2-5 0,-3 8 0,1 0 0,-1 0 0,0 0 0,0 0 0,0 0 0,0 0 0,1 0 0,-2 0 0,1 0 0,0 0 0,0 0 0,0 0 0,0 0 0,0 1 0,-1-1 0,1 0 0,-1 0 0,1 0 0,0 0 0,-1 0 0,0 0 0,1 0 0,-1 1 0,1-1 0,-1 0 0,0 0 0,0 1 0,1-1 0,-2 0 0,0 0 0,0 1 0,0-1 0,0 1 0,0 0 0,-1-1 0,1 1 0,0 0 0,0 0 0,0 1 0,0-1 0,0 0 0,0 1 0,-3 0 0,-3 2 0,0 0 0,1 0 0,-1 1 0,1 0 0,-1 0 0,-8 8 0,10-5 0,1 0 0,-1 0 0,1 0 0,1 1 0,0 0 0,0 0 0,0 0 0,1 0 0,0 0 0,1 1 0,0-1 0,0 1 0,1 0 0,0-1 0,0 10 0,1-13 0,0 0 0,1-1 0,-1 1 0,1 0 0,0-1 0,0 1 0,0-1 0,1 1 0,0-1 0,0 1 0,0-1 0,0 0 0,3 4 0,-3-5 0,1-1 0,-1 0 0,1 1 0,-1-1 0,1 0 0,0 0 0,0-1 0,0 1 0,0-1 0,0 1 0,0-1 0,0 0 0,0 0 0,1 0 0,-1 0 0,0-1 0,1 0 0,-1 1 0,1-1 0,2-1 0,5 0-170,0-1-1,0 0 0,0 0 1,-1-1-1,1-1 0,-1 0 1,11-6-1,29-15-6655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3.0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24575,'-4'4'0,"-2"6"0,1 5 0,1 3 0,1 4 0,1 2 0,1 1 0,5-5 0,1-4-8191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3.1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11 24575,'0'-4'0,"-4"-2"0,-2 5 0,5 3 0,2 4 0,2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0:53.6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212 15 24575,'-23'-8'0,"22"7"0,0 1 0,0-1 0,0 0 0,0 1 0,0-1 0,1 1 0,-1-1 0,0 1 0,0 0 0,0-1 0,0 1 0,0 0 0,0 0 0,-1-1 0,1 1 0,0 0 0,0 0 0,0 0 0,0 0 0,0 0 0,0 1 0,0-1 0,0 0 0,0 0 0,0 1 0,0-1 0,0 1 0,0-1 0,0 1 0,0-1 0,0 1 0,1-1 0,-1 1 0,0 0 0,0-1 0,0 1 0,1 0 0,-1 0 0,1 0 0,-1 0 0,0-1 0,1 1 0,-1 0 0,1 0 0,0 0 0,-1 0 0,1 2 0,-3 6 0,0 0 0,1 0 0,0 1 0,0-1 0,1 1 0,1 11 0,-1-11 0,1-1 0,-1 1 0,0 0 0,-1-1 0,0 1 0,-6 13 0,3-10 0,1-4 0,0 1 0,0-2 0,-1 1 0,-8 12 0,12-20 0,0 0 0,0 1 0,0-1 0,0 0 0,0 0 0,0 0 0,-1 0 0,1 0 0,0 0 0,-1 0 0,1 0 0,0 0 0,-1-1 0,1 1 0,-1-1 0,1 1 0,-1-1 0,0 1 0,1-1 0,-1 0 0,1 0 0,-1 0 0,0 0 0,1 0 0,-1 0 0,1 0 0,-1-1 0,0 1 0,1 0 0,-1-1 0,1 0 0,-1 1 0,-2-2 0,-13-10-1365,0-1-5461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1.9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 18 24575,'-3'0'0,"-1"0"0,0 0 0,1 1 0,-1 0 0,1-1 0,-1 1 0,1 0 0,0 1 0,-1-1 0,1 1 0,0 0 0,0-1 0,0 1 0,0 0 0,0 1 0,-5 4 0,4-2 0,0 0 0,0 1 0,0-1 0,1 1 0,0 0 0,0 0 0,0 0 0,-3 12 0,3-9 0,1 0 0,1 0 0,-1 0 0,1 0 0,1 0 0,-1 0 0,2 0 0,-1 0 0,1 0 0,1 0 0,0 0 0,0 0 0,6 16 0,-7-24 0,-1 1 0,1-1 0,0 1 0,0-1 0,0 0 0,0 1 0,0-1 0,0 0 0,0 0 0,1 1 0,-1-1 0,0 0 0,1 0 0,-1 0 0,1-1 0,-1 1 0,1 0 0,-1-1 0,1 1 0,-1 0 0,1-1 0,0 0 0,3 1 0,-2-1 0,0-1 0,0 1 0,0-1 0,0 0 0,0 1 0,0-2 0,0 1 0,0 0 0,0 0 0,-1-1 0,1 0 0,2-2 0,4-2 0,0-1 0,-1-1 0,-1 0 0,1 0 0,-1-1 0,8-13 0,-11 16 0,-1-1 0,1-1 0,-2 1 0,1 0 0,-1-1 0,0 1 0,-1-1 0,0 0 0,0 1 0,0-1 0,-1-9 0,0 13 0,-1-1 0,1 1 0,-1 0 0,0 0 0,0-1 0,0 1 0,0 0 0,-1 0 0,0 0 0,0 0 0,0 1 0,0-1 0,0 0 0,-1 1 0,1 0 0,-1-1 0,0 1 0,0 0 0,-1 0 0,1 1 0,-6-4 0,8 5 0,0 0 0,0 1 0,0-1 0,0 0 0,-1 1 0,1-1 0,0 1 0,0-1 0,-1 1 0,1 0 0,0 0 0,-1 0 0,1-1 0,0 1 0,-1 0 0,1 1 0,0-1 0,0 0 0,-1 0 0,0 1 0,1-1 0,0 1 0,0 0 0,1-1 0,-1 1 0,0 0 0,1-1 0,-1 1 0,1 0 0,-1 0 0,0-1 0,1 1 0,0 0 0,-1 0 0,1 0 0,0 0 0,-1 0 0,1 0 0,0 0 0,0 0 0,0 1 0,-1 3 0,1-1 0,1 1 0,-1-1 0,1 0 0,-1 1 0,1-1 0,1 0 0,-1 1 0,0-1 0,4 5 0,0 0-59,0-1 0,0 0-1,1-1 1,0 1-1,0-1 1,1 0 0,0-1-1,0 0 1,1 0 0,-1 0-1,1-1 1,1 0 0,-1-1-1,1 0 1,-1 0-1,1 0 1,0-2 0,0 1-1,1-1 1,-1 0 0,1-1-1,11 1 1,4-1-6767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2.9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24575,'0'-1'0,"1"0"0,-1 0 0,1-1 0,0 1 0,-1 0 0,1 0 0,0 0 0,0 0 0,0 0 0,0 0 0,0 1 0,0-1 0,0 0 0,0 0 0,0 1 0,0-1 0,0 1 0,0-1 0,0 1 0,1-1 0,-1 1 0,0-1 0,0 1 0,1 0 0,-1 0 0,0 0 0,2 0 0,37-3 0,-34 3 0,-1 0 0,1 1 0,0 0 0,-1 0 0,1 0 0,-1 0 0,1 1 0,-1 0 0,10 6 0,-13-8 0,-1 1 0,0 0 0,0 0 0,0 1 0,0-1 0,0 0 0,0 0 0,0 0 0,0 1 0,0-1 0,0 0 0,-1 1 0,1-1 0,0 1 0,-1-1 0,0 1 0,1-1 0,-1 1 0,0-1 0,0 1 0,1-1 0,-1 1 0,0-1 0,-1 1 0,1 0 0,0-1 0,0 1 0,-1-1 0,1 1 0,-1-1 0,1 1 0,-1-1 0,0 0 0,1 1 0,-1-1 0,0 0 0,0 1 0,0-1 0,0 0 0,-2 1 0,-36 47 0,29-39 0,1 0 0,0 1 0,1 1 0,0-1 0,1 1 0,0 0 0,-10 26 0,17-37 0,-1 0 0,1 1 0,-1-1 0,1 0 0,0 0 0,0 0 0,-1 1 0,1-1 0,0 0 0,0 0 0,0 1 0,0-1 0,0 0 0,1 0 0,-1 0 0,0 1 0,1-1 0,-1 0 0,0 0 0,1 0 0,-1 0 0,1 1 0,0-1 0,-1 0 0,1 0 0,0 0 0,0 0 0,0-1 0,1 3 0,1-2 0,-1-1 0,0 1 0,1-1 0,-1 1 0,0-1 0,1 0 0,-1 0 0,1 0 0,-1 0 0,0-1 0,1 1 0,-1-1 0,1 1 0,2-2 0,8-2 0,-1-1 0,1-1 0,-1 0 0,16-10 0,-5 0-1365,-3 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3.3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0 205 24575,'11'-1'0,"-1"0"0,1 0 0,-1-1 0,0-1 0,1 0 0,-1 0 0,0-1 0,-1 0 0,1-1 0,15-10 0,-19 11 0,1 0 0,-1-1 0,0 0 0,0 0 0,-1 0 0,1-1 0,-1 0 0,0 0 0,-1-1 0,1 1 0,-1-1 0,-1 0 0,1 0 0,-1 0 0,2-9 0,-4 14 0,-1 0 0,1 0 0,-1 1 0,1-1 0,-1 0 0,0 0 0,0 0 0,0 0 0,0 0 0,-1 0 0,1 0 0,0 0 0,-1 0 0,1 0 0,-1 0 0,0 0 0,1 0 0,-1 1 0,0-1 0,0 0 0,-1 1 0,1-1 0,0 0 0,0 1 0,-1 0 0,1-1 0,-1 1 0,1 0 0,-1-1 0,1 1 0,-3-1 0,1 1 0,1 1 0,0-1 0,-1 1 0,1-1 0,-1 1 0,1 0 0,-1 0 0,1 0 0,-1 0 0,1 0 0,-1 0 0,1 1 0,-1-1 0,1 1 0,-1 0 0,1 0 0,0 0 0,-1 0 0,1 0 0,0 0 0,0 1 0,0-1 0,0 1 0,-3 2 0,-1 3 0,0 1 0,1-1 0,0 1 0,0 0 0,1 1 0,0-1 0,0 1 0,1 0 0,0 0 0,1 0 0,0 0 0,0 0 0,0 16 0,1-20 0,1 0 0,0 1 0,1-1 0,-1 0 0,1 1 0,0-1 0,0 0 0,1 0 0,-1 0 0,1 0 0,4 7 0,-4-9 0,-1-1 0,1 1 0,0-1 0,0 0 0,1 0 0,-1 0 0,0 0 0,1 0 0,-1 0 0,1 0 0,0-1 0,-1 1 0,1-1 0,0 0 0,0 0 0,0 0 0,0 0 0,0-1 0,0 1 0,6 0 0,-4-2-97,0 1-1,0-1 1,0 1-1,0-1 1,0-1-1,0 1 1,-1-1-1,1 0 1,0 0-1,-1 0 1,0-1-1,1 1 0,4-5 1,12-8-6729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3.9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88 24575,'1'0'0,"1"0"0,0 0 0,-1 0 0,1 0 0,-1 0 0,1 0 0,-1 0 0,1 0 0,-1 1 0,1-1 0,-1 1 0,1-1 0,-1 1 0,1 0 0,-1-1 0,0 1 0,1 0 0,-1 0 0,0 0 0,0 0 0,1 0 0,-1 0 0,0 0 0,0 1 0,0-1 0,-1 0 0,1 1 0,0-1 0,1 3 0,-1 1 0,0 0 0,-1 1 0,1-1 0,-1 0 0,0 1 0,-1-1 0,0 7 0,0-9 0,0 1 0,1-1 0,-1 1 0,1 0 0,0-1 0,0 1 0,0 0 0,1-1 0,0 1 0,-1-1 0,1 1 0,0-1 0,3 6 0,-3-8 0,0 0 0,1 0 0,-1 0 0,0 0 0,1-1 0,-1 1 0,1 0 0,-1-1 0,1 1 0,-1-1 0,1 0 0,0 1 0,-1-1 0,1 0 0,-1 0 0,1 0 0,-1 0 0,1 0 0,0-1 0,-1 1 0,1 0 0,-1-1 0,1 1 0,-1-1 0,1 1 0,-1-1 0,1 0 0,-1 0 0,0 0 0,1 1 0,1-4 0,45-33 0,-45 35 0,13-14 0,14-10 0,-29 27 0,0 0 0,0 1 0,0-1 0,0 1 0,-1-1 0,1 0 0,0 1 0,-1-1 0,1 1 0,-1 0 0,1-1 0,-1 1 0,0-1 0,0 1 0,1 0 0,-1-1 0,0 1 0,-1 0 0,1 2 0,1 5 0,-1-7 0,0 0 0,0 1 0,1-1 0,-1 0 0,1 1 0,0-1 0,0 0 0,0 0 0,0 1 0,0-1 0,0 0 0,0 0 0,1 0 0,-1 0 0,1-1 0,-1 1 0,1 0 0,0-1 0,0 1 0,0-1 0,0 1 0,4 1 0,-3-2 0,0-1 0,0 1 0,0-1 0,0 0 0,0 0 0,0 0 0,1 0 0,-1 0 0,0-1 0,0 0 0,0 1 0,0-1 0,0 0 0,0 0 0,3-3 0,5-1 0,-1-1 0,-1 0 0,1-1 0,-1 0 0,0-1 0,0 0 0,-1 0 0,11-15 0,-12 12 0,0 0 0,-1 0 0,-1-1 0,7-18 0,-11 27 0,-1 0 0,1 0 0,0 0 0,-1 0 0,0 0 0,1 0 0,-1 0 0,0-1 0,-1 1 0,1 0 0,-1-4 0,0 6 0,1 0 0,-1 0 0,0 0 0,1-1 0,-1 1 0,0 0 0,0 0 0,0 0 0,0 0 0,1 0 0,-1 0 0,-1 1 0,1-1 0,0 0 0,0 0 0,0 1 0,0-1 0,0 1 0,-1-1 0,1 1 0,0-1 0,-1 1 0,1 0 0,0 0 0,-1 0 0,-1 0 0,-4 0 0,1 1 0,0-1 0,0 2 0,0-1 0,0 1 0,0 0 0,1 0 0,-1 1 0,0-1 0,1 1 0,0 0 0,-1 1 0,-8 7 0,1 0 0,-1 1 0,1 1 0,-17 21 0,13-8-1365,4-4-5461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6.5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31 24575,'0'-1'0,"0"1"0,1-1 0,-1 0 0,0 0 0,0 1 0,0-1 0,0 0 0,0 0 0,0 1 0,0-1 0,0 0 0,-1 0 0,1 1 0,0-1 0,0 0 0,-1 0 0,1 1 0,0-1 0,-1 0 0,1 1 0,0-1 0,-1 1 0,1-1 0,-1 0 0,1 1 0,-1-1 0,0 1 0,1-1 0,-1 1 0,0 0 0,1-1 0,-1 1 0,0-1 0,1 1 0,-1 0 0,0 0 0,1 0 0,-1-1 0,0 1 0,0 0 0,1 0 0,-1 0 0,0 0 0,0 0 0,1 0 0,-1 0 0,0 0 0,-1 1 0,0 0 0,-1 0 0,1 0 0,0 0 0,0 0 0,0 0 0,0 0 0,0 1 0,0-1 0,0 1 0,1 0 0,-1-1 0,0 1 0,1 0 0,-3 4 0,2-1 0,0 1 0,0 0 0,1 0 0,0 0 0,0 1 0,0-1 0,1 0 0,-1 0 0,2 0 0,-1 1 0,1-1 0,0 0 0,0 0 0,0 0 0,1 0 0,0 0 0,0 0 0,1 0 0,0-1 0,0 1 0,0-1 0,7 9 0,-9-13 0,0 0 0,0 0 0,0-1 0,0 1 0,1 0 0,-1-1 0,0 1 0,0 0 0,1-1 0,-1 0 0,0 1 0,0-1 0,1 0 0,-1 1 0,0-1 0,1 0 0,-1 0 0,1 0 0,-1 0 0,0-1 0,1 1 0,-1 0 0,0-1 0,0 1 0,2-1 0,0-1 0,0 1 0,0-1 0,0 0 0,0 0 0,-1-1 0,1 1 0,0 0 0,-1-1 0,4-5 0,-1 1 0,-1 0 0,1 0 0,-1-1 0,-1 1 0,1-1 0,-1 0 0,3-14 0,-6 18 0,0 0 0,0-1 0,0 1 0,0 0 0,-1 0 0,1 0 0,-1-1 0,0 1 0,-1 0 0,1 0 0,-5-7 0,6 9 0,-1 0 0,0 1 0,0-1 0,0 0 0,-1 1 0,1-1 0,0 1 0,0 0 0,-1-1 0,1 1 0,-1 0 0,0 0 0,1 0 0,-1 0 0,0 0 0,1 0 0,-1 0 0,0 1 0,0-1 0,0 1 0,1-1 0,-1 1 0,0 0 0,0-1 0,0 1 0,0 0 0,-3 1 0,4-1 0,0 0 0,0 0 0,0 1 0,0-1 0,0 0 0,1 1 0,-1-1 0,0 1 0,0-1 0,0 1 0,0-1 0,0 1 0,1 0 0,-1-1 0,0 1 0,0 0 0,1 0 0,-1-1 0,1 1 0,-1 0 0,0 0 0,1 0 0,0 0 0,-1 0 0,1 0 0,0 0 0,-1 0 0,1 0 0,0 0 0,0 0 0,0 0 0,0 0 0,0 0 0,0 0 0,0 0 0,0 0 0,0 0 0,0 0 0,1 0 0,-1 0 0,0 0 0,1 0 0,-1 0 0,1 0 0,-1-1 0,2 3 0,0 1 0,0 0 0,0 1 0,1-1 0,-1 0 0,1 0 0,0-1 0,0 1 0,7 5 0,-4-5-54,1-1-1,0 0 0,1 0 1,-1 0-1,0-1 1,1 0-1,-1-1 0,1 1 1,0-1-1,-1-1 1,1 0-1,0 0 0,0 0 1,-1-1-1,1 0 0,0-1 1,-1 1-1,1-2 1,-1 1-1,0-1 0,0 0 1,0 0-1,0-1 1,7-5-1,7-5-6771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7.0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0 24575,'-2'103'0,"-1"-19"0,12 122 0,-8-199 11,0 0 0,1 0 0,0 0 0,0 0 0,0 0 0,1 0-1,0 0 1,0-1 0,0 0 0,7 9 0,-8-13-50,-1-1 0,1 1 0,0-1 0,-1 1 0,1-1 0,0 0-1,0 0 1,0 1 0,0-2 0,0 1 0,0 0 0,0 0 0,0-1 0,0 1 0,0-1 0,1 1 0,-1-1 0,0 0-1,0 0 1,0 0 0,1 0 0,-1 0 0,0-1 0,0 1 0,0-1 0,0 1 0,1-1 0,-1 0 0,0 0 0,0 0 0,0 0-1,-1 0 1,1 0 0,0-1 0,0 1 0,-1 0 0,3-3 0,12-10-6787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7.2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24575,'4'0'0,"6"0"0,4 0 0,5 0 0,3 0 0,2 0 0,1-4 0,-4-1-8191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7.7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 1 24575,'-12'162'0,"1"10"0,11-163 17,1 1 0,0-1 1,1 0-1,0 0 0,0 0 0,4 10 0,-5-18-55,-1 1 0,1 0 0,-1-1 0,1 1 0,0-1 0,-1 1-1,1 0 1,0-1 0,0 0 0,0 1 0,0-1 0,0 0 0,1 1 0,-1-1 0,0 0 0,1 0 0,-1 0 0,0 0 0,1 0-1,-1 0 1,1-1 0,0 1 0,-1 0 0,1-1 0,0 1 0,-1-1 0,1 0 0,0 0 0,-1 1 0,1-1 0,0 0 0,0 0-1,-1-1 1,1 1 0,0 0 0,-1 0 0,1-1 0,3-1 0,7-4-6788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07.9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41 24575,'0'-5'0,"4"0"0,6 0 0,4 0 0,5 2 0,3 1 0,1-3 0,2 0 0,-4 0-8191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15.0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19 24575,'-9'-17'0,"4"16"0,6 12 0,6 24 0,-3 0 0,0 1 0,-3-1 0,-3 50 0,1-20 0,0-48 0,-1-1 0,-6 29 0,0-7 0,63-115 0,-53 75 0,0 0 0,-1-1 0,1 1 0,0 1 0,0-1 0,0 0 0,1 0 0,-1 1 0,0-1 0,1 1 0,-1 0 0,1 0 0,-1 0 0,1 0 0,-1 0 0,1 0 0,0 1 0,0-1 0,4 1 0,-5 0 0,0 1 0,0 0 0,0 0 0,-1-1 0,1 1 0,0 1 0,-1-1 0,1 0 0,-1 0 0,1 0 0,-1 1 0,0-1 0,1 1 0,-1-1 0,0 1 0,0-1 0,0 1 0,0 0 0,0 0 0,-1-1 0,1 1 0,0 0 0,-1 0 0,0 0 0,1 0 0,-1 0 0,0 0 0,0 2 0,2 16-118,10 47 367,-12-65-297,0-1 0,0 1-1,1 0 1,-1-1 0,1 1 0,0 0-1,-1-1 1,1 1 0,0-1 0,0 0-1,0 1 1,0-1 0,0 0-1,0 1 1,0-1 0,1 0 0,-1 0-1,0 0 1,1 0 0,-1 0 0,1 0-1,-1 0 1,1-1 0,-1 1 0,1-1-1,0 1 1,-1-1 0,1 1 0,0-1-1,3 0 1,11-3-6778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15.6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0 112 24575,'6'0'0,"-1"0"0,1-1 0,-1 0 0,1 0 0,-1 0 0,1 0 0,-1-1 0,0 0 0,0 0 0,0-1 0,9-4 0,-12 5 0,-1 1 0,1-1 0,0 1 0,0-1 0,-1 0 0,1 0 0,0 0 0,-1 0 0,0 0 0,0 0 0,1 0 0,-1 0 0,0 0 0,-1-1 0,1 1 0,0 0 0,-1-1 0,1 1 0,-1 0 0,0-1 0,0 1 0,0-1 0,0 1 0,0 0 0,0-1 0,-1 1 0,1-1 0,-1 1 0,-1-3 0,2 4 0,0-1 0,0 1 0,0 0 0,-1 0 0,1 0 0,0 0 0,-1 0 0,1 0 0,-1 0 0,1 0 0,-1 0 0,0 1 0,1-1 0,-1 0 0,0 0 0,0 0 0,1 1 0,-1-1 0,0 0 0,0 1 0,0-1 0,0 1 0,0-1 0,0 1 0,0-1 0,0 1 0,0 0 0,0-1 0,0 1 0,0 0 0,0 0 0,0 0 0,-1 0 0,1 0 0,0 0 0,0 0 0,0 0 0,0 0 0,0 1 0,0-1 0,0 0 0,0 1 0,0-1 0,0 1 0,0-1 0,0 1 0,0-1 0,0 1 0,0 0 0,0-1 0,1 1 0,-2 2 0,-3 0 0,1 1 0,0 1 0,0-1 0,0 1 0,1-1 0,-1 1 0,1 0 0,-4 9 0,5-11 0,1 0 0,0 1 0,0-1 0,0 0 0,0 0 0,0 0 0,1 1 0,0-1 0,-1 0 0,1 0 0,0 1 0,1-1 0,-1 0 0,1 1 0,-1-1 0,1 0 0,0 0 0,0 0 0,0 0 0,1 0 0,-1 0 0,1 0 0,-1 0 0,1 0 0,0 0 0,0-1 0,1 1 0,-1-1 0,0 0 0,1 0 0,-1 0 0,1 0 0,0 0 0,3 2 0,1-1 0,0 0 0,0-1 0,0 0 0,0 0 0,0 0 0,0-1 0,1 0 0,-1-1 0,0 0 0,1 0 0,-1 0 0,1-1 0,-1 0 0,12-3 0,-3-1-341,-1-1 0,0-1-1,29-16 1,-7-1-6485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16.6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43 105 24575,'14'-12'0,"-7"6"0,1-1 0,-1 0 0,0 0 0,9-11 0,-16 17 0,1 0 0,0 0 0,-1 0 0,1 0 0,0 0 0,-1 0 0,1 0 0,-1 0 0,0 0 0,1 0 0,-1 0 0,0 0 0,0-1 0,1 1 0,-1 0 0,0 0 0,0 0 0,0 0 0,-1 0 0,1 0 0,0-1 0,0 1 0,-1 0 0,1 0 0,0 0 0,-1 0 0,1 0 0,-1 0 0,1 0 0,-1 0 0,0 0 0,1 0 0,-1 0 0,0 1 0,0-1 0,0 0 0,1 0 0,-1 1 0,0-1 0,0 0 0,0 1 0,0-1 0,0 1 0,0-1 0,0 1 0,-2-1 0,1 0 0,-1 1 0,1-1 0,0 0 0,0 1 0,-1 0 0,1-1 0,0 1 0,-1 0 0,1 0 0,0 0 0,-1 0 0,1 1 0,0-1 0,0 1 0,-1-1 0,1 1 0,0 0 0,0 0 0,0 0 0,0 0 0,0 0 0,0 0 0,0 1 0,0-1 0,0 1 0,0-1 0,1 1 0,-1 0 0,1-1 0,-1 1 0,1 0 0,0 0 0,0 0 0,0 0 0,-2 5 0,0-2 0,1 1 0,0 0 0,0 0 0,0 0 0,1 0 0,0 0 0,0 0 0,0 1 0,1-1 0,0 0 0,0 0 0,2 10 0,-2-12 5,1 0-1,1-1 1,-1 1-1,0 0 0,1-1 1,0 0-1,0 1 1,0-1-1,0 0 1,0 0-1,1 0 0,-1 0 1,1-1-1,0 1 1,0-1-1,0 1 1,0-1-1,0 0 1,0 0-1,1 0 0,-1-1 1,1 1-1,-1-1 1,1 0-1,-1 0 1,8 1-1,-3-1-110,-1-1 0,0 0 0,1 0 0,-1-1 0,0 0 0,0 0-1,1 0 1,-1-1 0,0 0 0,0-1 0,0 1 0,-1-1 0,8-5 0,9-7-6720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17.2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24575,'0'-2'0,"0"1"0,0 0 0,0 0 0,0 0 0,0 0 0,0 0 0,0 0 0,1-1 0,-1 1 0,0 0 0,1 0 0,-1 0 0,1 0 0,-1 0 0,1 0 0,-1 0 0,1 0 0,0 0 0,0 0 0,-1 1 0,1-1 0,2-1 0,3 5 0,-6 14 0,-1-10 0,-1 1 0,1 1 0,0-1 0,0 0 0,1 0 0,0 15 0,1-22 0,-1-1 0,0 1 0,0 0 0,0 0 0,1 0 0,-1 0 0,0-1 0,1 1 0,-1 0 0,1 0 0,-1-1 0,1 1 0,-1 0 0,1 0 0,-1-1 0,1 1 0,0-1 0,-1 1 0,1-1 0,0 1 0,-1-1 0,1 1 0,0-1 0,1 1 0,0-1 0,0 0 0,0 0 0,0 0 0,1 0 0,-1-1 0,0 1 0,0 0 0,0-1 0,0 0 0,0 1 0,0-1 0,0 0 0,0 0 0,-1 0 0,3-2 0,5-3 0,0-1 0,0 0 0,-1-1 0,14-15 0,-15 15 0,0 1 0,0 0 0,0 0 0,1 0 0,11-6 0,-18 13 0,-1 0 0,0-1 0,1 1 0,-1 0 0,1 0 0,-1 0 0,0 0 0,1 0 0,-1 0 0,1 0 0,-1 0 0,0 0 0,1 0 0,-1 1 0,1-1 0,-1 0 0,0 0 0,1 0 0,-1 0 0,1 0 0,-1 1 0,0-1 0,1 0 0,-1 0 0,0 1 0,0-1 0,1 0 0,-1 1 0,0-1 0,1 0 0,-1 1 0,0-1 0,0 0 0,0 1 0,0-1 0,1 0 0,-1 1 0,8 21 0,-4-12 0,6 5-1365,1-4-5461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17.5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63 24575,'-1'1'0,"0"0"0,-1 0 0,1 0 0,0 0 0,0 0 0,0 1 0,0-1 0,0 1 0,0-1 0,0 1 0,0-1 0,0 1 0,1-1 0,-1 1 0,1 0 0,-1-1 0,1 1 0,0 0 0,-1-1 0,1 1 0,0 0 0,0 0 0,0-1 0,0 1 0,1 0 0,-1-1 0,0 1 0,1 0 0,-1-1 0,1 1 0,0 0 0,-1-1 0,1 1 0,0-1 0,0 1 0,0-1 0,0 0 0,0 1 0,0-1 0,1 0 0,-1 0 0,0 0 0,1 0 0,-1 0 0,1 0 0,-1 0 0,1 0 0,-1 0 0,1-1 0,-1 1 0,1-1 0,0 1 0,-1-1 0,1 0 0,0 0 0,0 1 0,-1-1 0,1 0 0,0 0 0,-1-1 0,1 1 0,0 0 0,0-1 0,-1 1 0,1-1 0,-1 1 0,1-1 0,0 0 0,2-1 0,3-3 0,0 0 0,-1 0 0,1 0 0,-1-1 0,0 0 0,0 0 0,5-8 0,-9 12 0,-1 1 0,1-1 0,-1 0 0,1 0 0,-1 0 0,0 0 0,0 0 0,0 0 0,0 0 0,0-1 0,0 1 0,-1 0 0,1-1 0,-1 1 0,1 0 0,-1-1 0,0 1 0,0 0 0,0-1 0,0 1 0,-1 0 0,1-1 0,-1 1 0,1 0 0,-1-1 0,0 1 0,1 0 0,-1 0 0,-2-3 0,1 4 0,0 0 0,1 0 0,-1 0 0,0 0 0,0 1 0,1-1 0,-1 1 0,0-1 0,0 1 0,0 0 0,0 0 0,0-1 0,1 1 0,-1 1 0,0-1 0,0 0 0,0 0 0,0 1 0,0-1 0,1 1 0,-1 0 0,0-1 0,0 1 0,1 0 0,-1 0 0,1 0 0,-1 0 0,1 0 0,-1 0 0,-1 2 0,-46 38 0,42-34-273,1 1 0,0 0 0,0 0 0,-6 10 0,0 5-6553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1:17.8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6 24575,'0'-4'0,"0"2"0,0 7 0,0 5 0,0 6 0,0 8 0,-4 8 0,-1 7 0,-1 5 0,2 3 0,1 1 0,6-2 0,1-2 0,5-4 0,4-9 0,9-9 0,5-13 0,-3-8-8191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28.5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31 24575,'-4'-5'0,"-2"-4"0,5-2 0,6 6 0,7 7 0,5 12 0,8 12 0,7 13 0,8 13 0,4 9 0,3 11 0,1 5 0,2-2 0,-5-2 0,-1-5 0,-4-10 0,-5-11 0,-9-13-8191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29.0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 24575,'0'-1'0,"0"0"0,-1-1 0,1 1 0,0 0 0,0 0 0,0-1 0,0 1 0,0 0 0,1 0 0,-1 0 0,0-1 0,0 1 0,1 0 0,-1 0 0,1 0 0,-1-1 0,1 1 0,0 0 0,-1 0 0,1 0 0,0 0 0,0 0 0,-1 0 0,1 0 0,0 1 0,0-1 0,0 0 0,0 0 0,0 1 0,0-1 0,0 1 0,1-1 0,-1 1 0,0-1 0,0 1 0,0-1 0,1 1 0,-1 0 0,0 0 0,0 0 0,1 0 0,-1 0 0,0 0 0,0 0 0,1 0 0,-1 0 0,0 1 0,0-1 0,0 0 0,1 1 0,-1-1 0,0 1 0,0-1 0,0 1 0,0 0 0,1 0 0,11 6 0,0 0 0,-1 1 0,20 15 0,-27-18 0,36 27 0,-23-16 0,0-1 0,1-1 0,1-1 0,0-1 0,0 0 0,24 8 0,-41-19 4,0 1-1,1-1 1,-1-1-1,0 1 1,1 0-1,-1-1 1,1 1-1,-1-1 1,1 0-1,-1 0 1,0-1 0,1 1-1,-1-1 1,1 0-1,-1 0 1,0 0-1,1 0 1,-1 0-1,0-1 1,0 1-1,0-1 1,0 0-1,0 0 1,0 0-1,-1 0 1,1-1-1,-1 1 1,1-1-1,-1 1 1,0-1-1,0 0 1,0 0-1,1-3 1,3-6-190,-1 0 1,0-1-1,-1 1 0,-1-1 1,0 0-1,-1 0 1,1-17-1,1-16-6640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1.6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73 49 24575,'-20'-4'0,"19"3"0,0 0 0,0 1 0,0-1 0,0 1 0,0 0 0,-1-1 0,1 1 0,0 0 0,0-1 0,0 1 0,0 0 0,0 0 0,-1 0 0,1 0 0,0 0 0,0 1 0,0-1 0,0 0 0,0 0 0,-1 1 0,1-1 0,0 1 0,0-1 0,0 1 0,0-1 0,0 1 0,0 0 0,0-1 0,1 1 0,-1 0 0,0 0 0,0 0 0,0-1 0,1 1 0,-1 0 0,0 0 0,1 0 0,-1 0 0,0 2 0,-2 6 0,1-1 0,-1 0 0,2 1 0,-1-1 0,1 1 0,1-1 0,-1 1 0,1 0 0,1-1 0,0 1 0,0-1 0,0 1 0,1-1 0,1 1 0,-1-1 0,1 0 0,1 0 0,4 8 0,-5-10 0,0-1 0,0 1 0,0-1 0,1 0 0,0-1 0,0 1 0,0-1 0,1 1 0,-1-1 0,1-1 0,9 7 0,-10-9 0,-1 1 0,0-1 0,1 0 0,-1 0 0,1 0 0,-1 0 0,1-1 0,0 1 0,-1-1 0,1 0 0,0 0 0,-1 0 0,1-1 0,-1 1 0,1-1 0,-1 0 0,1 0 0,-1 0 0,1 0 0,5-4 0,-2 0 0,0 0 0,0 0 0,0-1 0,0 0 0,-1 0 0,0-1 0,-1 0 0,1 0 0,-1 0 0,-1-1 0,1 0 0,-1 0 0,3-10 0,-3 8 0,0 1 0,-1-1 0,0 1 0,-1-1 0,0 0 0,0 0 0,-1 0 0,0 0 0,-1-1 0,-1 1 0,-1-13 0,2 20 0,0 1 0,-1 0 0,1 0 0,-1-1 0,1 1 0,-1 0 0,0 0 0,0 0 0,0 0 0,0 0 0,0 0 0,0 0 0,0 0 0,-1 0 0,1 1 0,-1-1 0,0 0 0,1 1 0,-1-1 0,0 1 0,0 0 0,0 0 0,0 0 0,0 0 0,0 0 0,0 0 0,0 0 0,0 0 0,0 1 0,-1-1 0,1 1 0,0 0 0,0 0 0,-1 0 0,1 0 0,0 0 0,-1 0 0,1 0 0,0 1 0,0-1 0,0 1 0,-1 0 0,1-1 0,0 1 0,-3 2 0,-4 1 0,1 1 0,-1 0 0,1 1 0,0-1 0,0 1 0,0 1 0,1 0 0,0 0 0,-7 10 0,6-7-114,0 1 1,0 1-1,1-1 0,1 1 0,0 1 1,1-1-1,0 1 0,1 0 0,0 0 1,1 0-1,-1 15 0,5-4-6712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1.9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 62 24575,'0'-59'0,"-4"56"0,0 11 0,-2 14 0,5 25 0,1 0 0,7 51 0,-1-28 0,-4-29 0,1 0 0,3 0 0,1-1 0,2 0 0,22 61 0,-29-96 8,0 0 0,0 0 0,1-1 0,0 1 0,0-1 0,0 1 0,1-1 0,-1 0 0,1-1 0,0 1 0,0 0 0,0-1 0,1 0 0,4 3 0,-6-5-61,-1 0 0,1 0 0,0-1 0,0 1 0,-1 0 0,1-1 0,0 0 0,0 0 0,0 0 0,0 0 0,-1 0 0,1 0 0,0-1-1,0 1 1,-1-1 0,1 0 0,0 0 0,-1 0 0,1 0 0,0 0 0,-1-1 0,0 1 0,1-1 0,-1 0 0,0 0 0,0 1 0,3-4 0,11-12-6773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2.15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24575,'4'0'0,"6"0"0,5 0 0,3 0 0,4-4 0,2-2 0,0-3 0,-3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2.6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0 24575,'4'8'0,"-1"1"0,0-1 0,0 1 0,2 13 0,-5 30 0,-9 71 0,0 4 0,7-81 0,1-23 0,0 1 0,1-1 0,2 1 0,4 24 0,-6-47 0,0 0 0,0 0 0,0-1 0,0 1 0,0 0 0,1 0 0,-1 0 0,0 0 0,0-1 0,1 1 0,-1 0 0,1 0 0,-1-1 0,1 1 0,-1 0 0,1-1 0,-1 1 0,1 0 0,-1-1 0,1 1 0,0-1 0,-1 1 0,1-1 0,0 1 0,0-1 0,-1 0 0,1 1 0,0-1 0,0 0 0,0 0 0,1 1 0,0-2 0,0 1 0,-1-1 0,1 1 0,0-1 0,0 0 0,-1 0 0,1 0 0,0 0 0,-1 0 0,1 0 0,-1 0 0,0 0 0,3-3 0,34-47 0,-16 14 0,-15 23 0,0 1 0,1 0 0,1 1 0,17-20 0,-26 32 0,0-1 0,1 1 0,-1 0 0,1-1 0,-1 1 0,1-1 0,-1 1 0,1 0 0,-1-1 0,1 1 0,-1 0 0,1 0 0,0-1 0,-1 1 0,1 0 0,-1 0 0,1 0 0,0 0 0,-1 0 0,1 0 0,-1 0 0,1 0 0,0 0 0,-1 0 0,1 0 0,0 0 0,-1 0 0,1 0 0,-1 1 0,2-1 0,11 19 0,1 33 0,-13-49 0,9 43-1365,-3-29-5461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3.0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 24575,'-1'1'0,"1"1"0,0-1 0,0 1 0,0-1 0,0 1 0,0-1 0,1 1 0,-1-1 0,0 1 0,1-1 0,-1 1 0,1-1 0,-1 1 0,1-1 0,0 0 0,0 1 0,0-1 0,0 0 0,-1 0 0,2 1 0,-1-1 0,0 0 0,0 0 0,0 0 0,0 0 0,1-1 0,-1 1 0,0 0 0,1 0 0,-1-1 0,1 1 0,-1-1 0,0 1 0,1-1 0,0 0 0,-1 1 0,1-1 0,-1 0 0,1 0 0,-1 0 0,1 0 0,-1-1 0,1 1 0,-1 0 0,1 0 0,2-2 0,0 1 0,0 0 0,0 0 0,0-1 0,-1 0 0,1 1 0,0-2 0,-1 1 0,1 0 0,-1-1 0,1 1 0,-1-1 0,0 0 0,0 0 0,-1 0 0,1 0 0,4-7 0,-6 8 0,-1 1 0,1 0 0,0-1 0,0 1 0,-1-1 0,1 1 0,-1-1 0,1 1 0,-1-1 0,0 1 0,0-1 0,0 1 0,1-1 0,-1 1 0,-1-1 0,1 0 0,0 1 0,0-1 0,-1 1 0,1-1 0,0 1 0,-1-1 0,0 1 0,1-1 0,-1 1 0,0 0 0,0-1 0,1 1 0,-1 0 0,0 0 0,0 0 0,-1-1 0,1 1 0,0 0 0,0 0 0,0 1 0,-3-3 0,2 3 0,-1-1 0,1 0 0,-1 1 0,1 0 0,0-1 0,-1 1 0,1 0 0,-1 0 0,1 1 0,-1-1 0,1 0 0,0 1 0,-1-1 0,1 1 0,-1 0 0,1 0 0,0 0 0,0 0 0,0 0 0,0 0 0,0 1 0,0-1 0,0 1 0,-2 1 0,0 2 0,0 0 0,0 1 0,1-1 0,0 1 0,0-1 0,0 1 0,1 0 0,0 0 0,0 0 0,0 0 0,1 1 0,0-1 0,0 0 0,1 1 0,0-1 0,0 1 0,0-1 0,1 0 0,0 1 0,0-1 0,0 0 0,5 11 0,-6-13 0,1-1 0,1 1 0,-1 0 0,0-1 0,1 1 0,0-1 0,0 1 0,0-1 0,0 0 0,1 0 0,-1 0 0,1 0 0,0 0 0,-1-1 0,1 1 0,1-1 0,-1 0 0,0 0 0,0 0 0,1 0 0,-1 0 0,1-1 0,0 1 0,-1-1 0,1 0 0,0 0 0,0-1 0,0 1 0,0-1 0,-1 0 0,1 0 0,0 0 0,0 0 0,0-1 0,0 0 0,0 1 0,5-3 0,23-12-1365,-2-2-5461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3.48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0 106 24575,'4'0'0,"5"4"0,2 5 0,2 2 0,0 2 0,-3 4 0,1-2 0,3-3 0,-2-7 0,3-10 0,1-7 0,-1-10 0,1-5 0,1-2 0,-1-5 0,0 0 0,-3 6-8191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4.1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12 24575,'0'27'0,"-1"-13"0,0 0 0,1-1 0,1 1 0,0 0 0,1 0 0,0-1 0,1 1 0,1-1 0,9 23 0,-12-34 0,-1-1 0,1 0 0,-1 0 0,1 1 0,0-1 0,0 0 0,0 0 0,0 0 0,0 0 0,0 0 0,0 0 0,0 0 0,0-1 0,0 1 0,0 0 0,0 0 0,1-1 0,-1 1 0,0-1 0,0 1 0,1-1 0,-1 0 0,0 1 0,1-1 0,-1 0 0,1 0 0,-1 0 0,0 0 0,2 0 0,0-1 0,0-1 0,1 1 0,-1 0 0,-1-1 0,1 0 0,0 0 0,0 0 0,-1 0 0,1 0 0,-1 0 0,4-5 0,6-8 0,-1 0 0,0 0 0,9-21 0,-16 28 0,-3 5 0,0 0 0,1 1 0,-1-1 0,0 0 0,1 0 0,0 1 0,0-1 0,0 1 0,0-1 0,0 1 0,0 0 0,0 0 0,1 0 0,3-3 0,-5 8 0,1-1 0,-1 0 0,1 0 0,-1 1 0,0-1 0,0 0 0,0 1 0,0 0 0,0-1 0,-1 1 0,1-1 0,-1 1 0,0 0 0,1-1 0,-2 5 0,3 4 0,-2-9 0,0 0 0,1-1 0,-1 1 0,0 0 0,1 0 0,-1 0 0,1-1 0,0 1 0,-1 0 0,1-1 0,0 1 0,0 0 0,0-1 0,0 0 0,0 1 0,1-1 0,-1 1 0,0-1 0,1 0 0,-1 0 0,1 0 0,-1 0 0,3 1 0,-3-2 0,1 0 0,0 0 0,-1-1 0,1 1 0,-1 0 0,1-1 0,-1 1 0,1-1 0,-1 0 0,1 1 0,-1-1 0,1 0 0,-1 0 0,0 0 0,1 0 0,-1 0 0,0 0 0,0 0 0,0-1 0,1 0 0,9-12 0,-1 0 0,-1 0 0,11-23 0,-20 37 0,17-32-1365,-1 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4.43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24575,'0'4'0,"0"6"0,0 4 0,0 5 0,0 3 0,0 1 0,0 2 0,0 0 0,4-4 0,2-10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4.57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24575,'0'-5'0,"4"0"0,1 4 0,4 2 0,1 1-8191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4.95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149 9 24575,'-21'-4'0,"20"3"0,0 0 0,0 1 0,0-1 0,0 1 0,0 0 0,0-1 0,0 1 0,0 0 0,0 0 0,-1-1 0,1 1 0,0 0 0,0 0 0,0 0 0,0 0 0,-1 1 0,1-1 0,0 0 0,0 0 0,0 1 0,0-1 0,0 1 0,0-1 0,0 1 0,0-1 0,0 1 0,0 0 0,0-1 0,0 1 0,0 0 0,0 0 0,1 0 0,-1 0 0,0-1 0,1 1 0,-1 0 0,0 0 0,1 0 0,-1 2 0,-2 5 0,0-1 0,1 0 0,0 0 0,1 1 0,-1 0 0,1-1 0,1 1 0,-1-1 0,2 1 0,1 15 0,-1-14 0,-1 0 0,0 0 0,0 0 0,0-1 0,-1 1 0,-1 0 0,-2 9 0,4-17 4,0 0 0,0 0-1,-1 0 1,1 0 0,0 0 0,-1 0-1,1 0 1,-1 0 0,0-1 0,1 1-1,-1 0 1,1 0 0,-1 0 0,0-1-1,0 1 1,0 0 0,1-1 0,-1 1-1,0-1 1,0 1 0,0-1 0,0 1-1,0-1 1,0 1 0,0-1 0,0 0-1,0 0 1,0 0 0,0 1 0,0-1-1,-2 0 1,0-1-169,0 0 0,-1 0 0,1 0 0,0 0 0,0-1 0,0 1 0,0-1 0,-4-3 0,-6-4-6661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2:35.3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1 125 24575,'13'-2'0,"0"0"0,-1-1 0,1 0 0,-1-1 0,1 0 0,17-10 0,7-1 0,13-13 0,-48 27 0,-1 0 0,1-1 0,0 1 0,-1-1 0,0 1 0,1-1 0,-1 0 0,0 1 0,0-1 0,1 0 0,0-3 0,-2 5 0,0-1 0,0 0 0,0 0 0,0 0 0,0 0 0,0 1 0,0-1 0,0 0 0,0 0 0,0 0 0,0 1 0,-1-1 0,1 0 0,0 0 0,-1 0 0,1 1 0,0-1 0,-1 0 0,1 1 0,-1-1 0,1 0 0,-1 1 0,0-1 0,1 1 0,-1-1 0,1 0 0,-1 1 0,0 0 0,-1-1 0,-1-1 0,0 1 0,-1 0 0,1 0 0,-1 0 0,1 1 0,-1-1 0,1 1 0,-1 0 0,0 0 0,1 0 0,-1 1 0,1-1 0,-1 1 0,1 0 0,-1 0 0,1 0 0,0 0 0,-1 1 0,1-1 0,0 1 0,0 0 0,0 0 0,0 0 0,0 0 0,1 0 0,-1 1 0,-4 4 0,5-5 0,0 0 0,1 0 0,-1 0 0,0 1 0,1-1 0,-1 1 0,1-1 0,0 1 0,0-1 0,0 1 0,0-1 0,0 1 0,0 0 0,1 0 0,-1 4 0,1-5 0,0 0 0,1 0 0,-1 0 0,1 0 0,-1 0 0,1 0 0,0 0 0,0-1 0,0 1 0,0 0 0,0-1 0,0 1 0,0 0 0,1-1 0,-1 1 0,1-1 0,-1 0 0,1 1 0,-1-1 0,1 0 0,0 0 0,-1 0 0,1 0 0,3 1 0,6 1-97,1 1-1,-1-2 1,1 1-1,-1-2 1,1 1-1,-1-2 1,1 0-1,0 0 1,0-1-1,-1 0 1,1-1-1,-1 0 0,23-8 1,-6-1-6729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46 24575,'-31'-11'0,"29"10"0,1 0 0,0 0 0,-1 0 0,0 1 0,1-1 0,-1 0 0,1 0 0,-1 1 0,0-1 0,1 1 0,-1 0 0,0-1 0,0 1 0,1 0 0,-1 0 0,0 0 0,0 0 0,1 0 0,-1 0 0,0 1 0,0-1 0,1 1 0,-1-1 0,0 1 0,1 0 0,-1-1 0,1 1 0,-1 0 0,1 0 0,-3 2 0,-1 2 0,1 1 0,0-1 0,0 1 0,0 0 0,1 0 0,0 0 0,0 0 0,0 1 0,1-1 0,0 1 0,0 0 0,1-1 0,0 1 0,0 0 0,1 0 0,0 0 0,0 0 0,0 0 0,1-1 0,0 1 0,2 8 0,-1-5 0,1 0 0,0 0 0,0 0 0,1-1 0,0 0 0,0 0 0,1 0 0,1 0 0,-1-1 0,1 0 0,1 0 0,0 0 0,14 12 0,-17-17 0,1 1 0,-1-1 0,1 0 0,0-1 0,0 1 0,1-1 0,-1 0 0,0 0 0,1-1 0,-1 1 0,1-1 0,0 0 0,-1-1 0,1 0 0,0 0 0,-1 0 0,1 0 0,0-1 0,-1 0 0,1 0 0,-1 0 0,1-1 0,-1 0 0,0 0 0,0 0 0,1-1 0,-1 0 0,-1 0 0,1 0 0,0 0 0,-1-1 0,0 0 0,0 0 0,0 0 0,4-6 0,-1 2 0,-1 0 0,0 0 0,0 0 0,-1-1 0,0 0 0,-1 0 0,0 0 0,-1-1 0,0 0 0,0 1 0,-1-1 0,0 0 0,0 0 0,-1 0 0,-1 0 0,0 0 0,0-1 0,-1 1 0,-3-15 0,3 20 0,0 0 0,-1 0 0,0 0 0,0 1 0,0-1 0,-1 0 0,1 1 0,-1-1 0,0 1 0,0 0 0,-1 0 0,1 0 0,-1 1 0,0-1 0,0 1 0,0 0 0,0 0 0,-1 0 0,1 0 0,-1 1 0,0 0 0,1 0 0,-1 0 0,0 1 0,0-1 0,0 1 0,-1 1 0,1-1 0,0 0 0,0 1 0,0 0 0,0 1 0,-1-1 0,1 1 0,0 0 0,0 0 0,0 0 0,0 1 0,0 0 0,0 0 0,-5 3 0,-6 5-1365,1-2-5461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33 141 24575,'0'0'0,"0"1"0,0-1 0,0 0 0,0 0 0,0 1 0,0-1 0,0 0 0,0 0 0,0 1 0,0-1 0,0 0 0,0 0 0,0 1 0,0-1 0,0 0 0,0 0 0,0 1 0,0-1 0,0 0 0,0 0 0,0 1 0,0-1 0,-1 0 0,1 0 0,0 0 0,0 1 0,0-1 0,0 0 0,0 0 0,-1 0 0,1 1 0,0-1 0,0 0 0,0 0 0,-1 0 0,1 0 0,0 0 0,0 0 0,-1 1 0,1-1 0,0 0 0,0 0 0,-1 0 0,1 0 0,0 0 0,0 0 0,-1 0 0,1 0 0,-1 0 0,1-1 0,-1 1 0,1-1 0,0 1 0,-1-1 0,1 1 0,0-1 0,-1 0 0,1 1 0,0-1 0,0 0 0,0 1 0,0-1 0,-1 0 0,1 1 0,0-1 0,0 0 0,0 1 0,0-1 0,0 0 0,1 1 0,-1-1 0,0 1 0,0-1 0,1-1 0,1-6 0,0-1 0,1 1 0,0 0 0,1 1 0,0-1 0,0 0 0,1 1 0,0 0 0,0 0 0,0 0 0,1 1 0,0 0 0,0 0 0,1 0 0,0 1 0,0 0 0,12-7 0,-18 12 0,1-1 0,-1 1 0,0-1 0,0 1 0,0 0 0,0 0 0,0-1 0,1 1 0,-1 0 0,0 0 0,0 0 0,0 0 0,1 0 0,-1 1 0,0-1 0,0 0 0,0 0 0,0 1 0,1-1 0,-1 1 0,0-1 0,0 1 0,0-1 0,0 1 0,0 0 0,0-1 0,0 1 0,-1 0 0,1 0 0,0 0 0,0 0 0,0 0 0,-1 0 0,1 0 0,-1 0 0,1 0 0,-1 0 0,1 0 0,-1 0 0,1 0 0,-1 0 0,0 1 0,0-1 0,1 0 0,-1 0 0,0 0 0,0 2 0,0 4 0,1 0 0,-1-1 0,0 1 0,0 0 0,-1 0 0,0 0 0,-1 6 0,-10 20 0,-1-1 0,-2-1 0,-1-1 0,-24 36 0,-13 22 0,52-85 0,-1-1 0,1 1 0,-1 0 0,1 0 0,0-1 0,0 1 0,0 0 0,0 0 0,1 0 0,-1 0 0,1 0 0,0 0 0,-1 0 0,2 0 0,-1 0 0,1 6 0,0-7 0,0-1 0,0 0 0,1 1 0,-1-1 0,0 0 0,1 0 0,-1 0 0,1 0 0,-1 0 0,1 0 0,-1 0 0,1 0 0,0-1 0,-1 1 0,1-1 0,0 1 0,0-1 0,-1 0 0,1 1 0,0-1 0,0 0 0,0 0 0,-1-1 0,1 1 0,0 0 0,0 0 0,-1-1 0,1 1 0,3-2 0,102-2-1365,-93 1-5461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24575,'0'5'0,"0"5"0,0 5 0,0 5 0,0 3 0,0 2 0,0 1 0,0 1 0,0-1 0,-4-4 0,-2-6-8191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24575,'-24'49'0,"18"-33"0,1 0 0,0 1 0,2 0 0,0-1 0,-1 22 0,3-35 0,1 1 0,0-1 0,1 1 0,-1-1 0,1 1 0,-1-1 0,1 1 0,0-1 0,0 0 0,0 1 0,1-1 0,-1 0 0,4 6 0,-3-8 0,0 1 0,-1-1 0,1 0 0,0 0 0,0 0 0,0 1 0,0-2 0,0 1 0,0 0 0,0 0 0,0-1 0,0 1 0,0-1 0,0 1 0,0-1 0,0 0 0,1 0 0,-1 0 0,0 0 0,0 0 0,0-1 0,0 1 0,0-1 0,4-1 0,26-12 0,-27 11 0,1 0 0,0 0 0,-1 1 0,1 0 0,0 0 0,8-1 0,-13 2 0,0 1 0,1 0 0,-1 1 0,0-1 0,0 0 0,1 0 0,-1 0 0,0 1 0,0-1 0,0 1 0,0-1 0,1 1 0,-1-1 0,0 1 0,0 0 0,0-1 0,0 1 0,0 0 0,-1 0 0,1 0 0,0 0 0,0-1 0,0 1 0,-1 0 0,1 1 0,0-1 0,-1 0 0,1 0 0,-1 0 0,0 0 0,1 0 0,-1 1 0,0-1 0,1 0 0,-1 0 0,0 2 0,4 65 106,-4-55-473,0 0-1,1 0 0,4 23 0,0-19-6458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24575,'-5'0'0,"0"4"0,-1 6 0,2 6 0,-4 3 0,1 5 0,0 1 0,2 1 0,6-4 0,3-6-8191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17 24575,'0'-1'0,"0"0"0,0 1 0,-1-1 0,1 0 0,0 1 0,0-1 0,0 0 0,0 1 0,0-1 0,-1 0 0,1 1 0,0-1 0,-1 1 0,1-1 0,0 1 0,-1-1 0,1 0 0,-1 1 0,1-1 0,-1 1 0,1 0 0,-1-1 0,1 1 0,-1-1 0,1 1 0,-1 0 0,1 0 0,-1-1 0,0 1 0,1 0 0,-1 0 0,0-1 0,1 1 0,-1 0 0,0 0 0,1 0 0,-1 0 0,0 0 0,1 0 0,-1 0 0,0 0 0,1 1 0,-1-1 0,1 0 0,-1 0 0,0 0 0,1 1 0,-1-1 0,1 0 0,-1 1 0,-1 0 0,-30 18 0,20-8 0,1 0 0,0 1 0,1 1 0,1 0 0,0 0 0,0 1 0,2 0 0,0 1 0,0-1 0,1 1 0,-6 24 0,8-21 0,0-1 0,1 0 0,1 1 0,1 0 0,0-1 0,1 1 0,1 0 0,1-1 0,0 1 0,7 23 0,-8-37 0,0 0 0,1-1 0,-1 1 0,1 0 0,0-1 0,0 1 0,0-1 0,0 0 0,1 0 0,-1 1 0,1-2 0,0 1 0,0 0 0,0-1 0,0 1 0,0-1 0,1 0 0,-1 0 0,1 0 0,0 0 0,3 1 0,-4-3 0,0 0 0,-1 1 0,1-1 0,0 0 0,0 0 0,-1 0 0,1-1 0,0 1 0,-1-1 0,1 1 0,0-1 0,-1 0 0,1 0 0,-1 0 0,1-1 0,-1 1 0,0 0 0,1-1 0,-1 0 0,0 1 0,0-1 0,0 0 0,0 0 0,0 0 0,-1 0 0,1 0 0,-1-1 0,1 1 0,-1-1 0,0 1 0,2-5 0,-2 5 0,0 0 0,0 0 0,0 0 0,0-1 0,0 1 0,0 0 0,-1 0 0,1-1 0,-1 1 0,0 0 0,0-1 0,0 1 0,0-1 0,0 1 0,0 0 0,0-1 0,-2-2 0,2 4 0,-1-1 0,0 1 0,0 0 0,0 0 0,0 0 0,0 0 0,0 0 0,0 0 0,0 0 0,0 0 0,0 0 0,-1 0 0,1 0 0,0 1 0,-1-1 0,1 0 0,0 1 0,-1 0 0,1-1 0,-3 0 0,-2 1 0,0-1 0,1 1 0,-1 0 0,0 1 0,0-1 0,0 1 0,1 0 0,-1 1 0,0-1 0,1 1 0,0 0 0,-10 5 0,11-4-85,-1 0 0,0 0-1,1 0 1,0 1 0,0 0-1,0-1 1,0 1 0,0 1-1,1-1 1,0 1 0,0-1-1,0 1 1,0 0 0,1 0-1,-3 9 1,-1 6-6741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24575,'0'5'0,"0"5"0,-4 5 0,-2 5 0,0 3 0,-3 2 0,1 1 0,0 1 0,3-1 0,6-4 0,2-6-8191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155 126 24575,'3'3'0,"0"0"0,0-1 0,0 1 0,0-1 0,0 0 0,1 0 0,-1 0 0,1 0 0,-1-1 0,1 1 0,0-1 0,-1 0 0,1 0 0,0-1 0,0 1 0,0-1 0,7 1 0,-9-2 0,1 1 0,-1-1 0,1 1 0,-1-1 0,1 0 0,-1 0 0,0 0 0,1-1 0,-1 1 0,0 0 0,0-1 0,0 1 0,0-1 0,0 0 0,0 0 0,-1 0 0,1 0 0,0 0 0,-1 0 0,0 0 0,1 0 0,-1-1 0,0 1 0,0 0 0,0-1 0,-1 1 0,1-1 0,0-2 0,0 2 0,-1-1 0,1 1 0,-1-1 0,0 1 0,0-1 0,0 1 0,0-1 0,0 1 0,-1-1 0,0 1 0,0 0 0,0-1 0,0 1 0,0 0 0,-1-1 0,1 1 0,-1 0 0,0 0 0,0 0 0,0 1 0,0-1 0,0 0 0,-1 1 0,1-1 0,-1 1 0,0 0 0,0 0 0,0 0 0,0 0 0,0 1 0,0-1 0,0 1 0,0-1 0,-1 1 0,1 0 0,-1 1 0,-4-2 0,4 1 0,0 0 0,-1 1 0,1-1 0,0 1 0,-1 0 0,1 0 0,-1 0 0,1 0 0,-1 1 0,1 0 0,0 0 0,-1 0 0,1 1 0,0-1 0,0 1 0,0 0 0,0 0 0,0 0 0,0 1 0,1-1 0,-1 1 0,1 0 0,0 0 0,0 0 0,0 1 0,0-1 0,0 1 0,1-1 0,-5 8 0,4 0 0,1-1 0,-1 1 0,1 0 0,1 0 0,0 0 0,1 0 0,0-1 0,1 1 0,0 0 0,0 0 0,1 0 0,4 11 0,4 13 0,1-1 0,21 43 0,-24-60 0,-1-5 0,-1 1 0,-1 1 0,0-1 0,4 18 0,-8-29 0,-1 0 0,1 1 0,-1-1 0,0 0 0,0 1 0,0-1 0,0 0 0,0 1 0,0-1 0,0 0 0,-1 0 0,1 1 0,-1-1 0,0 0 0,1 0 0,-1 1 0,0-1 0,0 0 0,-1 0 0,1 0 0,0 0 0,-1-1 0,1 1 0,-1 0 0,1 0 0,-1-1 0,0 1 0,0-1 0,0 0 0,0 0 0,0 1 0,-4 0 0,3-1 0,1 0 0,-1 0 0,0 0 0,0 0 0,0-1 0,0 0 0,0 1 0,0-1 0,0 0 0,0-1 0,0 1 0,0-1 0,0 1 0,0-1 0,0 0 0,0 0 0,0 0 0,-3-2 0,1 0 0,0 0 0,0 0 0,1-1 0,-1 0 0,1 0 0,0 0 0,0 0 0,0-1 0,-3-5 0,1 2 0,1 0 0,1 0 0,0-1 0,0 1 0,0-1 0,1 0 0,0 0 0,1-1 0,0 1 0,1 0 0,-1-16 0,2 18-151,1 0-1,0 0 0,1 0 0,-1 0 1,1 0-1,1 0 0,-1 0 1,6-8-1,3-1-6674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39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24575,'2'0'0,"0"-1"0,0 0 0,0 1 0,0-1 0,0 0 0,0 0 0,0 0 0,-1 0 0,1 0 0,0 0 0,0 0 0,-1-1 0,1 1 0,-1-1 0,1 1 0,1-3 0,24-33 0,-18 23 0,10-15 0,-1 0 0,17-40 0,-20 38 0,1 0 0,21-29 0,-36 59 0,-1 1 0,0-1 0,0 1 0,1-1 0,-1 1 0,0-1 0,1 1 0,-1-1 0,0 1 0,1-1 0,-1 1 0,1 0 0,-1-1 0,1 1 0,-1 0 0,1-1 0,-1 1 0,1 0 0,-1 0 0,1-1 0,-1 1 0,1 0 0,-1 0 0,1 0 0,0 0 0,-1 0 0,1 0 0,0 0 0,6 14 0,-5 34 0,-3-42 0,-2 104 0,5 144 0,1-206 0,-4 82 0,0-86 4,-6 38-1373,2-60-5457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24575,'53'20'0,"-28"-13"0,25 8 0,66 11 0,-97-23 0,1-2 0,-1 0 0,0-1 0,0 0 0,0-2 0,0 0 0,20-6 0,-29 5-195,0 0 0,0 0 0,-1-1 0,1-1 0,-1 1 0,14-10 0,-8 3-6631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3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24575,'-24'48'0,"-63"161"0,86-204 0,-1 0 0,1 0 0,-1 0 0,1 0 0,1 0 0,-1 0 0,1 1 0,0-1 0,0 0 0,0 0 0,3 9 0,-3-12 0,1 0 0,0-1 0,0 1 0,0 0 0,-1-1 0,2 1 0,-1-1 0,0 1 0,0-1 0,0 1 0,1-1 0,-1 0 0,1 0 0,-1 0 0,1 0 0,-1 0 0,1 0 0,0 0 0,0 0 0,-1 0 0,1-1 0,0 1 0,0-1 0,0 1 0,0-1 0,-1 0 0,1 0 0,0 0 0,0 0 0,0 0 0,0 0 0,0-1 0,0 1 0,-1 0 0,3-2 0,50-15 0,-45 13 0,0 1 0,1 0 0,-1 0 0,1 1 0,0 0 0,-1 0 0,11 0 0,-18 3 0,0-1 0,0 0 0,0 0 0,0 1 0,0-1 0,0 1 0,0 0 0,0 0 0,-1-1 0,1 1 0,0 0 0,0 0 0,-1 1 0,1-1 0,-1 0 0,3 2 0,-2 0 0,0 0 0,-1 0 0,1 1 0,0-1 0,-1 0 0,1 0 0,-1 1 0,0-1 0,-1 1 0,1-1 0,0 8 0,1 17 0,-2 0 0,-1 0 0,-2 0 0,-8 39 0,-1 15 0,10-47 25,-4 22-1415,1-40-5436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528 0 24575,'-2'0'0,"0"1"0,0 0 0,0-1 0,0 1 0,0 0 0,0 0 0,0 0 0,0 0 0,0 0 0,0 0 0,1 1 0,-1-1 0,1 1 0,-1-1 0,1 1 0,-1 0 0,0 1 0,-25 37 0,22-30 0,-144 221 0,-58 98 0,200-317-90,-82 132-1185,79-131-5551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24575,'-1'9'0,"-1"-1"0,0 1 0,0-1 0,-1 0 0,0 1 0,-5 9 0,-3 6 0,0 6 0,-22 63 0,31-87 0,1 0 0,-1 1 0,1-1 0,0 1 0,1 0 0,0-1 0,0 1 0,0-1 0,1 1 0,0-1 0,2 10 0,-2-13 0,1 0 0,0-1 0,-1 1 0,1-1 0,0 0 0,0 1 0,0-1 0,1 0 0,-1 0 0,0-1 0,1 1 0,-1 0 0,1-1 0,0 1 0,-1-1 0,1 0 0,0 0 0,0 0 0,0 0 0,0-1 0,0 1 0,0-1 0,0 1 0,0-1 0,0 0 0,0 0 0,0-1 0,0 1 0,0-1 0,4-1 0,7 0 0,0-1 0,0-1 0,-1-1 0,1 0 0,14-8 0,-15 6-195,0-2 0,-1 1 0,0-2 0,-1 0 0,1 0 0,8-12 0,8-10-6631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1 24575,'-9'15'0,"-1"15"0,6-11 0,1 0 0,1 1 0,1-1 0,0 0 0,2 1 0,0-1 0,7 36 0,-8-54 3,1 0 1,-1 1-1,1-1 0,0 1 0,-1-1 1,1 0-1,0 1 0,0-1 0,0 0 1,0 0-1,0 0 0,0 0 0,0 1 1,0-1-1,0-1 0,0 1 0,1 0 1,-1 0-1,0 0 0,1-1 0,-1 1 0,0-1 1,1 1-1,-1-1 0,1 1 0,-1-1 1,1 0-1,-1 0 0,1 0 0,-1 0 1,1 0-1,-1 0 0,1 0 0,-1 0 1,1-1-1,2 0 0,2-1-215,1-1 0,-1 1 0,0-2-1,0 1 1,0-1 0,9-7 0,2-3-6614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24575,'0'4'0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7 472 24575,'1'-4'0,"1"0"0,0 0 0,0 1 0,0-1 0,0 1 0,1-1 0,-1 1 0,1 0 0,5-4 0,3-5 0,4-7 0,18-24 0,44-70 0,-69 99 0,-1 0 0,0-1 0,-1 0 0,-1 0 0,0 0 0,-1-1 0,0 1 0,-1-1 0,1-28 0,-4 41 0,0 1 0,0-1 0,0 0 0,0 0 0,0 1 0,0-1 0,-1 1 0,1-1 0,-1 0 0,0 1 0,0-1 0,0 1 0,0-1 0,0 1 0,-1 0 0,1-1 0,-1 1 0,1 0 0,-1 0 0,0 0 0,0 0 0,0 0 0,0 1 0,0-1 0,0 0 0,0 1 0,-1 0 0,-1-2 0,1 3 0,0 0 0,1 0 0,-1 0 0,1 0 0,-1 0 0,1 1 0,-1-1 0,1 1 0,-1 0 0,1-1 0,-1 1 0,1 0 0,0 0 0,0 1 0,-1-1 0,1 0 0,0 1 0,0 0 0,0-1 0,0 1 0,1 0 0,-1 0 0,0 0 0,1 0 0,-1 0 0,1 0 0,0 0 0,0 1 0,-2 2 0,-9 22 0,0 0 0,1 0 0,2 1 0,-9 46 0,-11 123 0,20-129 0,-10 224 0,16-284-1365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0 151 24575,'4'-4'0,"6"-6"0,9 0 0,5-3 0,7 0 0,6-1 0,6 2 0,2-2 0,7-2 0,6-6 0,-6-1-8191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77 51 24575,'0'-8'0,"1"6"0,-1 0 0,0-1 0,0 1 0,1 0 0,-2 0 0,1-1 0,0 1 0,0 0 0,-1 0 0,1 0 0,-1 0 0,0-1 0,0 1 0,0 0 0,0 0 0,0 0 0,-2-3 0,2 5 0,1 0 0,-1 0 0,1 0 0,-1 0 0,1 0 0,-1 0 0,1 0 0,-1 0 0,1 0 0,-1 0 0,1 0 0,-1 1 0,1-1 0,-1 0 0,1 0 0,-1 1 0,1-1 0,0 0 0,-1 0 0,1 1 0,-1-1 0,1 0 0,0 1 0,-1-1 0,1 1 0,0-1 0,-1 0 0,1 1 0,0-1 0,0 1 0,0-1 0,-1 1 0,1-1 0,0 1 0,0 0 0,-8 18 0,-4 18 0,2 1 0,-9 75 0,17-89 0,0 0 0,2 1 0,0-1 0,2 0 0,9 46 0,-10-66-54,-1-1-1,1 1 0,0-1 1,0 1-1,0-1 1,1 0-1,-1 1 0,1-1 1,0 0-1,0 0 1,0 0-1,0-1 0,0 1 1,1 0-1,-1-1 0,1 1 1,0-1-1,0 0 1,0 0-1,0 0 0,0 0 1,0-1-1,0 1 1,5 1-1,6-3-6771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51 24575,'0'-5'0,"4"-4"0,6-2 0,5 2 0,4 2 0,2 2 0,3 2 0,0 2 0,-3 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4 24575,'0'-1'0,"-1"1"0,0-1 0,1 1 0,-1 0 0,0-1 0,0 1 0,1 0 0,-1 0 0,0-1 0,0 1 0,1 0 0,-1 0 0,0 0 0,0 0 0,1 0 0,-1 0 0,0 0 0,0 0 0,0 1 0,1-1 0,-1 0 0,0 0 0,1 1 0,-1-1 0,0 0 0,0 1 0,1-1 0,-1 0 0,0 1 0,1-1 0,-1 1 0,1-1 0,-1 1 0,1 0 0,-1-1 0,1 1 0,-1 0 0,1-1 0,0 1 0,-1 0 0,1-1 0,0 1 0,-1 0 0,1 0 0,0 0 0,-17 41 0,16-39 0,-57 205 0,51-172 0,2 0 0,1 0 0,2 71 0,2-105 0,0 0 0,0 0 0,0 0 0,0 0 0,1 0 0,-1 0 0,0 0 0,1 0 0,0 0 0,-1-1 0,1 1 0,0 0 0,0 0 0,0 0 0,0-1 0,2 3 0,-2-3 0,-1-1 0,1 0 0,0 0 0,0 0 0,-1 0 0,1 0 0,0 0 0,-1 0 0,1 0 0,0 0 0,0 0 0,-1 0 0,1 0 0,0 0 0,-1-1 0,1 1 0,0 0 0,-1 0 0,1-1 0,0 1 0,-1 0 0,1-1 0,-1 1 0,1-1 0,0 1 0,-1-1 0,1 1 0,0-2 0,4-4 0,1-1 0,-1 0 0,0 0 0,-1-1 0,7-12 0,0-10 0,11-25 0,-20 52 0,-1 0 0,1 0 0,0 0 0,0 0 0,0 1 0,0-1 0,0 0 0,0 1 0,1-1 0,-1 1 0,1 0 0,4-3 0,-6 5 0,0 0 0,0-1 0,0 1 0,0 0 0,0 0 0,0 0 0,0 0 0,0 0 0,0 0 0,0 0 0,0 0 0,0 0 0,0 1 0,0-1 0,0 0 0,0 0 0,-1 1 0,1-1 0,0 1 0,0-1 0,0 1 0,0-1 0,-1 1 0,1 0 0,0-1 0,0 1 0,-1 0 0,1-1 0,-1 1 0,1 0 0,-1 0 0,1 0 0,-1 0 0,1 0 0,0 1 0,15 39 0,-12-28 0,-3-8-124,2 0 0,-1 0 0,0 0 0,1 0 0,0-1 0,0 1-1,0-1 1,1 1 0,0-1 0,4 3 0,3 1-6702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24575,'8'-1'0,"-1"0"0,1 0 0,0-1 0,-1 0 0,1 0 0,-1-1 0,0 0 0,0 0 0,0 0 0,13-10 0,-9 6 0,-1-1 0,0 0 0,-1-1 0,1 0 0,14-19 0,-23 26 0,1 0 0,-1 0 0,0 0 0,1 0 0,-1-1 0,0 1 0,0 0 0,0-1 0,-1 1 0,1 0 0,-1-1 0,1 1 0,-1-1 0,0 1 0,0-1 0,0-2 0,0 3 0,0 1 0,-1 0 0,1-1 0,-1 1 0,1 0 0,-1-1 0,0 1 0,1 0 0,-1 0 0,0 0 0,0-1 0,0 1 0,0 0 0,0 0 0,0 0 0,0 0 0,0 1 0,0-1 0,-1 0 0,-1-1 0,0 1 0,1 1 0,-1-1 0,1 0 0,-1 1 0,1 0 0,-1 0 0,1-1 0,-1 1 0,0 1 0,1-1 0,-1 0 0,1 1 0,-1-1 0,1 1 0,-1 0 0,1 0 0,-1 0 0,1 0 0,0 0 0,0 1 0,-1-1 0,1 0 0,0 1 0,0 0 0,0 0 0,1-1 0,-1 1 0,0 0 0,-2 4 0,1-2 5,1 1 1,-1 0-1,1 0 0,0 0 0,0 0 0,0 0 1,0 0-1,1 0 0,0 0 0,0 1 1,1-1-1,-1 1 0,1-1 0,0 0 0,1 1 1,-1-1-1,1 0 0,0 1 0,1-1 0,-1 0 1,1 0-1,3 7 0,-3-9-51,0 1-1,-1-1 1,2 0-1,-1 0 1,0 0 0,1 0-1,-1 0 1,1 0-1,0-1 1,0 1 0,0-1-1,0 0 1,1 0-1,-1 0 1,0 0-1,1 0 1,-1-1 0,1 0-1,0 0 1,0 0-1,-1 0 1,1 0 0,0-1-1,0 0 1,0 1-1,-1-1 1,1-1 0,0 1-1,0-1 1,0 1-1,4-3 1,14-3-6780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0 24575,'0'4'0,"-4"6"0,-1 5 0,0 3 0,0 4 0,7-2 0,5-9 0,7-10 0,4-6 0,0-5 0,0-2 0,2-2 0,1 1 0,1 3 0,1 2 0,-3 4-8191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24575,'1'1'0,"-1"1"0,1 0 0,0-1 0,0 1 0,-1-1 0,1 1 0,0-1 0,0 1 0,0-1 0,0 0 0,1 1 0,-1-1 0,0 0 0,1 0 0,-1 0 0,0 0 0,1 0 0,-1 0 0,1 0 0,0-1 0,-1 1 0,3 0 0,37 13 0,-35-14 0,0 1 0,0-1 0,0 0 0,0 0 0,0 0 0,0-1 0,0 0 0,-1 0 0,1-1 0,0 0 0,10-4 0,-13 5 0,0-1 0,1 0 0,-1 1 0,0-1 0,0 0 0,0 0 0,0-1 0,0 1 0,0-1 0,-1 0 0,1 1 0,-1-1 0,0 0 0,0 0 0,0 0 0,0-1 0,0 1 0,-1 0 0,0-1 0,2-5 0,-3 8 0,1 0 0,-1 0 0,0 0 0,0 0 0,0 0 0,0 0 0,1 0 0,-2 0 0,1 0 0,0 0 0,0 0 0,0 0 0,0 0 0,0 1 0,-1-1 0,1 0 0,-1 0 0,1 0 0,0 0 0,-1 0 0,0 0 0,1 0 0,-1 1 0,1-1 0,-1 0 0,0 0 0,0 1 0,1-1 0,-2 0 0,0 0 0,0 1 0,0-1 0,0 1 0,0 0 0,-1-1 0,1 1 0,0 0 0,0 0 0,0 1 0,0-1 0,0 0 0,0 1 0,-3 0 0,-3 2 0,0 0 0,1 0 0,-1 1 0,1 0 0,-1 0 0,-8 8 0,10-5 0,1 0 0,-1 0 0,1 0 0,1 1 0,0 0 0,0 0 0,0 0 0,1 0 0,0 0 0,1 1 0,0-1 0,0 1 0,1 0 0,0-1 0,0 10 0,1-13 0,0 0 0,1-1 0,-1 1 0,1 0 0,0-1 0,0 1 0,0-1 0,1 1 0,0-1 0,0 1 0,0-1 0,0 0 0,3 4 0,-3-5 0,1-1 0,-1 0 0,1 1 0,-1-1 0,1 0 0,0 0 0,0-1 0,0 1 0,0-1 0,0 1 0,0-1 0,0 0 0,0 0 0,1 0 0,-1 0 0,0-1 0,1 0 0,-1 1 0,1-1 0,2-1 0,5 0-170,0-1-1,0 0 0,0 0 1,-1-1-1,1-1 0,-1 0 1,11-6-1,29-15-6655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24575,'-4'4'0,"-2"6"0,1 5 0,1 3 0,1 4 0,1 2 0,1 1 0,5-5 0,1-4-8191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11 24575,'0'-4'0,"-4"-2"0,-2 5 0,5 3 0,2 4 0,2 1-8191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212 15 24575,'-23'-8'0,"22"7"0,0 1 0,0-1 0,0 0 0,0 1 0,0-1 0,1 1 0,-1-1 0,0 1 0,0 0 0,0-1 0,0 1 0,0 0 0,0 0 0,-1-1 0,1 1 0,0 0 0,0 0 0,0 0 0,0 0 0,0 0 0,0 1 0,0-1 0,0 0 0,0 0 0,0 1 0,0-1 0,0 1 0,0-1 0,0 1 0,0-1 0,0 1 0,1-1 0,-1 1 0,0 0 0,0-1 0,0 1 0,1 0 0,-1 0 0,1 0 0,-1 0 0,0-1 0,1 1 0,-1 0 0,1 0 0,0 0 0,-1 0 0,1 2 0,-3 6 0,0 0 0,1 0 0,0 1 0,0-1 0,1 1 0,1 11 0,-1-11 0,1-1 0,-1 1 0,0 0 0,-1-1 0,0 1 0,-6 13 0,3-10 0,1-4 0,0 1 0,0-2 0,-1 1 0,-8 12 0,12-20 0,0 0 0,0 1 0,0-1 0,0 0 0,0 0 0,0 0 0,-1 0 0,1 0 0,0 0 0,-1 0 0,1 0 0,0 0 0,-1-1 0,1 1 0,-1-1 0,1 1 0,-1-1 0,0 1 0,1-1 0,-1 0 0,1 0 0,-1 0 0,0 0 0,1 0 0,-1 0 0,1 0 0,-1-1 0,0 1 0,1 0 0,-1-1 0,1 0 0,-1 1 0,-2-2 0,-13-10-1365,0-1-5461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 18 24575,'-3'0'0,"-1"0"0,0 0 0,1 1 0,-1 0 0,1-1 0,-1 1 0,1 0 0,0 1 0,-1-1 0,1 1 0,0 0 0,0-1 0,0 1 0,0 0 0,0 1 0,-5 4 0,4-2 0,0 0 0,0 1 0,0-1 0,1 1 0,0 0 0,0 0 0,0 0 0,-3 12 0,3-9 0,1 0 0,1 0 0,-1 0 0,1 0 0,1 0 0,-1 0 0,2 0 0,-1 0 0,1 0 0,1 0 0,0 0 0,0 0 0,6 16 0,-7-24 0,-1 1 0,1-1 0,0 1 0,0-1 0,0 0 0,0 1 0,0-1 0,0 0 0,0 0 0,1 1 0,-1-1 0,0 0 0,1 0 0,-1 0 0,1-1 0,-1 1 0,1 0 0,-1-1 0,1 1 0,-1 0 0,1-1 0,0 0 0,3 1 0,-2-1 0,0-1 0,0 1 0,0-1 0,0 0 0,0 1 0,0-2 0,0 1 0,0 0 0,0 0 0,-1-1 0,1 0 0,2-2 0,4-2 0,0-1 0,-1-1 0,-1 0 0,1 0 0,-1-1 0,8-13 0,-11 16 0,-1-1 0,1-1 0,-2 1 0,1 0 0,-1-1 0,0 1 0,-1-1 0,0 0 0,0 1 0,0-1 0,-1-9 0,0 13 0,-1-1 0,1 1 0,-1 0 0,0 0 0,0-1 0,0 1 0,0 0 0,-1 0 0,0 0 0,0 0 0,0 1 0,0-1 0,0 0 0,-1 1 0,1 0 0,-1-1 0,0 1 0,0 0 0,-1 0 0,1 1 0,-6-4 0,8 5 0,0 0 0,0 1 0,0-1 0,0 0 0,-1 1 0,1-1 0,0 1 0,0-1 0,-1 1 0,1 0 0,0 0 0,-1 0 0,1-1 0,0 1 0,-1 0 0,1 1 0,0-1 0,0 0 0,-1 0 0,0 1 0,1-1 0,0 1 0,0 0 0,1-1 0,-1 1 0,0 0 0,1-1 0,-1 1 0,1 0 0,-1 0 0,0-1 0,1 1 0,0 0 0,-1 0 0,1 0 0,0 0 0,-1 0 0,1 0 0,0 0 0,0 0 0,0 1 0,-1 3 0,1-1 0,1 1 0,-1-1 0,1 0 0,-1 1 0,1-1 0,1 0 0,-1 1 0,0-1 0,4 5 0,0 0-59,0-1 0,0 0-1,1-1 1,0 1-1,0-1 1,1 0 0,0-1-1,0 0 1,1 0 0,-1 0-1,1-1 1,1 0 0,-1-1-1,1 0 1,-1 0-1,1 0 1,0-2 0,0 1-1,1-1 1,-1 0 0,1-1-1,11 1 1,4-1-6767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24575,'0'-1'0,"1"0"0,-1 0 0,1-1 0,0 1 0,-1 0 0,1 0 0,0 0 0,0 0 0,0 0 0,0 0 0,0 1 0,0-1 0,0 0 0,0 0 0,0 1 0,0-1 0,0 1 0,0-1 0,0 1 0,1-1 0,-1 1 0,0-1 0,0 1 0,1 0 0,-1 0 0,0 0 0,2 0 0,37-3 0,-34 3 0,-1 0 0,1 1 0,0 0 0,-1 0 0,1 0 0,-1 0 0,1 1 0,-1 0 0,10 6 0,-13-8 0,-1 1 0,0 0 0,0 0 0,0 1 0,0-1 0,0 0 0,0 0 0,0 0 0,0 1 0,0-1 0,0 0 0,-1 1 0,1-1 0,0 1 0,-1-1 0,0 1 0,1-1 0,-1 1 0,0-1 0,0 1 0,1-1 0,-1 1 0,0-1 0,-1 1 0,1 0 0,0-1 0,0 1 0,-1-1 0,1 1 0,-1-1 0,1 1 0,-1-1 0,0 0 0,1 1 0,-1-1 0,0 0 0,0 1 0,0-1 0,0 0 0,-2 1 0,-36 47 0,29-39 0,1 0 0,0 1 0,1 1 0,0-1 0,1 1 0,0 0 0,-10 26 0,17-37 0,-1 0 0,1 1 0,-1-1 0,1 0 0,0 0 0,0 0 0,-1 1 0,1-1 0,0 0 0,0 0 0,0 1 0,0-1 0,0 0 0,1 0 0,-1 0 0,0 1 0,1-1 0,-1 0 0,0 0 0,1 0 0,-1 0 0,1 1 0,0-1 0,-1 0 0,1 0 0,0 0 0,0 0 0,0-1 0,1 3 0,1-2 0,-1-1 0,0 1 0,1-1 0,-1 1 0,0-1 0,1 0 0,-1 0 0,1 0 0,-1 0 0,0-1 0,1 1 0,-1-1 0,1 1 0,2-2 0,8-2 0,-1-1 0,1-1 0,-1 0 0,16-10 0,-5 0-1365,-3 3-5461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0 205 24575,'11'-1'0,"-1"0"0,1 0 0,-1-1 0,0-1 0,1 0 0,-1 0 0,0-1 0,-1 0 0,1-1 0,15-10 0,-19 11 0,1 0 0,-1-1 0,0 0 0,0 0 0,-1 0 0,1-1 0,-1 0 0,0 0 0,-1-1 0,1 1 0,-1-1 0,-1 0 0,1 0 0,-1 0 0,2-9 0,-4 14 0,-1 0 0,1 0 0,-1 1 0,1-1 0,-1 0 0,0 0 0,0 0 0,0 0 0,0 0 0,-1 0 0,1 0 0,0 0 0,-1 0 0,1 0 0,-1 0 0,0 0 0,1 0 0,-1 1 0,0-1 0,0 0 0,-1 1 0,1-1 0,0 0 0,0 1 0,-1 0 0,1-1 0,-1 1 0,1 0 0,-1-1 0,1 1 0,-3-1 0,1 1 0,1 1 0,0-1 0,-1 1 0,1-1 0,-1 1 0,1 0 0,-1 0 0,1 0 0,-1 0 0,1 0 0,-1 0 0,1 1 0,-1-1 0,1 1 0,-1 0 0,1 0 0,0 0 0,-1 0 0,1 0 0,0 0 0,0 1 0,0-1 0,0 1 0,-3 2 0,-1 3 0,0 1 0,1-1 0,0 1 0,0 0 0,1 1 0,0-1 0,0 1 0,1 0 0,0 0 0,1 0 0,0 0 0,0 0 0,0 16 0,1-20 0,1 0 0,0 1 0,1-1 0,-1 0 0,1 1 0,0-1 0,0 0 0,1 0 0,-1 0 0,1 0 0,4 7 0,-4-9 0,-1-1 0,1 1 0,0-1 0,0 0 0,1 0 0,-1 0 0,0 0 0,1 0 0,-1 0 0,1 0 0,0-1 0,-1 1 0,1-1 0,0 0 0,0 0 0,0 0 0,0 0 0,0-1 0,0 1 0,6 0 0,-4-2-97,0 1-1,0-1 1,0 1-1,0-1 1,0-1-1,0 1 1,-1-1-1,1 0 1,0 0-1,-1 0 1,0-1-1,1 1 0,4-5 1,12-8-6729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88 24575,'1'0'0,"1"0"0,0 0 0,-1 0 0,1 0 0,-1 0 0,1 0 0,-1 0 0,1 0 0,-1 1 0,1-1 0,-1 1 0,1-1 0,-1 1 0,1 0 0,-1-1 0,0 1 0,1 0 0,-1 0 0,0 0 0,0 0 0,1 0 0,-1 0 0,0 0 0,0 1 0,0-1 0,-1 0 0,1 1 0,0-1 0,1 3 0,-1 1 0,0 0 0,-1 1 0,1-1 0,-1 0 0,0 1 0,-1-1 0,0 7 0,0-9 0,0 1 0,1-1 0,-1 1 0,1 0 0,0-1 0,0 1 0,0 0 0,1-1 0,0 1 0,-1-1 0,1 1 0,0-1 0,3 6 0,-3-8 0,0 0 0,1 0 0,-1 0 0,0 0 0,1-1 0,-1 1 0,1 0 0,-1-1 0,1 1 0,-1-1 0,1 0 0,0 1 0,-1-1 0,1 0 0,-1 0 0,1 0 0,-1 0 0,1 0 0,0-1 0,-1 1 0,1 0 0,-1-1 0,1 1 0,-1-1 0,1 1 0,-1-1 0,1 0 0,-1 0 0,0 0 0,1 1 0,1-4 0,45-33 0,-45 35 0,13-14 0,14-10 0,-29 27 0,0 0 0,0 1 0,0-1 0,0 1 0,-1-1 0,1 0 0,0 1 0,-1-1 0,1 1 0,-1 0 0,1-1 0,-1 1 0,0-1 0,0 1 0,1 0 0,-1-1 0,0 1 0,-1 0 0,1 2 0,1 5 0,-1-7 0,0 0 0,0 1 0,1-1 0,-1 0 0,1 1 0,0-1 0,0 0 0,0 0 0,0 1 0,0-1 0,0 0 0,0 0 0,1 0 0,-1 0 0,1-1 0,-1 1 0,1 0 0,0-1 0,0 1 0,0-1 0,0 1 0,4 1 0,-3-2 0,0-1 0,0 1 0,0-1 0,0 0 0,0 0 0,0 0 0,1 0 0,-1 0 0,0-1 0,0 0 0,0 1 0,0-1 0,0 0 0,0 0 0,3-3 0,5-1 0,-1-1 0,-1 0 0,1-1 0,-1 0 0,0-1 0,0 0 0,-1 0 0,11-15 0,-12 12 0,0 0 0,-1 0 0,-1-1 0,7-18 0,-11 27 0,-1 0 0,1 0 0,0 0 0,-1 0 0,0 0 0,1 0 0,-1 0 0,0-1 0,-1 1 0,1 0 0,-1-4 0,0 6 0,1 0 0,-1 0 0,0 0 0,1-1 0,-1 1 0,0 0 0,0 0 0,0 0 0,0 0 0,1 0 0,-1 0 0,-1 1 0,1-1 0,0 0 0,0 0 0,0 1 0,0-1 0,0 1 0,-1-1 0,1 1 0,0-1 0,-1 1 0,1 0 0,0 0 0,-1 0 0,-1 0 0,-4 0 0,1 1 0,0-1 0,0 2 0,0-1 0,0 1 0,0 0 0,1 0 0,-1 1 0,0-1 0,1 1 0,0 0 0,-1 1 0,-8 7 0,1 0 0,-1 1 0,1 1 0,-17 21 0,13-8-1365,4-4-5461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31 24575,'0'-1'0,"0"1"0,1-1 0,-1 0 0,0 0 0,0 1 0,0-1 0,0 0 0,0 0 0,0 1 0,0-1 0,0 0 0,-1 0 0,1 1 0,0-1 0,0 0 0,-1 0 0,1 1 0,0-1 0,-1 0 0,1 1 0,0-1 0,-1 1 0,1-1 0,-1 0 0,1 1 0,-1-1 0,0 1 0,1-1 0,-1 1 0,0 0 0,1-1 0,-1 1 0,0-1 0,1 1 0,-1 0 0,0 0 0,1 0 0,-1-1 0,0 1 0,0 0 0,1 0 0,-1 0 0,0 0 0,0 0 0,1 0 0,-1 0 0,0 0 0,-1 1 0,0 0 0,-1 0 0,1 0 0,0 0 0,0 0 0,0 0 0,0 0 0,0 1 0,0-1 0,0 1 0,1 0 0,-1-1 0,0 1 0,1 0 0,-3 4 0,2-1 0,0 1 0,0 0 0,1 0 0,0 0 0,0 1 0,0-1 0,1 0 0,-1 0 0,2 0 0,-1 1 0,1-1 0,0 0 0,0 0 0,0 0 0,1 0 0,0 0 0,0 0 0,1 0 0,0-1 0,0 1 0,0-1 0,7 9 0,-9-13 0,0 0 0,0 0 0,0-1 0,0 1 0,1 0 0,-1-1 0,0 1 0,0 0 0,1-1 0,-1 0 0,0 1 0,0-1 0,1 0 0,-1 1 0,0-1 0,1 0 0,-1 0 0,1 0 0,-1 0 0,0-1 0,1 1 0,-1 0 0,0-1 0,0 1 0,2-1 0,0-1 0,0 1 0,0-1 0,0 0 0,0 0 0,-1-1 0,1 1 0,0 0 0,-1-1 0,4-5 0,-1 1 0,-1 0 0,1 0 0,-1-1 0,-1 1 0,1-1 0,-1 0 0,3-14 0,-6 18 0,0 0 0,0-1 0,0 1 0,0 0 0,-1 0 0,1 0 0,-1-1 0,0 1 0,-1 0 0,1 0 0,-5-7 0,6 9 0,-1 0 0,0 1 0,0-1 0,0 0 0,-1 1 0,1-1 0,0 1 0,0 0 0,-1-1 0,1 1 0,-1 0 0,0 0 0,1 0 0,-1 0 0,0 0 0,1 0 0,-1 0 0,0 1 0,0-1 0,0 1 0,1-1 0,-1 1 0,0 0 0,0-1 0,0 1 0,0 0 0,-3 1 0,4-1 0,0 0 0,0 0 0,0 1 0,0-1 0,0 0 0,1 1 0,-1-1 0,0 1 0,0-1 0,0 1 0,0-1 0,0 1 0,1 0 0,-1-1 0,0 1 0,0 0 0,1 0 0,-1-1 0,1 1 0,-1 0 0,0 0 0,1 0 0,0 0 0,-1 0 0,1 0 0,0 0 0,-1 0 0,1 0 0,0 0 0,0 0 0,0 0 0,0 0 0,0 0 0,0 0 0,0 0 0,0 0 0,0 0 0,0 0 0,1 0 0,-1 0 0,0 0 0,1 0 0,-1 0 0,1 0 0,-1-1 0,2 3 0,0 1 0,0 0 0,0 1 0,1-1 0,-1 0 0,1 0 0,0-1 0,0 1 0,7 5 0,-4-5-54,1-1-1,0 0 0,1 0 1,-1 0-1,0-1 1,1 0-1,-1-1 0,1 1 1,0-1-1,-1-1 1,1 0-1,0 0 0,0 0 1,-1-1-1,1 0 0,0-1 1,-1 1-1,1-2 1,-1 1-1,0-1 0,0 0 1,0 0-1,0-1 1,7-5-1,7-5-6771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0 24575,'-2'103'0,"-1"-19"0,12 122 0,-8-199 11,0 0 0,1 0 0,0 0 0,0 0 0,0 0 0,1 0-1,0 0 1,0-1 0,0 0 0,7 9 0,-8-13-50,-1-1 0,1 1 0,0-1 0,-1 1 0,1-1 0,0 0-1,0 0 1,0 1 0,0-2 0,0 1 0,0 0 0,0 0 0,0-1 0,0 1 0,0-1 0,1 1 0,-1-1 0,0 0-1,0 0 1,0 0 0,1 0 0,-1 0 0,0-1 0,0 1 0,0-1 0,0 1 0,1-1 0,-1 0 0,0 0 0,0 0 0,0 0-1,-1 0 1,1 0 0,0-1 0,0 1 0,-1 0 0,3-3 0,12-10-6787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24575,'4'0'0,"6"0"0,4 0 0,5 0 0,3 0 0,2 0 0,1-4 0,-4-1-8191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 1 24575,'-12'162'0,"1"10"0,11-163 17,1 1 0,0-1 1,1 0-1,0 0 0,0 0 0,4 10 0,-5-18-55,-1 1 0,1 0 0,-1-1 0,1 1 0,0-1 0,-1 1-1,1 0 1,0-1 0,0 0 0,0 1 0,0-1 0,0 0 0,1 1 0,-1-1 0,0 0 0,1 0 0,-1 0 0,0 0 0,1 0-1,-1 0 1,1-1 0,0 1 0,-1 0 0,1-1 0,0 1 0,-1-1 0,1 0 0,0 0 0,-1 1 0,1-1 0,0 0 0,0 0-1,-1-1 1,1 1 0,0 0 0,-1 0 0,1-1 0,3-1 0,7-4-6788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41 24575,'0'-5'0,"4"0"0,6 0 0,4 0 0,5 2 0,3 1 0,1-3 0,2 0 0,-4 0-8191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19 24575,'-9'-17'0,"4"16"0,6 12 0,6 24 0,-3 0 0,0 1 0,-3-1 0,-3 50 0,1-20 0,0-48 0,-1-1 0,-6 29 0,0-7 0,63-115 0,-53 75 0,0 0 0,-1-1 0,1 1 0,0 1 0,0-1 0,0 0 0,1 0 0,-1 1 0,0-1 0,1 1 0,-1 0 0,1 0 0,-1 0 0,1 0 0,-1 0 0,1 0 0,0 1 0,0-1 0,4 1 0,-5 0 0,0 1 0,0 0 0,0 0 0,-1-1 0,1 1 0,0 1 0,-1-1 0,1 0 0,-1 0 0,1 0 0,-1 1 0,0-1 0,1 1 0,-1-1 0,0 1 0,0-1 0,0 1 0,0 0 0,0 0 0,-1-1 0,1 1 0,0 0 0,-1 0 0,0 0 0,1 0 0,-1 0 0,0 0 0,0 2 0,2 16-118,10 47 367,-12-65-297,0-1 0,0 1-1,1 0 1,-1-1 0,1 1 0,0 0-1,-1-1 1,1 1 0,0-1 0,0 0-1,0 1 1,0-1 0,0 0-1,0 1 1,0-1 0,1 0 0,-1 0-1,0 0 1,1 0 0,-1 0 0,1 0-1,-1 0 1,1-1 0,-1 1 0,1-1-1,0 1 1,-1-1 0,1 1 0,0-1-1,3 0 1,11-3-6778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0 112 24575,'6'0'0,"-1"0"0,1-1 0,-1 0 0,1 0 0,-1 0 0,1 0 0,-1-1 0,0 0 0,0 0 0,0-1 0,9-4 0,-12 5 0,-1 1 0,1-1 0,0 1 0,0-1 0,-1 0 0,1 0 0,0 0 0,-1 0 0,0 0 0,0 0 0,1 0 0,-1 0 0,0 0 0,-1-1 0,1 1 0,0 0 0,-1-1 0,1 1 0,-1 0 0,0-1 0,0 1 0,0-1 0,0 1 0,0 0 0,0-1 0,-1 1 0,1-1 0,-1 1 0,-1-3 0,2 4 0,0-1 0,0 1 0,0 0 0,-1 0 0,1 0 0,0 0 0,-1 0 0,1 0 0,-1 0 0,1 0 0,-1 0 0,0 1 0,1-1 0,-1 0 0,0 0 0,0 0 0,1 1 0,-1-1 0,0 0 0,0 1 0,0-1 0,0 1 0,0-1 0,0 1 0,0-1 0,0 1 0,0 0 0,0-1 0,0 1 0,0 0 0,0 0 0,0 0 0,-1 0 0,1 0 0,0 0 0,0 0 0,0 0 0,0 0 0,0 1 0,0-1 0,0 0 0,0 1 0,0-1 0,0 1 0,0-1 0,0 1 0,0-1 0,0 1 0,0 0 0,0-1 0,1 1 0,-2 2 0,-3 0 0,1 1 0,0 1 0,0-1 0,0 1 0,1-1 0,-1 1 0,1 0 0,-4 9 0,5-11 0,1 0 0,0 1 0,0-1 0,0 0 0,0 0 0,0 0 0,1 1 0,0-1 0,-1 0 0,1 0 0,0 1 0,1-1 0,-1 0 0,1 1 0,-1-1 0,1 0 0,0 0 0,0 0 0,0 0 0,1 0 0,-1 0 0,1 0 0,-1 0 0,1 0 0,0 0 0,0-1 0,1 1 0,-1-1 0,0 0 0,1 0 0,-1 0 0,1 0 0,0 0 0,3 2 0,1-1 0,0 0 0,0-1 0,0 0 0,0 0 0,0 0 0,0-1 0,1 0 0,-1-1 0,0 0 0,1 0 0,-1 0 0,1-1 0,-1 0 0,12-3 0,-3-1-341,-1-1 0,0-1-1,29-16 1,-7-1-6485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43 105 24575,'14'-12'0,"-7"6"0,1-1 0,-1 0 0,0 0 0,9-11 0,-16 17 0,1 0 0,0 0 0,-1 0 0,1 0 0,0 0 0,-1 0 0,1 0 0,-1 0 0,0 0 0,1 0 0,-1 0 0,0 0 0,0-1 0,1 1 0,-1 0 0,0 0 0,0 0 0,0 0 0,-1 0 0,1 0 0,0-1 0,0 1 0,-1 0 0,1 0 0,0 0 0,-1 0 0,1 0 0,-1 0 0,1 0 0,-1 0 0,0 0 0,1 0 0,-1 0 0,0 1 0,0-1 0,0 0 0,1 0 0,-1 1 0,0-1 0,0 0 0,0 1 0,0-1 0,0 1 0,0-1 0,0 1 0,-2-1 0,1 0 0,-1 1 0,1-1 0,0 0 0,0 1 0,-1 0 0,1-1 0,0 1 0,-1 0 0,1 0 0,0 0 0,-1 0 0,1 1 0,0-1 0,0 1 0,-1-1 0,1 1 0,0 0 0,0 0 0,0 0 0,0 0 0,0 0 0,0 0 0,0 1 0,0-1 0,0 1 0,0-1 0,1 1 0,-1 0 0,1-1 0,-1 1 0,1 0 0,0 0 0,0 0 0,0 0 0,-2 5 0,0-2 0,1 1 0,0 0 0,0 0 0,0 0 0,1 0 0,0 0 0,0 0 0,0 1 0,1-1 0,0 0 0,0 0 0,2 10 0,-2-12 5,1 0-1,1-1 1,-1 1-1,0 0 0,1-1 1,0 0-1,0 1 1,0-1-1,0 0 1,0 0-1,1 0 0,-1 0 1,1-1-1,0 1 1,0-1-1,0 1 1,0-1-1,0 0 1,0 0-1,1 0 0,-1-1 1,1 1-1,-1-1 1,1 0-1,-1 0 1,8 1-1,-3-1-110,-1-1 0,0 0 0,1 0 0,-1-1 0,0 0 0,0 0-1,1 0 1,-1-1 0,0 0 0,0-1 0,0 1 0,-1-1 0,8-5 0,9-7-6720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24575,'0'-2'0,"0"1"0,0 0 0,0 0 0,0 0 0,0 0 0,0 0 0,0 0 0,1-1 0,-1 1 0,0 0 0,1 0 0,-1 0 0,1 0 0,-1 0 0,1 0 0,-1 0 0,1 0 0,0 0 0,0 0 0,-1 1 0,1-1 0,2-1 0,3 5 0,-6 14 0,-1-10 0,-1 1 0,1 1 0,0-1 0,0 0 0,1 0 0,0 15 0,1-22 0,-1-1 0,0 1 0,0 0 0,0 0 0,1 0 0,-1 0 0,0-1 0,1 1 0,-1 0 0,1 0 0,-1-1 0,1 1 0,-1 0 0,1 0 0,-1-1 0,1 1 0,0-1 0,-1 1 0,1-1 0,0 1 0,-1-1 0,1 1 0,0-1 0,1 1 0,0-1 0,0 0 0,0 0 0,0 0 0,1 0 0,-1-1 0,0 1 0,0 0 0,0-1 0,0 0 0,0 1 0,0-1 0,0 0 0,0 0 0,-1 0 0,3-2 0,5-3 0,0-1 0,0 0 0,-1-1 0,14-15 0,-15 15 0,0 1 0,0 0 0,0 0 0,1 0 0,11-6 0,-18 13 0,-1 0 0,0-1 0,1 1 0,-1 0 0,1 0 0,-1 0 0,0 0 0,1 0 0,-1 0 0,1 0 0,-1 0 0,0 0 0,1 0 0,-1 1 0,1-1 0,-1 0 0,0 0 0,1 0 0,-1 0 0,1 0 0,-1 1 0,0-1 0,1 0 0,-1 0 0,0 1 0,0-1 0,1 0 0,-1 1 0,0-1 0,1 0 0,-1 1 0,0-1 0,0 0 0,0 1 0,0-1 0,1 0 0,-1 1 0,8 21 0,-4-12 0,6 5-1365,1-4-5461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63 24575,'-1'1'0,"0"0"0,-1 0 0,1 0 0,0 0 0,0 0 0,0 1 0,0-1 0,0 1 0,0-1 0,0 1 0,0-1 0,0 1 0,1-1 0,-1 1 0,1 0 0,-1-1 0,1 1 0,0 0 0,-1-1 0,1 1 0,0 0 0,0 0 0,0-1 0,0 1 0,1 0 0,-1-1 0,0 1 0,1 0 0,-1-1 0,1 1 0,0 0 0,-1-1 0,1 1 0,0-1 0,0 1 0,0-1 0,0 0 0,0 1 0,0-1 0,1 0 0,-1 0 0,0 0 0,1 0 0,-1 0 0,1 0 0,-1 0 0,1 0 0,-1 0 0,1-1 0,-1 1 0,1-1 0,0 1 0,-1-1 0,1 0 0,0 0 0,0 1 0,-1-1 0,1 0 0,0 0 0,-1-1 0,1 1 0,0 0 0,0-1 0,-1 1 0,1-1 0,-1 1 0,1-1 0,0 0 0,2-1 0,3-3 0,0 0 0,-1 0 0,1 0 0,-1-1 0,0 0 0,0 0 0,5-8 0,-9 12 0,-1 1 0,1-1 0,-1 0 0,1 0 0,-1 0 0,0 0 0,0 0 0,0 0 0,0 0 0,0-1 0,0 1 0,-1 0 0,1-1 0,-1 1 0,1 0 0,-1-1 0,0 1 0,0 0 0,0-1 0,0 1 0,-1 0 0,1-1 0,-1 1 0,1 0 0,-1-1 0,0 1 0,1 0 0,-1 0 0,-2-3 0,1 4 0,0 0 0,1 0 0,-1 0 0,0 0 0,0 1 0,1-1 0,-1 1 0,0-1 0,0 1 0,0 0 0,0 0 0,0-1 0,1 1 0,-1 1 0,0-1 0,0 0 0,0 0 0,0 1 0,0-1 0,1 1 0,-1 0 0,0-1 0,0 1 0,1 0 0,-1 0 0,1 0 0,-1 0 0,1 0 0,-1 0 0,-1 2 0,-46 38 0,42-34-273,1 1 0,0 0 0,0 0 0,-6 10 0,0 5-6553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6 24575,'0'-4'0,"0"2"0,0 7 0,0 5 0,0 6 0,0 8 0,-4 8 0,-1 7 0,-1 5 0,2 3 0,1 1 0,6-2 0,1-2 0,5-4 0,4-9 0,9-9 0,5-13 0,-3-8-8191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31 24575,'-4'-5'0,"-2"-4"0,5-2 0,6 6 0,7 7 0,5 12 0,8 12 0,7 13 0,8 13 0,4 9 0,3 11 0,1 5 0,2-2 0,-5-2 0,-1-5 0,-4-10 0,-5-11 0,-9-13-8191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 24575,'0'-1'0,"0"0"0,-1-1 0,1 1 0,0 0 0,0 0 0,0-1 0,0 1 0,0 0 0,1 0 0,-1 0 0,0-1 0,0 1 0,1 0 0,-1 0 0,1 0 0,-1-1 0,1 1 0,0 0 0,-1 0 0,1 0 0,0 0 0,0 0 0,-1 0 0,1 0 0,0 1 0,0-1 0,0 0 0,0 0 0,0 1 0,0-1 0,0 1 0,1-1 0,-1 1 0,0-1 0,0 1 0,0-1 0,1 1 0,-1 0 0,0 0 0,0 0 0,1 0 0,-1 0 0,0 0 0,0 0 0,1 0 0,-1 0 0,0 1 0,0-1 0,0 0 0,1 1 0,-1-1 0,0 1 0,0-1 0,0 1 0,0 0 0,1 0 0,11 6 0,0 0 0,-1 1 0,20 15 0,-27-18 0,36 27 0,-23-16 0,0-1 0,1-1 0,1-1 0,0-1 0,0 0 0,24 8 0,-41-19 4,0 1-1,1-1 1,-1-1-1,0 1 1,1 0-1,-1-1 1,1 1-1,-1-1 1,1 0-1,-1 0 1,0-1 0,1 1-1,-1-1 1,1 0-1,-1 0 1,0 0-1,1 0 1,-1 0-1,0-1 1,0 1-1,0-1 1,0 0-1,0 0 1,0 0-1,-1 0 1,1-1-1,-1 1 1,1-1-1,-1 1 1,0-1-1,0 0 1,0 0-1,1-3 1,3-6-190,-1 0 1,0-1-1,-1 1 0,-1-1 1,0 0-1,-1 0 1,1-17-1,1-16-6640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73 49 24575,'-20'-4'0,"19"3"0,0 0 0,0 1 0,0-1 0,0 1 0,0 0 0,-1-1 0,1 1 0,0 0 0,0-1 0,0 1 0,0 0 0,0 0 0,-1 0 0,1 0 0,0 0 0,0 1 0,0-1 0,0 0 0,0 0 0,-1 1 0,1-1 0,0 1 0,0-1 0,0 1 0,0-1 0,0 1 0,0 0 0,0-1 0,1 1 0,-1 0 0,0 0 0,0 0 0,0-1 0,1 1 0,-1 0 0,0 0 0,1 0 0,-1 0 0,0 2 0,-2 6 0,1-1 0,-1 0 0,2 1 0,-1-1 0,1 1 0,1-1 0,-1 1 0,1 0 0,1-1 0,0 1 0,0-1 0,0 1 0,1-1 0,1 1 0,-1-1 0,1 0 0,1 0 0,4 8 0,-5-10 0,0-1 0,0 1 0,0-1 0,1 0 0,0-1 0,0 1 0,0-1 0,1 1 0,-1-1 0,1-1 0,9 7 0,-10-9 0,-1 1 0,0-1 0,1 0 0,-1 0 0,1 0 0,-1 0 0,1-1 0,0 1 0,-1-1 0,1 0 0,0 0 0,-1 0 0,1-1 0,-1 1 0,1-1 0,-1 0 0,1 0 0,-1 0 0,1 0 0,5-4 0,-2 0 0,0 0 0,0 0 0,0-1 0,0 0 0,-1 0 0,0-1 0,-1 0 0,1 0 0,-1 0 0,-1-1 0,1 0 0,-1 0 0,3-10 0,-3 8 0,0 1 0,-1-1 0,0 1 0,-1-1 0,0 0 0,0 0 0,-1 0 0,0 0 0,-1-1 0,-1 1 0,-1-13 0,2 20 0,0 1 0,-1 0 0,1 0 0,-1-1 0,1 1 0,-1 0 0,0 0 0,0 0 0,0 0 0,0 0 0,0 0 0,0 0 0,0 0 0,-1 0 0,1 1 0,-1-1 0,0 0 0,1 1 0,-1-1 0,0 1 0,0 0 0,0 0 0,0 0 0,0 0 0,0 0 0,0 0 0,0 0 0,0 0 0,0 1 0,-1-1 0,1 1 0,0 0 0,0 0 0,-1 0 0,1 0 0,0 0 0,-1 0 0,1 0 0,0 1 0,0-1 0,0 1 0,-1 0 0,1-1 0,0 1 0,-3 2 0,-4 1 0,1 1 0,-1 0 0,1 1 0,0-1 0,0 1 0,0 1 0,1 0 0,0 0 0,-7 10 0,6-7-114,0 1 1,0 1-1,1-1 0,1 1 0,0 1 1,1-1-1,0 1 0,1 0 0,0 0 1,1 0-1,-1 15 0,5-4-6712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 62 24575,'0'-59'0,"-4"56"0,0 11 0,-2 14 0,5 25 0,1 0 0,7 51 0,-1-28 0,-4-29 0,1 0 0,3 0 0,1-1 0,2 0 0,22 61 0,-29-96 8,0 0 0,0 0 0,1-1 0,0 1 0,0-1 0,0 1 0,1-1 0,-1 0 0,1-1 0,0 1 0,0 0 0,0-1 0,1 0 0,4 3 0,-6-5-61,-1 0 0,1 0 0,0-1 0,0 1 0,-1 0 0,1-1 0,0 0 0,0 0 0,0 0 0,0 0 0,-1 0 0,1 0 0,0-1-1,0 1 1,-1-1 0,1 0 0,0 0 0,-1 0 0,1 0 0,0 0 0,-1-1 0,0 1 0,1-1 0,-1 0 0,0 0 0,0 1 0,3-4 0,11-12-6773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24575,'4'0'0,"6"0"0,5 0 0,3 0 0,4-4 0,2-2 0,0-3 0,-3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0 24575,'4'8'0,"-1"1"0,0-1 0,0 1 0,2 13 0,-5 30 0,-9 71 0,0 4 0,7-81 0,1-23 0,0 1 0,1-1 0,2 1 0,4 24 0,-6-47 0,0 0 0,0 0 0,0-1 0,0 1 0,0 0 0,1 0 0,-1 0 0,0 0 0,0-1 0,1 1 0,-1 0 0,1 0 0,-1-1 0,1 1 0,-1 0 0,1-1 0,-1 1 0,1 0 0,-1-1 0,1 1 0,0-1 0,-1 1 0,1-1 0,0 1 0,0-1 0,-1 0 0,1 1 0,0-1 0,0 0 0,0 0 0,1 1 0,0-2 0,0 1 0,-1-1 0,1 1 0,0-1 0,0 0 0,-1 0 0,1 0 0,0 0 0,-1 0 0,1 0 0,-1 0 0,0 0 0,3-3 0,34-47 0,-16 14 0,-15 23 0,0 1 0,1 0 0,1 1 0,17-20 0,-26 32 0,0-1 0,1 1 0,-1 0 0,1-1 0,-1 1 0,1-1 0,-1 1 0,1 0 0,-1-1 0,1 1 0,-1 0 0,1 0 0,0-1 0,-1 1 0,1 0 0,-1 0 0,1 0 0,0 0 0,-1 0 0,1 0 0,-1 0 0,1 0 0,0 0 0,-1 0 0,1 0 0,0 0 0,-1 0 0,1 0 0,-1 1 0,2-1 0,11 19 0,1 33 0,-13-49 0,9 43-1365,-3-29-5461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 24575,'-1'1'0,"1"1"0,0-1 0,0 1 0,0-1 0,0 1 0,0-1 0,1 1 0,-1-1 0,0 1 0,1-1 0,-1 1 0,1-1 0,-1 1 0,1-1 0,0 0 0,0 1 0,0-1 0,0 0 0,-1 0 0,2 1 0,-1-1 0,0 0 0,0 0 0,0 0 0,0 0 0,1-1 0,-1 1 0,0 0 0,1 0 0,-1-1 0,1 1 0,-1-1 0,0 1 0,1-1 0,0 0 0,-1 1 0,1-1 0,-1 0 0,1 0 0,-1 0 0,1 0 0,-1-1 0,1 1 0,-1 0 0,1 0 0,2-2 0,0 1 0,0 0 0,0 0 0,0-1 0,-1 0 0,1 1 0,0-2 0,-1 1 0,1 0 0,-1-1 0,1 1 0,-1-1 0,0 0 0,0 0 0,-1 0 0,1 0 0,4-7 0,-6 8 0,-1 1 0,1 0 0,0-1 0,0 1 0,-1-1 0,1 1 0,-1-1 0,1 1 0,-1-1 0,0 1 0,0-1 0,0 1 0,1-1 0,-1 1 0,-1-1 0,1 0 0,0 1 0,0-1 0,-1 1 0,1-1 0,0 1 0,-1-1 0,0 1 0,1-1 0,-1 1 0,0 0 0,0-1 0,1 1 0,-1 0 0,0 0 0,0 0 0,-1-1 0,1 1 0,0 0 0,0 0 0,0 1 0,-3-3 0,2 3 0,-1-1 0,1 0 0,-1 1 0,1 0 0,0-1 0,-1 1 0,1 0 0,-1 0 0,1 1 0,-1-1 0,1 0 0,0 1 0,-1-1 0,1 1 0,-1 0 0,1 0 0,0 0 0,0 0 0,0 0 0,0 0 0,0 1 0,0-1 0,0 1 0,-2 1 0,0 2 0,0 0 0,0 1 0,1-1 0,0 1 0,0-1 0,0 1 0,1 0 0,0 0 0,0 0 0,0 0 0,1 1 0,0-1 0,0 0 0,1 1 0,0-1 0,0 1 0,0-1 0,1 0 0,0 1 0,0-1 0,0 0 0,5 11 0,-6-13 0,1-1 0,1 1 0,-1 0 0,0-1 0,1 1 0,0-1 0,0 1 0,0-1 0,0 0 0,1 0 0,-1 0 0,1 0 0,0 0 0,-1-1 0,1 1 0,1-1 0,-1 0 0,0 0 0,0 0 0,1 0 0,-1 0 0,1-1 0,0 1 0,-1-1 0,1 0 0,0 0 0,0-1 0,0 1 0,0-1 0,-1 0 0,1 0 0,0 0 0,0 0 0,0-1 0,0 0 0,0 1 0,5-3 0,23-12-1365,-2-2-5461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0 106 24575,'4'0'0,"5"4"0,2 5 0,2 2 0,0 2 0,-3 4 0,1-2 0,3-3 0,-2-7 0,3-10 0,1-7 0,-1-10 0,1-5 0,1-2 0,-1-5 0,0 0 0,-3 6-8191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12 24575,'0'27'0,"-1"-13"0,0 0 0,1-1 0,1 1 0,0 0 0,1 0 0,0-1 0,1 1 0,1-1 0,9 23 0,-12-34 0,-1-1 0,1 0 0,-1 0 0,1 1 0,0-1 0,0 0 0,0 0 0,0 0 0,0 0 0,0 0 0,0 0 0,0 0 0,0-1 0,0 1 0,0 0 0,0 0 0,1-1 0,-1 1 0,0-1 0,0 1 0,1-1 0,-1 0 0,0 1 0,1-1 0,-1 0 0,1 0 0,-1 0 0,0 0 0,2 0 0,0-1 0,0-1 0,1 1 0,-1 0 0,-1-1 0,1 0 0,0 0 0,0 0 0,-1 0 0,1 0 0,-1 0 0,4-5 0,6-8 0,-1 0 0,0 0 0,9-21 0,-16 28 0,-3 5 0,0 0 0,1 1 0,-1-1 0,0 0 0,1 0 0,0 1 0,0-1 0,0 1 0,0-1 0,0 1 0,0 0 0,0 0 0,1 0 0,3-3 0,-5 8 0,1-1 0,-1 0 0,1 0 0,-1 1 0,0-1 0,0 0 0,0 1 0,0 0 0,0-1 0,-1 1 0,1-1 0,-1 1 0,0 0 0,1-1 0,-2 5 0,3 4 0,-2-9 0,0 0 0,1-1 0,-1 1 0,0 0 0,1 0 0,-1 0 0,1-1 0,0 1 0,-1 0 0,1-1 0,0 1 0,0 0 0,0-1 0,0 0 0,0 1 0,1-1 0,-1 1 0,0-1 0,1 0 0,-1 0 0,1 0 0,-1 0 0,3 1 0,-3-2 0,1 0 0,0 0 0,-1-1 0,1 1 0,-1 0 0,1-1 0,-1 1 0,1-1 0,-1 0 0,1 1 0,-1-1 0,1 0 0,-1 0 0,0 0 0,1 0 0,-1 0 0,0 0 0,0 0 0,0-1 0,1 0 0,9-12 0,-1 0 0,-1 0 0,11-23 0,-20 37 0,17-32-1365,-1 4-5461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24575,'0'4'0,"0"6"0,0 4 0,0 5 0,0 3 0,0 1 0,0 2 0,0 0 0,4-4 0,2-10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24575,'0'-5'0,"4"0"0,1 4 0,4 2 0,1 1-8191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149 9 24575,'-21'-4'0,"20"3"0,0 0 0,0 1 0,0-1 0,0 1 0,0 0 0,0-1 0,0 1 0,0 0 0,0 0 0,-1-1 0,1 1 0,0 0 0,0 0 0,0 0 0,0 0 0,-1 1 0,1-1 0,0 0 0,0 0 0,0 1 0,0-1 0,0 1 0,0-1 0,0 1 0,0-1 0,0 1 0,0 0 0,0-1 0,0 1 0,0 0 0,0 0 0,1 0 0,-1 0 0,0-1 0,1 1 0,-1 0 0,0 0 0,1 0 0,-1 2 0,-2 5 0,0-1 0,1 0 0,0 0 0,1 1 0,-1 0 0,1-1 0,1 1 0,-1-1 0,2 1 0,1 15 0,-1-14 0,-1 0 0,0 0 0,0 0 0,0-1 0,-1 1 0,-1 0 0,-2 9 0,4-17 4,0 0 0,0 0-1,-1 0 1,1 0 0,0 0 0,-1 0-1,1 0 1,-1 0 0,0-1 0,1 1-1,-1 0 1,1 0 0,-1 0 0,0-1-1,0 1 1,0 0 0,1-1 0,-1 1-1,0-1 1,0 1 0,0-1 0,0 1-1,0-1 1,0 1 0,0-1 0,0 0-1,0 0 1,0 0 0,0 1 0,0-1-1,-2 0 1,0-1-169,0 0 0,-1 0 0,1 0 0,0 0 0,0-1 0,0 1 0,0-1 0,-4-3 0,-6-4-6661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02.57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1 125 24575,'13'-2'0,"0"0"0,-1-1 0,1 0 0,-1-1 0,1 0 0,17-10 0,7-1 0,13-13 0,-48 27 0,-1 0 0,1-1 0,0 1 0,-1-1 0,0 1 0,1-1 0,-1 0 0,0 1 0,0-1 0,1 0 0,0-3 0,-2 5 0,0-1 0,0 0 0,0 0 0,0 0 0,0 0 0,0 1 0,0-1 0,0 0 0,0 0 0,0 0 0,0 1 0,-1-1 0,1 0 0,0 0 0,-1 0 0,1 1 0,0-1 0,-1 0 0,1 1 0,-1-1 0,1 0 0,-1 1 0,0-1 0,1 1 0,-1-1 0,1 0 0,-1 1 0,0 0 0,-1-1 0,-1-1 0,0 1 0,-1 0 0,1 0 0,-1 0 0,1 1 0,-1-1 0,1 1 0,-1 0 0,0 0 0,1 0 0,-1 1 0,1-1 0,-1 1 0,1 0 0,-1 0 0,1 0 0,0 0 0,-1 1 0,1-1 0,0 1 0,0 0 0,0 0 0,0 0 0,0 0 0,1 0 0,-1 1 0,-4 4 0,5-5 0,0 0 0,1 0 0,-1 0 0,0 1 0,1-1 0,-1 1 0,1-1 0,0 1 0,0-1 0,0 1 0,0-1 0,0 1 0,0 0 0,1 0 0,-1 4 0,1-5 0,0 0 0,1 0 0,-1 0 0,1 0 0,-1 0 0,1 0 0,0 0 0,0-1 0,0 1 0,0 0 0,0-1 0,0 1 0,0 0 0,1-1 0,-1 1 0,1-1 0,-1 0 0,1 1 0,-1-1 0,1 0 0,0 0 0,-1 0 0,1 0 0,3 1 0,6 1-97,1 1-1,-1-2 1,1 1-1,-1-2 1,1 1-1,-1-2 1,1 0-1,0 0 1,0-1-1,-1 0 1,1-1-1,-1 0 0,23-8 1,-6-1-6729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46 24575,'-31'-11'0,"29"10"0,1 0 0,0 0 0,-1 0 0,0 1 0,1-1 0,-1 0 0,1 0 0,-1 1 0,0-1 0,1 1 0,-1 0 0,0-1 0,0 1 0,1 0 0,-1 0 0,0 0 0,0 0 0,1 0 0,-1 0 0,0 1 0,0-1 0,1 1 0,-1-1 0,0 1 0,1 0 0,-1-1 0,1 1 0,-1 0 0,1 0 0,-3 2 0,-1 2 0,1 1 0,0-1 0,0 1 0,0 0 0,1 0 0,0 0 0,0 0 0,0 1 0,1-1 0,0 1 0,0 0 0,1-1 0,0 1 0,0 0 0,1 0 0,0 0 0,0 0 0,0 0 0,1-1 0,0 1 0,2 8 0,-1-5 0,1 0 0,0 0 0,0 0 0,1-1 0,0 0 0,0 0 0,1 0 0,1 0 0,-1-1 0,1 0 0,1 0 0,0 0 0,14 12 0,-17-17 0,1 1 0,-1-1 0,1 0 0,0-1 0,0 1 0,1-1 0,-1 0 0,0 0 0,1-1 0,-1 1 0,1-1 0,0 0 0,-1-1 0,1 0 0,0 0 0,-1 0 0,1 0 0,0-1 0,-1 0 0,1 0 0,-1 0 0,1-1 0,-1 0 0,0 0 0,0 0 0,1-1 0,-1 0 0,-1 0 0,1 0 0,0 0 0,-1-1 0,0 0 0,0 0 0,0 0 0,4-6 0,-1 2 0,-1 0 0,0 0 0,0 0 0,-1-1 0,0 0 0,-1 0 0,0 0 0,-1-1 0,0 0 0,0 1 0,-1-1 0,0 0 0,0 0 0,-1 0 0,-1 0 0,0 0 0,0-1 0,-1 1 0,-3-15 0,3 20 0,0 0 0,-1 0 0,0 0 0,0 1 0,0-1 0,-1 0 0,1 1 0,-1-1 0,0 1 0,0 0 0,-1 0 0,1 0 0,-1 1 0,0-1 0,0 1 0,0 0 0,0 0 0,-1 0 0,1 0 0,-1 1 0,0 0 0,1 0 0,-1 0 0,0 1 0,0-1 0,0 1 0,-1 1 0,1-1 0,0 0 0,0 1 0,0 0 0,0 1 0,-1-1 0,1 1 0,0 0 0,0 0 0,0 0 0,0 1 0,0 0 0,0 0 0,-5 3 0,-6 5-1365,1-2-5461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33 141 24575,'0'0'0,"0"1"0,0-1 0,0 0 0,0 0 0,0 1 0,0-1 0,0 0 0,0 0 0,0 1 0,0-1 0,0 0 0,0 0 0,0 1 0,0-1 0,0 0 0,0 0 0,0 1 0,0-1 0,0 0 0,0 0 0,0 1 0,0-1 0,-1 0 0,1 0 0,0 0 0,0 1 0,0-1 0,0 0 0,0 0 0,-1 0 0,1 1 0,0-1 0,0 0 0,0 0 0,-1 0 0,1 0 0,0 0 0,0 0 0,-1 1 0,1-1 0,0 0 0,0 0 0,-1 0 0,1 0 0,0 0 0,0 0 0,-1 0 0,1 0 0,-1 0 0,1-1 0,-1 1 0,1-1 0,0 1 0,-1-1 0,1 1 0,0-1 0,-1 0 0,1 1 0,0-1 0,0 0 0,0 1 0,0-1 0,-1 0 0,1 1 0,0-1 0,0 0 0,0 1 0,0-1 0,0 0 0,1 1 0,-1-1 0,0 1 0,0-1 0,1-1 0,1-6 0,0-1 0,1 1 0,0 0 0,1 1 0,0-1 0,0 0 0,1 1 0,0 0 0,0 0 0,0 0 0,1 1 0,0 0 0,0 0 0,1 0 0,0 1 0,0 0 0,12-7 0,-18 12 0,1-1 0,-1 1 0,0-1 0,0 1 0,0 0 0,0 0 0,0-1 0,1 1 0,-1 0 0,0 0 0,0 0 0,0 0 0,1 0 0,-1 1 0,0-1 0,0 0 0,0 0 0,0 1 0,1-1 0,-1 1 0,0-1 0,0 1 0,0-1 0,0 1 0,0 0 0,0-1 0,0 1 0,-1 0 0,1 0 0,0 0 0,0 0 0,0 0 0,-1 0 0,1 0 0,-1 0 0,1 0 0,-1 0 0,1 0 0,-1 0 0,1 0 0,-1 0 0,0 1 0,0-1 0,1 0 0,-1 0 0,0 0 0,0 2 0,0 4 0,1 0 0,-1-1 0,0 1 0,0 0 0,-1 0 0,0 0 0,-1 6 0,-10 20 0,-1-1 0,-2-1 0,-1-1 0,-24 36 0,-13 22 0,52-85 0,-1-1 0,1 1 0,-1 0 0,1 0 0,0-1 0,0 1 0,0 0 0,0 0 0,1 0 0,-1 0 0,1 0 0,0 0 0,-1 0 0,2 0 0,-1 0 0,1 6 0,0-7 0,0-1 0,0 0 0,1 1 0,-1-1 0,0 0 0,1 0 0,-1 0 0,1 0 0,-1 0 0,1 0 0,-1 0 0,1 0 0,0-1 0,-1 1 0,1-1 0,0 1 0,0-1 0,-1 0 0,1 1 0,0-1 0,0 0 0,0 0 0,-1-1 0,1 1 0,0 0 0,0 0 0,-1-1 0,1 1 0,3-2 0,102-2-1365,-93 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24575,'0'5'0,"0"5"0,0 5 0,0 5 0,0 3 0,0 2 0,0 1 0,0 1 0,0-1 0,-4-4 0,-2-6-8191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24575,'-24'49'0,"18"-33"0,1 0 0,0 1 0,2 0 0,0-1 0,-1 22 0,3-35 0,1 1 0,0-1 0,1 1 0,-1-1 0,1 1 0,-1-1 0,1 1 0,0-1 0,0 0 0,0 1 0,1-1 0,-1 0 0,4 6 0,-3-8 0,0 1 0,-1-1 0,1 0 0,0 0 0,0 0 0,0 1 0,0-2 0,0 1 0,0 0 0,0 0 0,0-1 0,0 1 0,0-1 0,0 1 0,0-1 0,0 0 0,1 0 0,-1 0 0,0 0 0,0 0 0,0-1 0,0 1 0,0-1 0,4-1 0,26-12 0,-27 11 0,1 0 0,0 0 0,-1 1 0,1 0 0,0 0 0,8-1 0,-13 2 0,0 1 0,1 0 0,-1 1 0,0-1 0,0 0 0,1 0 0,-1 0 0,0 1 0,0-1 0,0 1 0,0-1 0,1 1 0,-1-1 0,0 1 0,0 0 0,0-1 0,0 1 0,0 0 0,-1 0 0,1 0 0,0 0 0,0-1 0,0 1 0,-1 0 0,1 1 0,0-1 0,-1 0 0,1 0 0,-1 0 0,0 0 0,1 0 0,-1 1 0,0-1 0,1 0 0,-1 0 0,0 2 0,4 65 106,-4-55-473,0 0-1,1 0 0,4 23 0,0-19-6458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24575,'-5'0'0,"0"4"0,-1 6 0,2 6 0,-4 3 0,1 5 0,0 1 0,2 1 0,6-4 0,3-6-8191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17 24575,'0'-1'0,"0"0"0,0 1 0,-1-1 0,1 0 0,0 1 0,0-1 0,0 0 0,0 1 0,0-1 0,-1 0 0,1 1 0,0-1 0,-1 1 0,1-1 0,0 1 0,-1-1 0,1 0 0,-1 1 0,1-1 0,-1 1 0,1 0 0,-1-1 0,1 1 0,-1-1 0,1 1 0,-1 0 0,1 0 0,-1-1 0,0 1 0,1 0 0,-1 0 0,0-1 0,1 1 0,-1 0 0,0 0 0,1 0 0,-1 0 0,0 0 0,1 0 0,-1 0 0,0 0 0,1 1 0,-1-1 0,1 0 0,-1 0 0,0 0 0,1 1 0,-1-1 0,1 0 0,-1 1 0,-1 0 0,-30 18 0,20-8 0,1 0 0,0 1 0,1 1 0,1 0 0,0 0 0,0 1 0,2 0 0,0 1 0,0-1 0,1 1 0,-6 24 0,8-21 0,0-1 0,1 0 0,1 1 0,1 0 0,0-1 0,1 1 0,1 0 0,1-1 0,0 1 0,7 23 0,-8-37 0,0 0 0,1-1 0,-1 1 0,1 0 0,0-1 0,0 1 0,0-1 0,0 0 0,1 0 0,-1 1 0,1-2 0,0 1 0,0 0 0,0-1 0,0 1 0,0-1 0,1 0 0,-1 0 0,1 0 0,0 0 0,3 1 0,-4-3 0,0 0 0,-1 1 0,1-1 0,0 0 0,0 0 0,-1 0 0,1-1 0,0 1 0,-1-1 0,1 1 0,0-1 0,-1 0 0,1 0 0,-1 0 0,1-1 0,-1 1 0,0 0 0,1-1 0,-1 0 0,0 1 0,0-1 0,0 0 0,0 0 0,0 0 0,-1 0 0,1 0 0,-1-1 0,1 1 0,-1-1 0,0 1 0,2-5 0,-2 5 0,0 0 0,0 0 0,0 0 0,0-1 0,0 1 0,0 0 0,-1 0 0,1-1 0,-1 1 0,0 0 0,0-1 0,0 1 0,0-1 0,0 1 0,0 0 0,0-1 0,-2-2 0,2 4 0,-1-1 0,0 1 0,0 0 0,0 0 0,0 0 0,0 0 0,0 0 0,0 0 0,0 0 0,0 0 0,0 0 0,-1 0 0,1 0 0,0 1 0,-1-1 0,1 0 0,0 1 0,-1 0 0,1-1 0,-3 0 0,-2 1 0,0-1 0,1 1 0,-1 0 0,0 1 0,0-1 0,0 1 0,1 0 0,-1 1 0,0-1 0,1 1 0,0 0 0,-10 5 0,11-4-85,-1 0 0,0 0-1,1 0 1,0 1 0,0 0-1,0-1 1,0 1 0,0 1-1,1-1 1,0 1 0,0-1-1,0 1 1,0 0 0,1 0-1,-3 9 1,-1 6-6741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24575,'0'5'0,"0"5"0,-4 5 0,-2 5 0,0 3 0,-3 2 0,1 1 0,0 1 0,3-1 0,6-4 0,2-6-8191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155 126 24575,'3'3'0,"0"0"0,0-1 0,0 1 0,0-1 0,0 0 0,1 0 0,-1 0 0,1 0 0,-1-1 0,1 1 0,0-1 0,-1 0 0,1 0 0,0-1 0,0 1 0,0-1 0,7 1 0,-9-2 0,1 1 0,-1-1 0,1 1 0,-1-1 0,1 0 0,-1 0 0,0 0 0,1-1 0,-1 1 0,0 0 0,0-1 0,0 1 0,0-1 0,0 0 0,0 0 0,-1 0 0,1 0 0,0 0 0,-1 0 0,0 0 0,1 0 0,-1-1 0,0 1 0,0 0 0,0-1 0,-1 1 0,1-1 0,0-2 0,0 2 0,-1-1 0,1 1 0,-1-1 0,0 1 0,0-1 0,0 1 0,0-1 0,0 1 0,-1-1 0,0 1 0,0 0 0,0-1 0,0 1 0,0 0 0,-1-1 0,1 1 0,-1 0 0,0 0 0,0 0 0,0 1 0,0-1 0,0 0 0,-1 1 0,1-1 0,-1 1 0,0 0 0,0 0 0,0 0 0,0 0 0,0 1 0,0-1 0,0 1 0,0-1 0,-1 1 0,1 0 0,-1 1 0,-4-2 0,4 1 0,0 0 0,-1 1 0,1-1 0,0 1 0,-1 0 0,1 0 0,-1 0 0,1 0 0,-1 1 0,1 0 0,0 0 0,-1 0 0,1 1 0,0-1 0,0 1 0,0 0 0,0 0 0,0 0 0,0 1 0,1-1 0,-1 1 0,1 0 0,0 0 0,0 0 0,0 1 0,0-1 0,0 1 0,1-1 0,-5 8 0,4 0 0,1-1 0,-1 1 0,1 0 0,1 0 0,0 0 0,1 0 0,0-1 0,1 1 0,0 0 0,0 0 0,1 0 0,4 11 0,4 13 0,1-1 0,21 43 0,-24-60 0,-1-5 0,-1 1 0,-1 1 0,0-1 0,4 18 0,-8-29 0,-1 0 0,1 1 0,-1-1 0,0 0 0,0 1 0,0-1 0,0 0 0,0 1 0,0-1 0,0 0 0,-1 0 0,1 1 0,-1-1 0,0 0 0,1 0 0,-1 1 0,0-1 0,0 0 0,-1 0 0,1 0 0,0 0 0,-1-1 0,1 1 0,-1 0 0,1 0 0,-1-1 0,0 1 0,0-1 0,0 0 0,0 0 0,0 1 0,-4 0 0,3-1 0,1 0 0,-1 0 0,0 0 0,0 0 0,0-1 0,0 0 0,0 1 0,0-1 0,0 0 0,0-1 0,0 1 0,0-1 0,0 1 0,0-1 0,0 0 0,0 0 0,0 0 0,-3-2 0,1 0 0,0 0 0,0 0 0,1-1 0,-1 0 0,1 0 0,0 0 0,0 0 0,0-1 0,-3-5 0,1 2 0,1 0 0,1 0 0,0-1 0,0 1 0,0-1 0,1 0 0,0 0 0,1-1 0,0 1 0,1 0 0,-1-16 0,2 18-151,1 0-1,0 0 0,1 0 0,-1 0 1,1 0-1,1 0 0,-1 0 1,6-8-1,3-1-6674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39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24575,'2'0'0,"0"-1"0,0 0 0,0 1 0,0-1 0,0 0 0,0 0 0,0 0 0,-1 0 0,1 0 0,0 0 0,0 0 0,-1-1 0,1 1 0,-1-1 0,1 1 0,1-3 0,24-33 0,-18 23 0,10-15 0,-1 0 0,17-40 0,-20 38 0,1 0 0,21-29 0,-36 59 0,-1 1 0,0-1 0,0 1 0,1-1 0,-1 1 0,0-1 0,1 1 0,-1-1 0,0 1 0,1-1 0,-1 1 0,1 0 0,-1-1 0,1 1 0,-1 0 0,1-1 0,-1 1 0,1 0 0,-1 0 0,1-1 0,-1 1 0,1 0 0,-1 0 0,1 0 0,0 0 0,-1 0 0,1 0 0,0 0 0,6 14 0,-5 34 0,-3-42 0,-2 104 0,5 144 0,1-206 0,-4 82 0,0-86 4,-6 38-1373,2-60-5457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24575,'53'20'0,"-28"-13"0,25 8 0,66 11 0,-97-23 0,1-2 0,-1 0 0,0-1 0,0 0 0,0-2 0,0 0 0,20-6 0,-29 5-195,0 0 0,0 0 0,-1-1 0,1-1 0,-1 1 0,14-10 0,-8 3-6631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3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24575,'-24'48'0,"-63"161"0,86-204 0,-1 0 0,1 0 0,-1 0 0,1 0 0,1 0 0,-1 0 0,1 1 0,0-1 0,0 0 0,0 0 0,3 9 0,-3-12 0,1 0 0,0-1 0,0 1 0,0 0 0,-1-1 0,2 1 0,-1-1 0,0 1 0,0-1 0,0 1 0,1-1 0,-1 0 0,1 0 0,-1 0 0,1 0 0,-1 0 0,1 0 0,0 0 0,0 0 0,-1 0 0,1-1 0,0 1 0,0-1 0,0 1 0,0-1 0,-1 0 0,1 0 0,0 0 0,0 0 0,0 0 0,0 0 0,0-1 0,0 1 0,-1 0 0,3-2 0,50-15 0,-45 13 0,0 1 0,1 0 0,-1 0 0,1 1 0,0 0 0,-1 0 0,11 0 0,-18 3 0,0-1 0,0 0 0,0 0 0,0 1 0,0-1 0,0 1 0,0 0 0,0 0 0,-1-1 0,1 1 0,0 0 0,0 0 0,-1 1 0,1-1 0,-1 0 0,3 2 0,-2 0 0,0 0 0,-1 0 0,1 1 0,0-1 0,-1 0 0,1 0 0,-1 1 0,0-1 0,-1 1 0,1-1 0,0 8 0,1 17 0,-2 0 0,-1 0 0,-2 0 0,-8 39 0,-1 15 0,10-47 25,-4 22-1415,1-40-5436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3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50 24575,'-1'0'0,"-1"1"0,0-1 0,1 1 0,-1-1 0,1 1 0,-1 0 0,1 0 0,-1 0 0,1 0 0,0 0 0,-1 0 0,1 0 0,0 0 0,0 1 0,0-1 0,0 0 0,0 1 0,0-1 0,0 1 0,0-1 0,0 1 0,1-1 0,-2 4 0,-8 39 0,10-35 0,1 1 0,-1-1 0,2 0 0,-1 1 0,1-1 0,1 0 0,-1 0 0,1 0 0,1-1 0,0 1 0,5 9 0,-7-16 0,0 1 0,0-1 0,0 1 0,0-1 0,1 1 0,-1-1 0,1 0 0,-1 0 0,1 0 0,0-1 0,0 1 0,0-1 0,-1 1 0,1-1 0,1 0 0,-1 0 0,0 0 0,0 0 0,0-1 0,0 0 0,1 1 0,-1-1 0,0 0 0,0 0 0,1-1 0,-1 1 0,0-1 0,0 1 0,0-1 0,1 0 0,-1 0 0,0-1 0,0 1 0,4-3 0,-2 0 0,0 0 0,0 0 0,0 0 0,-1-1 0,1 1 0,-1-1 0,-1 0 0,1 0 0,0 0 0,-1-1 0,0 1 0,-1-1 0,1 0 0,-1 0 0,0 0 0,0 0 0,-1 0 0,0 0 0,0 0 0,0 0 0,-1-1 0,0-6 0,0 7 0,0 1 0,0-1 0,0 0 0,-1 1 0,1-1 0,-1 1 0,-1-1 0,1 1 0,-1-1 0,0 1 0,0 0 0,0 0 0,-1 0 0,0 0 0,0 0 0,0 0 0,-1 1 0,1 0 0,-1-1 0,0 1 0,-1 1 0,1-1 0,0 1 0,-1-1 0,-5-2 0,6 5 0,0 0 0,0 0 0,0 0 0,-1 0 0,1 1 0,0 0 0,-1 0 0,1 0 0,0 0 0,0 1 0,-1-1 0,1 1 0,0 0 0,0 0 0,0 1 0,0-1 0,0 1 0,0 0 0,0 0 0,1 0 0,-1 1 0,1-1 0,0 1 0,-1 0 0,1 0 0,0 0 0,0 0 0,1 0 0,-1 1 0,1 0 0,0-1 0,0 1 0,0 0 0,0 0 0,1 0 0,-1 0 0,1 0 0,0 0 0,0 0 0,1 1 0,-1 5 0,2 15-1365,2-2-5461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4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0 24575,'-1'1'0,"1"-1"0,-1 0 0,0 0 0,1 1 0,-1-1 0,0 1 0,1-1 0,-1 0 0,1 1 0,-1-1 0,1 1 0,-1-1 0,1 1 0,-1 0 0,1-1 0,0 1 0,-1-1 0,1 1 0,0 0 0,-1-1 0,1 1 0,0 0 0,0-1 0,-1 1 0,1 0 0,0-1 0,0 1 0,0 0 0,0 0 0,0-1 0,0 1 0,0 0 0,1-1 0,-1 1 0,0 0 0,0 0 0,0-1 0,1 1 0,-1 0 0,1 0 0,12 41 0,-10-33 0,16 54 0,5 13 0,24 135 0,-47-203 0,-1 1 0,0 0 0,-1 0 0,0 0 0,0-1 0,-1 1 0,0-1 0,0 1 0,-1-1 0,0 1 0,0-1 0,-1 0 0,0-1 0,-1 1 0,0-1 0,-10 13 0,11-15 0,-1 0 0,1 0 0,-1-1 0,0 0 0,0 0 0,-1 0 0,1 0 0,-1-1 0,0 0 0,0 0 0,0 0 0,0-1 0,0 0 0,-1 0 0,1-1 0,0 0 0,-1 0 0,1 0 0,-1-1 0,0 0 0,1 0 0,-1-1 0,-8-1 0,10 1 9,0-1-1,0 0 1,1 0-1,-1 0 1,1-1 0,-1 0-1,1 1 1,0-1-1,0-1 1,0 1-1,0-1 1,1 1-1,-4-6 1,-3-4-504,2 0 0,-15-28 0,10 14-6331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6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103 271 24575,'7'-1'0,"0"0"0,0 0 0,0-1 0,0 0 0,0-1 0,0 1 0,-1-1 0,1-1 0,-1 1 0,0-1 0,0 0 0,0 0 0,0-1 0,-1 0 0,0 0 0,0 0 0,0-1 0,-1 1 0,1-1 0,-1 0 0,3-8 0,-4 10 0,-1-1 0,0 1 0,0 0 0,0-1 0,-1 0 0,1 1 0,-1-1 0,0 0 0,-1 0 0,1 1 0,-1-1 0,0 0 0,0 0 0,0 0 0,-1 0 0,0 1 0,0-1 0,0 0 0,0 0 0,-1 1 0,0-1 0,0 1 0,0 0 0,0-1 0,-1 1 0,1 0 0,-1 0 0,0 1 0,-1-1 0,1 1 0,-1-1 0,1 1 0,-1 0 0,-7-4 0,8 4 0,-1 0 0,0 1 0,0-1 0,-1 1 0,1 0 0,0 0 0,-1 1 0,1-1 0,-1 1 0,0 0 0,1 0 0,-6 0 0,7 1 0,1 1 0,-1-1 0,0 1 0,1 0 0,-1 0 0,1 0 0,0 0 0,-1 0 0,1 1 0,0-1 0,0 1 0,-1 0 0,1-1 0,0 1 0,1 0 0,-1 0 0,0 0 0,1 0 0,-1 0 0,1 1 0,-1-1 0,0 4 0,-4 4 0,2 0 0,-1 0 0,2 0 0,-1 1 0,1 0 0,1-1 0,0 1 0,1 0 0,0 0 0,0 0 0,1 0 0,0 0 0,1 0 0,1 0 0,0 0 0,5 18 0,1-6 0,1-1 0,1 0 0,1 0 0,1-1 0,1-1 0,26 32 0,79 100 0,-116-149 0,0-1 0,0 1 0,0 0 0,0 0 0,0 0 0,-1 0 0,1 0 0,-1 0 0,0 0 0,0 1 0,0-1 0,0 0 0,-1 1 0,1-1 0,-1 1 0,0-1 0,0 0 0,0 1 0,-1-1 0,1 1 0,-1-1 0,1 0 0,-1 1 0,0-1 0,-1 0 0,1 0 0,0 1 0,-1-1 0,0 0 0,0-1 0,0 1 0,0 0 0,0-1 0,0 1 0,-1-1 0,1 1 0,-1-1 0,0 0 0,0 0 0,0 0 0,0-1 0,-6 3 0,1 1 0,0-1 0,-1-1 0,0 0 0,0 0 0,0 0 0,0-2 0,-1 1 0,1-1 0,-1 0 0,1-1 0,0 0 0,-1 0 0,1-1 0,-18-4 0,21 3 0,1 0 0,-1 0 0,0-1 0,1 0 0,-1 0 0,1-1 0,0 1 0,0-1 0,0 0 0,0 0 0,1-1 0,0 1 0,0-1 0,0 0 0,1 0 0,-1-1 0,1 1 0,0-1 0,1 1 0,-1-1 0,1 0 0,0 0 0,1 0 0,0 0 0,-1-1 0,1-7 0,1 3 0,0 1 0,0-1 0,1 1 0,1-1 0,-1 1 0,2 0 0,0-1 0,0 1 0,0 0 0,2 1 0,-1-1 0,1 1 0,0 0 0,13-17 0,53-59-1365,-49 57-5461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528 0 24575,'-2'0'0,"0"1"0,0 0 0,0-1 0,0 1 0,0 0 0,0 0 0,0 0 0,0 0 0,0 0 0,0 0 0,1 1 0,-1-1 0,1 1 0,-1-1 0,1 1 0,-1 0 0,0 1 0,-25 37 0,22-30 0,-144 221 0,-58 98 0,200-317-90,-82 132-1185,79-131-5551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24575,'-1'9'0,"-1"-1"0,0 1 0,0-1 0,-1 0 0,0 1 0,-5 9 0,-3 6 0,0 6 0,-22 63 0,31-87 0,1 0 0,-1 1 0,1-1 0,0 1 0,1 0 0,0-1 0,0 1 0,0-1 0,1 1 0,0-1 0,2 10 0,-2-13 0,1 0 0,0-1 0,-1 1 0,1-1 0,0 0 0,0 1 0,0-1 0,1 0 0,-1 0 0,0-1 0,1 1 0,-1 0 0,1-1 0,0 1 0,-1-1 0,1 0 0,0 0 0,0 0 0,0 0 0,0-1 0,0 1 0,0-1 0,0 1 0,0-1 0,0 0 0,0 0 0,0-1 0,0 1 0,0-1 0,4-1 0,7 0 0,0-1 0,0-1 0,-1-1 0,1 0 0,14-8 0,-15 6-195,0-2 0,-1 1 0,0-2 0,-1 0 0,1 0 0,8-12 0,8-10-6631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1 24575,'-9'15'0,"-1"15"0,6-11 0,1 0 0,1 1 0,1-1 0,0 0 0,2 1 0,0-1 0,7 36 0,-8-54 3,1 0 1,-1 1-1,1-1 0,0 1 0,-1-1 1,1 0-1,0 1 0,0-1 0,0 0 1,0 0-1,0 0 0,0 0 0,0 1 1,0-1-1,0-1 0,0 1 0,1 0 1,-1 0-1,0 0 0,1-1 0,-1 1 0,0-1 1,1 1-1,-1-1 0,1 1 0,-1-1 1,1 0-1,-1 0 0,1 0 0,-1 0 1,1 0-1,-1 0 0,1 0 0,-1 0 1,1-1-1,2 0 0,2-1-215,1-1 0,-1 1 0,0-2-1,0 1 1,0-1 0,9-7 0,2-3-6614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24575,'0'4'0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7 472 24575,'1'-4'0,"1"0"0,0 0 0,0 1 0,0-1 0,0 1 0,1-1 0,-1 1 0,1 0 0,5-4 0,3-5 0,4-7 0,18-24 0,44-70 0,-69 99 0,-1 0 0,0-1 0,-1 0 0,-1 0 0,0 0 0,-1-1 0,0 1 0,-1-1 0,1-28 0,-4 41 0,0 1 0,0-1 0,0 0 0,0 0 0,0 1 0,0-1 0,-1 1 0,1-1 0,-1 0 0,0 1 0,0-1 0,0 1 0,0-1 0,0 1 0,-1 0 0,1-1 0,-1 1 0,1 0 0,-1 0 0,0 0 0,0 0 0,0 0 0,0 1 0,0-1 0,0 0 0,0 1 0,-1 0 0,-1-2 0,1 3 0,0 0 0,1 0 0,-1 0 0,1 0 0,-1 0 0,1 1 0,-1-1 0,1 1 0,-1 0 0,1-1 0,-1 1 0,1 0 0,0 0 0,0 1 0,-1-1 0,1 0 0,0 1 0,0 0 0,0-1 0,0 1 0,1 0 0,-1 0 0,0 0 0,1 0 0,-1 0 0,1 0 0,0 0 0,0 1 0,-2 2 0,-9 22 0,0 0 0,1 0 0,2 1 0,-9 46 0,-11 123 0,20-129 0,-10 224 0,16-284-1365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0 151 24575,'4'-4'0,"6"-6"0,9 0 0,5-3 0,7 0 0,6-1 0,6 2 0,2-2 0,7-2 0,6-6 0,-6-1-8191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77 51 24575,'0'-8'0,"1"6"0,-1 0 0,0-1 0,0 1 0,1 0 0,-2 0 0,1-1 0,0 1 0,0 0 0,-1 0 0,1 0 0,-1 0 0,0-1 0,0 1 0,0 0 0,0 0 0,0 0 0,-2-3 0,2 5 0,1 0 0,-1 0 0,1 0 0,-1 0 0,1 0 0,-1 0 0,1 0 0,-1 0 0,1 0 0,-1 0 0,1 0 0,-1 1 0,1-1 0,-1 0 0,1 0 0,-1 1 0,1-1 0,0 0 0,-1 0 0,1 1 0,-1-1 0,1 0 0,0 1 0,-1-1 0,1 1 0,0-1 0,-1 0 0,1 1 0,0-1 0,0 1 0,0-1 0,-1 1 0,1-1 0,0 1 0,0 0 0,-8 18 0,-4 18 0,2 1 0,-9 75 0,17-89 0,0 0 0,2 1 0,0-1 0,2 0 0,9 46 0,-10-66-54,-1-1-1,1 1 0,0-1 1,0 1-1,0-1 1,1 0-1,-1 1 0,1-1 1,0 0-1,0 0 1,0 0-1,0-1 0,0 1 1,1 0-1,-1-1 0,1 1 1,0-1-1,0 0 1,0 0-1,0 0 0,0 0 1,0-1-1,0 1 1,5 1-1,6-3-6771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51 24575,'0'-5'0,"4"-4"0,6-2 0,5 2 0,4 2 0,2 2 0,3 2 0,0 2 0,-3 1-8191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4 24575,'0'-1'0,"-1"1"0,0-1 0,1 1 0,-1 0 0,0-1 0,0 1 0,1 0 0,-1 0 0,0-1 0,0 1 0,1 0 0,-1 0 0,0 0 0,0 0 0,1 0 0,-1 0 0,0 0 0,0 0 0,0 1 0,1-1 0,-1 0 0,0 0 0,1 1 0,-1-1 0,0 0 0,0 1 0,1-1 0,-1 0 0,0 1 0,1-1 0,-1 1 0,1-1 0,-1 1 0,1 0 0,-1-1 0,1 1 0,-1 0 0,1-1 0,0 1 0,-1 0 0,1-1 0,0 1 0,-1 0 0,1 0 0,0 0 0,-17 41 0,16-39 0,-57 205 0,51-172 0,2 0 0,1 0 0,2 71 0,2-105 0,0 0 0,0 0 0,0 0 0,0 0 0,1 0 0,-1 0 0,0 0 0,1 0 0,0 0 0,-1-1 0,1 1 0,0 0 0,0 0 0,0 0 0,0-1 0,2 3 0,-2-3 0,-1-1 0,1 0 0,0 0 0,0 0 0,-1 0 0,1 0 0,0 0 0,-1 0 0,1 0 0,0 0 0,0 0 0,-1 0 0,1 0 0,0 0 0,-1-1 0,1 1 0,0 0 0,-1 0 0,1-1 0,0 1 0,-1 0 0,1-1 0,-1 1 0,1-1 0,0 1 0,-1-1 0,1 1 0,0-2 0,4-4 0,1-1 0,-1 0 0,0 0 0,-1-1 0,7-12 0,0-10 0,11-25 0,-20 52 0,-1 0 0,1 0 0,0 0 0,0 0 0,0 1 0,0-1 0,0 0 0,0 1 0,1-1 0,-1 1 0,1 0 0,4-3 0,-6 5 0,0 0 0,0-1 0,0 1 0,0 0 0,0 0 0,0 0 0,0 0 0,0 0 0,0 0 0,0 0 0,0 0 0,0 0 0,0 1 0,0-1 0,0 0 0,0 0 0,-1 1 0,1-1 0,0 1 0,0-1 0,0 1 0,0-1 0,-1 1 0,1 0 0,0-1 0,0 1 0,-1 0 0,1-1 0,-1 1 0,1 0 0,-1 0 0,1 0 0,-1 0 0,1 0 0,0 1 0,15 39 0,-12-28 0,-3-8-124,2 0 0,-1 0 0,0 0 0,1 0 0,0-1 0,0 1-1,0-1 1,1 1 0,0-1 0,4 3 0,3 1-6702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24575,'8'-1'0,"-1"0"0,1 0 0,0-1 0,-1 0 0,1 0 0,-1-1 0,0 0 0,0 0 0,0 0 0,13-10 0,-9 6 0,-1-1 0,0 0 0,-1-1 0,1 0 0,14-19 0,-23 26 0,1 0 0,-1 0 0,0 0 0,1 0 0,-1-1 0,0 1 0,0 0 0,0-1 0,-1 1 0,1 0 0,-1-1 0,1 1 0,-1-1 0,0 1 0,0-1 0,0-2 0,0 3 0,0 1 0,-1 0 0,1-1 0,-1 1 0,1 0 0,-1-1 0,0 1 0,1 0 0,-1 0 0,0 0 0,0-1 0,0 1 0,0 0 0,0 0 0,0 0 0,0 0 0,0 1 0,0-1 0,-1 0 0,-1-1 0,0 1 0,1 1 0,-1-1 0,1 0 0,-1 1 0,1 0 0,-1 0 0,1-1 0,-1 1 0,0 1 0,1-1 0,-1 0 0,1 1 0,-1-1 0,1 1 0,-1 0 0,1 0 0,-1 0 0,1 0 0,0 0 0,0 1 0,-1-1 0,1 0 0,0 1 0,0 0 0,0 0 0,1-1 0,-1 1 0,0 0 0,-2 4 0,1-2 5,1 1 1,-1 0-1,1 0 0,0 0 0,0 0 0,0 0 1,0 0-1,1 0 0,0 0 0,0 1 1,1-1-1,-1 1 0,1-1 0,0 0 0,1 1 1,-1-1-1,1 0 0,0 1 0,1-1 0,-1 0 1,1 0-1,3 7 0,-3-9-51,0 1-1,-1-1 1,2 0-1,-1 0 1,0 0 0,1 0-1,-1 0 1,1 0-1,0-1 1,0 1 0,0-1-1,0 0 1,1 0-1,-1 0 1,0 0-1,1 0 1,-1-1 0,1 0-1,0 0 1,0 0-1,-1 0 1,1 0 0,0-1-1,0 0 1,0 1-1,-1-1 1,1-1 0,0 1-1,0-1 1,0 1-1,4-3 1,14-3-6780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0 24575,'0'4'0,"-4"6"0,-1 5 0,0 3 0,0 4 0,7-2 0,5-9 0,7-10 0,4-6 0,0-5 0,0-2 0,2-2 0,1 1 0,1 3 0,1 2 0,-3 4-8191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24575,'1'1'0,"-1"1"0,1 0 0,0-1 0,0 1 0,-1-1 0,1 1 0,0-1 0,0 1 0,0-1 0,0 0 0,1 1 0,-1-1 0,0 0 0,1 0 0,-1 0 0,0 0 0,1 0 0,-1 0 0,1 0 0,0-1 0,-1 1 0,3 0 0,37 13 0,-35-14 0,0 1 0,0-1 0,0 0 0,0 0 0,0 0 0,0-1 0,0 0 0,-1 0 0,1-1 0,0 0 0,10-4 0,-13 5 0,0-1 0,1 0 0,-1 1 0,0-1 0,0 0 0,0 0 0,0-1 0,0 1 0,0-1 0,-1 0 0,1 1 0,-1-1 0,0 0 0,0 0 0,0 0 0,0-1 0,0 1 0,-1 0 0,0-1 0,2-5 0,-3 8 0,1 0 0,-1 0 0,0 0 0,0 0 0,0 0 0,0 0 0,1 0 0,-2 0 0,1 0 0,0 0 0,0 0 0,0 0 0,0 0 0,0 1 0,-1-1 0,1 0 0,-1 0 0,1 0 0,0 0 0,-1 0 0,0 0 0,1 0 0,-1 1 0,1-1 0,-1 0 0,0 0 0,0 1 0,1-1 0,-2 0 0,0 0 0,0 1 0,0-1 0,0 1 0,0 0 0,-1-1 0,1 1 0,0 0 0,0 0 0,0 1 0,0-1 0,0 0 0,0 1 0,-3 0 0,-3 2 0,0 0 0,1 0 0,-1 1 0,1 0 0,-1 0 0,-8 8 0,10-5 0,1 0 0,-1 0 0,1 0 0,1 1 0,0 0 0,0 0 0,0 0 0,1 0 0,0 0 0,1 1 0,0-1 0,0 1 0,1 0 0,0-1 0,0 10 0,1-13 0,0 0 0,1-1 0,-1 1 0,1 0 0,0-1 0,0 1 0,0-1 0,1 1 0,0-1 0,0 1 0,0-1 0,0 0 0,3 4 0,-3-5 0,1-1 0,-1 0 0,1 1 0,-1-1 0,1 0 0,0 0 0,0-1 0,0 1 0,0-1 0,0 1 0,0-1 0,0 0 0,0 0 0,1 0 0,-1 0 0,0-1 0,1 0 0,-1 1 0,1-1 0,2-1 0,5 0-170,0-1-1,0 0 0,0 0 1,-1-1-1,1-1 0,-1 0 1,11-6-1,29-15-6655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24575,'-4'4'0,"-2"6"0,1 5 0,1 3 0,1 4 0,1 2 0,1 1 0,5-5 0,1-4-8191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11 24575,'0'-4'0,"-4"-2"0,-2 5 0,5 3 0,2 4 0,2 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212 15 24575,'-23'-8'0,"22"7"0,0 1 0,0-1 0,0 0 0,0 1 0,0-1 0,1 1 0,-1-1 0,0 1 0,0 0 0,0-1 0,0 1 0,0 0 0,0 0 0,-1-1 0,1 1 0,0 0 0,0 0 0,0 0 0,0 0 0,0 0 0,0 1 0,0-1 0,0 0 0,0 0 0,0 1 0,0-1 0,0 1 0,0-1 0,0 1 0,0-1 0,0 1 0,1-1 0,-1 1 0,0 0 0,0-1 0,0 1 0,1 0 0,-1 0 0,1 0 0,-1 0 0,0-1 0,1 1 0,-1 0 0,1 0 0,0 0 0,-1 0 0,1 2 0,-3 6 0,0 0 0,1 0 0,0 1 0,0-1 0,1 1 0,1 11 0,-1-11 0,1-1 0,-1 1 0,0 0 0,-1-1 0,0 1 0,-6 13 0,3-10 0,1-4 0,0 1 0,0-2 0,-1 1 0,-8 12 0,12-20 0,0 0 0,0 1 0,0-1 0,0 0 0,0 0 0,0 0 0,-1 0 0,1 0 0,0 0 0,-1 0 0,1 0 0,0 0 0,-1-1 0,1 1 0,-1-1 0,1 1 0,-1-1 0,0 1 0,1-1 0,-1 0 0,1 0 0,-1 0 0,0 0 0,1 0 0,-1 0 0,1 0 0,-1-1 0,0 1 0,1 0 0,-1-1 0,1 0 0,-1 1 0,-2-2 0,-13-10-1365,0-1-5461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 18 24575,'-3'0'0,"-1"0"0,0 0 0,1 1 0,-1 0 0,1-1 0,-1 1 0,1 0 0,0 1 0,-1-1 0,1 1 0,0 0 0,0-1 0,0 1 0,0 0 0,0 1 0,-5 4 0,4-2 0,0 0 0,0 1 0,0-1 0,1 1 0,0 0 0,0 0 0,0 0 0,-3 12 0,3-9 0,1 0 0,1 0 0,-1 0 0,1 0 0,1 0 0,-1 0 0,2 0 0,-1 0 0,1 0 0,1 0 0,0 0 0,0 0 0,6 16 0,-7-24 0,-1 1 0,1-1 0,0 1 0,0-1 0,0 0 0,0 1 0,0-1 0,0 0 0,0 0 0,1 1 0,-1-1 0,0 0 0,1 0 0,-1 0 0,1-1 0,-1 1 0,1 0 0,-1-1 0,1 1 0,-1 0 0,1-1 0,0 0 0,3 1 0,-2-1 0,0-1 0,0 1 0,0-1 0,0 0 0,0 1 0,0-2 0,0 1 0,0 0 0,0 0 0,-1-1 0,1 0 0,2-2 0,4-2 0,0-1 0,-1-1 0,-1 0 0,1 0 0,-1-1 0,8-13 0,-11 16 0,-1-1 0,1-1 0,-2 1 0,1 0 0,-1-1 0,0 1 0,-1-1 0,0 0 0,0 1 0,0-1 0,-1-9 0,0 13 0,-1-1 0,1 1 0,-1 0 0,0 0 0,0-1 0,0 1 0,0 0 0,-1 0 0,0 0 0,0 0 0,0 1 0,0-1 0,0 0 0,-1 1 0,1 0 0,-1-1 0,0 1 0,0 0 0,-1 0 0,1 1 0,-6-4 0,8 5 0,0 0 0,0 1 0,0-1 0,0 0 0,-1 1 0,1-1 0,0 1 0,0-1 0,-1 1 0,1 0 0,0 0 0,-1 0 0,1-1 0,0 1 0,-1 0 0,1 1 0,0-1 0,0 0 0,-1 0 0,0 1 0,1-1 0,0 1 0,0 0 0,1-1 0,-1 1 0,0 0 0,1-1 0,-1 1 0,1 0 0,-1 0 0,0-1 0,1 1 0,0 0 0,-1 0 0,1 0 0,0 0 0,-1 0 0,1 0 0,0 0 0,0 0 0,0 1 0,-1 3 0,1-1 0,1 1 0,-1-1 0,1 0 0,-1 1 0,1-1 0,1 0 0,-1 1 0,0-1 0,4 5 0,0 0-59,0-1 0,0 0-1,1-1 1,0 1-1,0-1 1,1 0 0,0-1-1,0 0 1,1 0 0,-1 0-1,1-1 1,1 0 0,-1-1-1,1 0 1,-1 0-1,1 0 1,0-2 0,0 1-1,1-1 1,-1 0 0,1-1-1,11 1 1,4-1-6767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24575,'0'-1'0,"1"0"0,-1 0 0,1-1 0,0 1 0,-1 0 0,1 0 0,0 0 0,0 0 0,0 0 0,0 0 0,0 1 0,0-1 0,0 0 0,0 0 0,0 1 0,0-1 0,0 1 0,0-1 0,0 1 0,1-1 0,-1 1 0,0-1 0,0 1 0,1 0 0,-1 0 0,0 0 0,2 0 0,37-3 0,-34 3 0,-1 0 0,1 1 0,0 0 0,-1 0 0,1 0 0,-1 0 0,1 1 0,-1 0 0,10 6 0,-13-8 0,-1 1 0,0 0 0,0 0 0,0 1 0,0-1 0,0 0 0,0 0 0,0 0 0,0 1 0,0-1 0,0 0 0,-1 1 0,1-1 0,0 1 0,-1-1 0,0 1 0,1-1 0,-1 1 0,0-1 0,0 1 0,1-1 0,-1 1 0,0-1 0,-1 1 0,1 0 0,0-1 0,0 1 0,-1-1 0,1 1 0,-1-1 0,1 1 0,-1-1 0,0 0 0,1 1 0,-1-1 0,0 0 0,0 1 0,0-1 0,0 0 0,-2 1 0,-36 47 0,29-39 0,1 0 0,0 1 0,1 1 0,0-1 0,1 1 0,0 0 0,-10 26 0,17-37 0,-1 0 0,1 1 0,-1-1 0,1 0 0,0 0 0,0 0 0,-1 1 0,1-1 0,0 0 0,0 0 0,0 1 0,0-1 0,0 0 0,1 0 0,-1 0 0,0 1 0,1-1 0,-1 0 0,0 0 0,1 0 0,-1 0 0,1 1 0,0-1 0,-1 0 0,1 0 0,0 0 0,0 0 0,0-1 0,1 3 0,1-2 0,-1-1 0,0 1 0,1-1 0,-1 1 0,0-1 0,1 0 0,-1 0 0,1 0 0,-1 0 0,0-1 0,1 1 0,-1-1 0,1 1 0,2-2 0,8-2 0,-1-1 0,1-1 0,-1 0 0,16-10 0,-5 0-1365,-3 3-5461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0 205 24575,'11'-1'0,"-1"0"0,1 0 0,-1-1 0,0-1 0,1 0 0,-1 0 0,0-1 0,-1 0 0,1-1 0,15-10 0,-19 11 0,1 0 0,-1-1 0,0 0 0,0 0 0,-1 0 0,1-1 0,-1 0 0,0 0 0,-1-1 0,1 1 0,-1-1 0,-1 0 0,1 0 0,-1 0 0,2-9 0,-4 14 0,-1 0 0,1 0 0,-1 1 0,1-1 0,-1 0 0,0 0 0,0 0 0,0 0 0,0 0 0,-1 0 0,1 0 0,0 0 0,-1 0 0,1 0 0,-1 0 0,0 0 0,1 0 0,-1 1 0,0-1 0,0 0 0,-1 1 0,1-1 0,0 0 0,0 1 0,-1 0 0,1-1 0,-1 1 0,1 0 0,-1-1 0,1 1 0,-3-1 0,1 1 0,1 1 0,0-1 0,-1 1 0,1-1 0,-1 1 0,1 0 0,-1 0 0,1 0 0,-1 0 0,1 0 0,-1 0 0,1 1 0,-1-1 0,1 1 0,-1 0 0,1 0 0,0 0 0,-1 0 0,1 0 0,0 0 0,0 1 0,0-1 0,0 1 0,-3 2 0,-1 3 0,0 1 0,1-1 0,0 1 0,0 0 0,1 1 0,0-1 0,0 1 0,1 0 0,0 0 0,1 0 0,0 0 0,0 0 0,0 16 0,1-20 0,1 0 0,0 1 0,1-1 0,-1 0 0,1 1 0,0-1 0,0 0 0,1 0 0,-1 0 0,1 0 0,4 7 0,-4-9 0,-1-1 0,1 1 0,0-1 0,0 0 0,1 0 0,-1 0 0,0 0 0,1 0 0,-1 0 0,1 0 0,0-1 0,-1 1 0,1-1 0,0 0 0,0 0 0,0 0 0,0 0 0,0-1 0,0 1 0,6 0 0,-4-2-97,0 1-1,0-1 1,0 1-1,0-1 1,0-1-1,0 1 1,-1-1-1,1 0 1,0 0-1,-1 0 1,0-1-1,1 1 0,4-5 1,12-8-6729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88 24575,'1'0'0,"1"0"0,0 0 0,-1 0 0,1 0 0,-1 0 0,1 0 0,-1 0 0,1 0 0,-1 1 0,1-1 0,-1 1 0,1-1 0,-1 1 0,1 0 0,-1-1 0,0 1 0,1 0 0,-1 0 0,0 0 0,0 0 0,1 0 0,-1 0 0,0 0 0,0 1 0,0-1 0,-1 0 0,1 1 0,0-1 0,1 3 0,-1 1 0,0 0 0,-1 1 0,1-1 0,-1 0 0,0 1 0,-1-1 0,0 7 0,0-9 0,0 1 0,1-1 0,-1 1 0,1 0 0,0-1 0,0 1 0,0 0 0,1-1 0,0 1 0,-1-1 0,1 1 0,0-1 0,3 6 0,-3-8 0,0 0 0,1 0 0,-1 0 0,0 0 0,1-1 0,-1 1 0,1 0 0,-1-1 0,1 1 0,-1-1 0,1 0 0,0 1 0,-1-1 0,1 0 0,-1 0 0,1 0 0,-1 0 0,1 0 0,0-1 0,-1 1 0,1 0 0,-1-1 0,1 1 0,-1-1 0,1 1 0,-1-1 0,1 0 0,-1 0 0,0 0 0,1 1 0,1-4 0,45-33 0,-45 35 0,13-14 0,14-10 0,-29 27 0,0 0 0,0 1 0,0-1 0,0 1 0,-1-1 0,1 0 0,0 1 0,-1-1 0,1 1 0,-1 0 0,1-1 0,-1 1 0,0-1 0,0 1 0,1 0 0,-1-1 0,0 1 0,-1 0 0,1 2 0,1 5 0,-1-7 0,0 0 0,0 1 0,1-1 0,-1 0 0,1 1 0,0-1 0,0 0 0,0 0 0,0 1 0,0-1 0,0 0 0,0 0 0,1 0 0,-1 0 0,1-1 0,-1 1 0,1 0 0,0-1 0,0 1 0,0-1 0,0 1 0,4 1 0,-3-2 0,0-1 0,0 1 0,0-1 0,0 0 0,0 0 0,0 0 0,1 0 0,-1 0 0,0-1 0,0 0 0,0 1 0,0-1 0,0 0 0,0 0 0,3-3 0,5-1 0,-1-1 0,-1 0 0,1-1 0,-1 0 0,0-1 0,0 0 0,-1 0 0,11-15 0,-12 12 0,0 0 0,-1 0 0,-1-1 0,7-18 0,-11 27 0,-1 0 0,1 0 0,0 0 0,-1 0 0,0 0 0,1 0 0,-1 0 0,0-1 0,-1 1 0,1 0 0,-1-4 0,0 6 0,1 0 0,-1 0 0,0 0 0,1-1 0,-1 1 0,0 0 0,0 0 0,0 0 0,0 0 0,1 0 0,-1 0 0,-1 1 0,1-1 0,0 0 0,0 0 0,0 1 0,0-1 0,0 1 0,-1-1 0,1 1 0,0-1 0,-1 1 0,1 0 0,0 0 0,-1 0 0,-1 0 0,-4 0 0,1 1 0,0-1 0,0 2 0,0-1 0,0 1 0,0 0 0,1 0 0,-1 1 0,0-1 0,1 1 0,0 0 0,-1 1 0,-8 7 0,1 0 0,-1 1 0,1 1 0,-17 21 0,13-8-1365,4-4-5461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31 24575,'0'-1'0,"0"1"0,1-1 0,-1 0 0,0 0 0,0 1 0,0-1 0,0 0 0,0 0 0,0 1 0,0-1 0,0 0 0,-1 0 0,1 1 0,0-1 0,0 0 0,-1 0 0,1 1 0,0-1 0,-1 0 0,1 1 0,0-1 0,-1 1 0,1-1 0,-1 0 0,1 1 0,-1-1 0,0 1 0,1-1 0,-1 1 0,0 0 0,1-1 0,-1 1 0,0-1 0,1 1 0,-1 0 0,0 0 0,1 0 0,-1-1 0,0 1 0,0 0 0,1 0 0,-1 0 0,0 0 0,0 0 0,1 0 0,-1 0 0,0 0 0,-1 1 0,0 0 0,-1 0 0,1 0 0,0 0 0,0 0 0,0 0 0,0 0 0,0 1 0,0-1 0,0 1 0,1 0 0,-1-1 0,0 1 0,1 0 0,-3 4 0,2-1 0,0 1 0,0 0 0,1 0 0,0 0 0,0 1 0,0-1 0,1 0 0,-1 0 0,2 0 0,-1 1 0,1-1 0,0 0 0,0 0 0,0 0 0,1 0 0,0 0 0,0 0 0,1 0 0,0-1 0,0 1 0,0-1 0,7 9 0,-9-13 0,0 0 0,0 0 0,0-1 0,0 1 0,1 0 0,-1-1 0,0 1 0,0 0 0,1-1 0,-1 0 0,0 1 0,0-1 0,1 0 0,-1 1 0,0-1 0,1 0 0,-1 0 0,1 0 0,-1 0 0,0-1 0,1 1 0,-1 0 0,0-1 0,0 1 0,2-1 0,0-1 0,0 1 0,0-1 0,0 0 0,0 0 0,-1-1 0,1 1 0,0 0 0,-1-1 0,4-5 0,-1 1 0,-1 0 0,1 0 0,-1-1 0,-1 1 0,1-1 0,-1 0 0,3-14 0,-6 18 0,0 0 0,0-1 0,0 1 0,0 0 0,-1 0 0,1 0 0,-1-1 0,0 1 0,-1 0 0,1 0 0,-5-7 0,6 9 0,-1 0 0,0 1 0,0-1 0,0 0 0,-1 1 0,1-1 0,0 1 0,0 0 0,-1-1 0,1 1 0,-1 0 0,0 0 0,1 0 0,-1 0 0,0 0 0,1 0 0,-1 0 0,0 1 0,0-1 0,0 1 0,1-1 0,-1 1 0,0 0 0,0-1 0,0 1 0,0 0 0,-3 1 0,4-1 0,0 0 0,0 0 0,0 1 0,0-1 0,0 0 0,1 1 0,-1-1 0,0 1 0,0-1 0,0 1 0,0-1 0,0 1 0,1 0 0,-1-1 0,0 1 0,0 0 0,1 0 0,-1-1 0,1 1 0,-1 0 0,0 0 0,1 0 0,0 0 0,-1 0 0,1 0 0,0 0 0,-1 0 0,1 0 0,0 0 0,0 0 0,0 0 0,0 0 0,0 0 0,0 0 0,0 0 0,0 0 0,0 0 0,0 0 0,1 0 0,-1 0 0,0 0 0,1 0 0,-1 0 0,1 0 0,-1-1 0,2 3 0,0 1 0,0 0 0,0 1 0,1-1 0,-1 0 0,1 0 0,0-1 0,0 1 0,7 5 0,-4-5-54,1-1-1,0 0 0,1 0 1,-1 0-1,0-1 1,1 0-1,-1-1 0,1 1 1,0-1-1,-1-1 1,1 0-1,0 0 0,0 0 1,-1-1-1,1 0 0,0-1 1,-1 1-1,1-2 1,-1 1-1,0-1 0,0 0 1,0 0-1,0-1 1,7-5-1,7-5-6771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0 24575,'-2'103'0,"-1"-19"0,12 122 0,-8-199 11,0 0 0,1 0 0,0 0 0,0 0 0,0 0 0,1 0-1,0 0 1,0-1 0,0 0 0,7 9 0,-8-13-50,-1-1 0,1 1 0,0-1 0,-1 1 0,1-1 0,0 0-1,0 0 1,0 1 0,0-2 0,0 1 0,0 0 0,0 0 0,0-1 0,0 1 0,0-1 0,1 1 0,-1-1 0,0 0-1,0 0 1,0 0 0,1 0 0,-1 0 0,0-1 0,0 1 0,0-1 0,0 1 0,1-1 0,-1 0 0,0 0 0,0 0 0,0 0-1,-1 0 1,1 0 0,0-1 0,0 1 0,-1 0 0,3-3 0,12-10-6787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24575,'4'0'0,"6"0"0,4 0 0,5 0 0,3 0 0,2 0 0,1-4 0,-4-1-8191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 1 24575,'-12'162'0,"1"10"0,11-163 17,1 1 0,0-1 1,1 0-1,0 0 0,0 0 0,4 10 0,-5-18-55,-1 1 0,1 0 0,-1-1 0,1 1 0,0-1 0,-1 1-1,1 0 1,0-1 0,0 0 0,0 1 0,0-1 0,0 0 0,1 1 0,-1-1 0,0 0 0,1 0 0,-1 0 0,0 0 0,1 0-1,-1 0 1,1-1 0,0 1 0,-1 0 0,1-1 0,0 1 0,-1-1 0,1 0 0,0 0 0,-1 1 0,1-1 0,0 0 0,0 0-1,-1-1 1,1 1 0,0 0 0,-1 0 0,1-1 0,3-1 0,7-4-6788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41 24575,'0'-5'0,"4"0"0,6 0 0,4 0 0,5 2 0,3 1 0,1-3 0,2 0 0,-4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19 24575,'-9'-17'0,"4"16"0,6 12 0,6 24 0,-3 0 0,0 1 0,-3-1 0,-3 50 0,1-20 0,0-48 0,-1-1 0,-6 29 0,0-7 0,63-115 0,-53 75 0,0 0 0,-1-1 0,1 1 0,0 1 0,0-1 0,0 0 0,1 0 0,-1 1 0,0-1 0,1 1 0,-1 0 0,1 0 0,-1 0 0,1 0 0,-1 0 0,1 0 0,0 1 0,0-1 0,4 1 0,-5 0 0,0 1 0,0 0 0,0 0 0,-1-1 0,1 1 0,0 1 0,-1-1 0,1 0 0,-1 0 0,1 0 0,-1 1 0,0-1 0,1 1 0,-1-1 0,0 1 0,0-1 0,0 1 0,0 0 0,0 0 0,-1-1 0,1 1 0,0 0 0,-1 0 0,0 0 0,1 0 0,-1 0 0,0 0 0,0 2 0,2 16-118,10 47 367,-12-65-297,0-1 0,0 1-1,1 0 1,-1-1 0,1 1 0,0 0-1,-1-1 1,1 1 0,0-1 0,0 0-1,0 1 1,0-1 0,0 0-1,0 1 1,0-1 0,1 0 0,-1 0-1,0 0 1,1 0 0,-1 0 0,1 0-1,-1 0 1,1-1 0,-1 1 0,1-1-1,0 1 1,-1-1 0,1 1 0,0-1-1,3 0 1,11-3-6778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0 112 24575,'6'0'0,"-1"0"0,1-1 0,-1 0 0,1 0 0,-1 0 0,1 0 0,-1-1 0,0 0 0,0 0 0,0-1 0,9-4 0,-12 5 0,-1 1 0,1-1 0,0 1 0,0-1 0,-1 0 0,1 0 0,0 0 0,-1 0 0,0 0 0,0 0 0,1 0 0,-1 0 0,0 0 0,-1-1 0,1 1 0,0 0 0,-1-1 0,1 1 0,-1 0 0,0-1 0,0 1 0,0-1 0,0 1 0,0 0 0,0-1 0,-1 1 0,1-1 0,-1 1 0,-1-3 0,2 4 0,0-1 0,0 1 0,0 0 0,-1 0 0,1 0 0,0 0 0,-1 0 0,1 0 0,-1 0 0,1 0 0,-1 0 0,0 1 0,1-1 0,-1 0 0,0 0 0,0 0 0,1 1 0,-1-1 0,0 0 0,0 1 0,0-1 0,0 1 0,0-1 0,0 1 0,0-1 0,0 1 0,0 0 0,0-1 0,0 1 0,0 0 0,0 0 0,0 0 0,-1 0 0,1 0 0,0 0 0,0 0 0,0 0 0,0 0 0,0 1 0,0-1 0,0 0 0,0 1 0,0-1 0,0 1 0,0-1 0,0 1 0,0-1 0,0 1 0,0 0 0,0-1 0,1 1 0,-2 2 0,-3 0 0,1 1 0,0 1 0,0-1 0,0 1 0,1-1 0,-1 1 0,1 0 0,-4 9 0,5-11 0,1 0 0,0 1 0,0-1 0,0 0 0,0 0 0,0 0 0,1 1 0,0-1 0,-1 0 0,1 0 0,0 1 0,1-1 0,-1 0 0,1 1 0,-1-1 0,1 0 0,0 0 0,0 0 0,0 0 0,1 0 0,-1 0 0,1 0 0,-1 0 0,1 0 0,0 0 0,0-1 0,1 1 0,-1-1 0,0 0 0,1 0 0,-1 0 0,1 0 0,0 0 0,3 2 0,1-1 0,0 0 0,0-1 0,0 0 0,0 0 0,0 0 0,0-1 0,1 0 0,-1-1 0,0 0 0,1 0 0,-1 0 0,1-1 0,-1 0 0,12-3 0,-3-1-341,-1-1 0,0-1-1,29-16 1,-7-1-6485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43 105 24575,'14'-12'0,"-7"6"0,1-1 0,-1 0 0,0 0 0,9-11 0,-16 17 0,1 0 0,0 0 0,-1 0 0,1 0 0,0 0 0,-1 0 0,1 0 0,-1 0 0,0 0 0,1 0 0,-1 0 0,0 0 0,0-1 0,1 1 0,-1 0 0,0 0 0,0 0 0,0 0 0,-1 0 0,1 0 0,0-1 0,0 1 0,-1 0 0,1 0 0,0 0 0,-1 0 0,1 0 0,-1 0 0,1 0 0,-1 0 0,0 0 0,1 0 0,-1 0 0,0 1 0,0-1 0,0 0 0,1 0 0,-1 1 0,0-1 0,0 0 0,0 1 0,0-1 0,0 1 0,0-1 0,0 1 0,-2-1 0,1 0 0,-1 1 0,1-1 0,0 0 0,0 1 0,-1 0 0,1-1 0,0 1 0,-1 0 0,1 0 0,0 0 0,-1 0 0,1 1 0,0-1 0,0 1 0,-1-1 0,1 1 0,0 0 0,0 0 0,0 0 0,0 0 0,0 0 0,0 0 0,0 1 0,0-1 0,0 1 0,0-1 0,1 1 0,-1 0 0,1-1 0,-1 1 0,1 0 0,0 0 0,0 0 0,0 0 0,-2 5 0,0-2 0,1 1 0,0 0 0,0 0 0,0 0 0,1 0 0,0 0 0,0 0 0,0 1 0,1-1 0,0 0 0,0 0 0,2 10 0,-2-12 5,1 0-1,1-1 1,-1 1-1,0 0 0,1-1 1,0 0-1,0 1 1,0-1-1,0 0 1,0 0-1,1 0 0,-1 0 1,1-1-1,0 1 1,0-1-1,0 1 1,0-1-1,0 0 1,0 0-1,1 0 0,-1-1 1,1 1-1,-1-1 1,1 0-1,-1 0 1,8 1-1,-3-1-110,-1-1 0,0 0 0,1 0 0,-1-1 0,0 0 0,0 0-1,1 0 1,-1-1 0,0 0 0,0-1 0,0 1 0,-1-1 0,8-5 0,9-7-6720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24575,'0'-2'0,"0"1"0,0 0 0,0 0 0,0 0 0,0 0 0,0 0 0,0 0 0,1-1 0,-1 1 0,0 0 0,1 0 0,-1 0 0,1 0 0,-1 0 0,1 0 0,-1 0 0,1 0 0,0 0 0,0 0 0,-1 1 0,1-1 0,2-1 0,3 5 0,-6 14 0,-1-10 0,-1 1 0,1 1 0,0-1 0,0 0 0,1 0 0,0 15 0,1-22 0,-1-1 0,0 1 0,0 0 0,0 0 0,1 0 0,-1 0 0,0-1 0,1 1 0,-1 0 0,1 0 0,-1-1 0,1 1 0,-1 0 0,1 0 0,-1-1 0,1 1 0,0-1 0,-1 1 0,1-1 0,0 1 0,-1-1 0,1 1 0,0-1 0,1 1 0,0-1 0,0 0 0,0 0 0,0 0 0,1 0 0,-1-1 0,0 1 0,0 0 0,0-1 0,0 0 0,0 1 0,0-1 0,0 0 0,0 0 0,-1 0 0,3-2 0,5-3 0,0-1 0,0 0 0,-1-1 0,14-15 0,-15 15 0,0 1 0,0 0 0,0 0 0,1 0 0,11-6 0,-18 13 0,-1 0 0,0-1 0,1 1 0,-1 0 0,1 0 0,-1 0 0,0 0 0,1 0 0,-1 0 0,1 0 0,-1 0 0,0 0 0,1 0 0,-1 1 0,1-1 0,-1 0 0,0 0 0,1 0 0,-1 0 0,1 0 0,-1 1 0,0-1 0,1 0 0,-1 0 0,0 1 0,0-1 0,1 0 0,-1 1 0,0-1 0,1 0 0,-1 1 0,0-1 0,0 0 0,0 1 0,0-1 0,1 0 0,-1 1 0,8 21 0,-4-12 0,6 5-1365,1-4-5461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63 24575,'-1'1'0,"0"0"0,-1 0 0,1 0 0,0 0 0,0 0 0,0 1 0,0-1 0,0 1 0,0-1 0,0 1 0,0-1 0,0 1 0,1-1 0,-1 1 0,1 0 0,-1-1 0,1 1 0,0 0 0,-1-1 0,1 1 0,0 0 0,0 0 0,0-1 0,0 1 0,1 0 0,-1-1 0,0 1 0,1 0 0,-1-1 0,1 1 0,0 0 0,-1-1 0,1 1 0,0-1 0,0 1 0,0-1 0,0 0 0,0 1 0,0-1 0,1 0 0,-1 0 0,0 0 0,1 0 0,-1 0 0,1 0 0,-1 0 0,1 0 0,-1 0 0,1-1 0,-1 1 0,1-1 0,0 1 0,-1-1 0,1 0 0,0 0 0,0 1 0,-1-1 0,1 0 0,0 0 0,-1-1 0,1 1 0,0 0 0,0-1 0,-1 1 0,1-1 0,-1 1 0,1-1 0,0 0 0,2-1 0,3-3 0,0 0 0,-1 0 0,1 0 0,-1-1 0,0 0 0,0 0 0,5-8 0,-9 12 0,-1 1 0,1-1 0,-1 0 0,1 0 0,-1 0 0,0 0 0,0 0 0,0 0 0,0 0 0,0-1 0,0 1 0,-1 0 0,1-1 0,-1 1 0,1 0 0,-1-1 0,0 1 0,0 0 0,0-1 0,0 1 0,-1 0 0,1-1 0,-1 1 0,1 0 0,-1-1 0,0 1 0,1 0 0,-1 0 0,-2-3 0,1 4 0,0 0 0,1 0 0,-1 0 0,0 0 0,0 1 0,1-1 0,-1 1 0,0-1 0,0 1 0,0 0 0,0 0 0,0-1 0,1 1 0,-1 1 0,0-1 0,0 0 0,0 0 0,0 1 0,0-1 0,1 1 0,-1 0 0,0-1 0,0 1 0,1 0 0,-1 0 0,1 0 0,-1 0 0,1 0 0,-1 0 0,-1 2 0,-46 38 0,42-34-273,1 1 0,0 0 0,0 0 0,-6 10 0,0 5-6553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6 24575,'0'-4'0,"0"2"0,0 7 0,0 5 0,0 6 0,0 8 0,-4 8 0,-1 7 0,-1 5 0,2 3 0,1 1 0,6-2 0,1-2 0,5-4 0,4-9 0,9-9 0,5-13 0,-3-8-8191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31 24575,'-4'-5'0,"-2"-4"0,5-2 0,6 6 0,7 7 0,5 12 0,8 12 0,7 13 0,8 13 0,4 9 0,3 11 0,1 5 0,2-2 0,-5-2 0,-1-5 0,-4-10 0,-5-11 0,-9-13-8191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 24575,'0'-1'0,"0"0"0,-1-1 0,1 1 0,0 0 0,0 0 0,0-1 0,0 1 0,0 0 0,1 0 0,-1 0 0,0-1 0,0 1 0,1 0 0,-1 0 0,1 0 0,-1-1 0,1 1 0,0 0 0,-1 0 0,1 0 0,0 0 0,0 0 0,-1 0 0,1 0 0,0 1 0,0-1 0,0 0 0,0 0 0,0 1 0,0-1 0,0 1 0,1-1 0,-1 1 0,0-1 0,0 1 0,0-1 0,1 1 0,-1 0 0,0 0 0,0 0 0,1 0 0,-1 0 0,0 0 0,0 0 0,1 0 0,-1 0 0,0 1 0,0-1 0,0 0 0,1 1 0,-1-1 0,0 1 0,0-1 0,0 1 0,0 0 0,1 0 0,11 6 0,0 0 0,-1 1 0,20 15 0,-27-18 0,36 27 0,-23-16 0,0-1 0,1-1 0,1-1 0,0-1 0,0 0 0,24 8 0,-41-19 4,0 1-1,1-1 1,-1-1-1,0 1 1,1 0-1,-1-1 1,1 1-1,-1-1 1,1 0-1,-1 0 1,0-1 0,1 1-1,-1-1 1,1 0-1,-1 0 1,0 0-1,1 0 1,-1 0-1,0-1 1,0 1-1,0-1 1,0 0-1,0 0 1,0 0-1,-1 0 1,1-1-1,-1 1 1,1-1-1,-1 1 1,0-1-1,0 0 1,0 0-1,1-3 1,3-6-190,-1 0 1,0-1-1,-1 1 0,-1-1 1,0 0-1,-1 0 1,1-17-1,1-16-6640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73 49 24575,'-20'-4'0,"19"3"0,0 0 0,0 1 0,0-1 0,0 1 0,0 0 0,-1-1 0,1 1 0,0 0 0,0-1 0,0 1 0,0 0 0,0 0 0,-1 0 0,1 0 0,0 0 0,0 1 0,0-1 0,0 0 0,0 0 0,-1 1 0,1-1 0,0 1 0,0-1 0,0 1 0,0-1 0,0 1 0,0 0 0,0-1 0,1 1 0,-1 0 0,0 0 0,0 0 0,0-1 0,1 1 0,-1 0 0,0 0 0,1 0 0,-1 0 0,0 2 0,-2 6 0,1-1 0,-1 0 0,2 1 0,-1-1 0,1 1 0,1-1 0,-1 1 0,1 0 0,1-1 0,0 1 0,0-1 0,0 1 0,1-1 0,1 1 0,-1-1 0,1 0 0,1 0 0,4 8 0,-5-10 0,0-1 0,0 1 0,0-1 0,1 0 0,0-1 0,0 1 0,0-1 0,1 1 0,-1-1 0,1-1 0,9 7 0,-10-9 0,-1 1 0,0-1 0,1 0 0,-1 0 0,1 0 0,-1 0 0,1-1 0,0 1 0,-1-1 0,1 0 0,0 0 0,-1 0 0,1-1 0,-1 1 0,1-1 0,-1 0 0,1 0 0,-1 0 0,1 0 0,5-4 0,-2 0 0,0 0 0,0 0 0,0-1 0,0 0 0,-1 0 0,0-1 0,-1 0 0,1 0 0,-1 0 0,-1-1 0,1 0 0,-1 0 0,3-10 0,-3 8 0,0 1 0,-1-1 0,0 1 0,-1-1 0,0 0 0,0 0 0,-1 0 0,0 0 0,-1-1 0,-1 1 0,-1-13 0,2 20 0,0 1 0,-1 0 0,1 0 0,-1-1 0,1 1 0,-1 0 0,0 0 0,0 0 0,0 0 0,0 0 0,0 0 0,0 0 0,0 0 0,-1 0 0,1 1 0,-1-1 0,0 0 0,1 1 0,-1-1 0,0 1 0,0 0 0,0 0 0,0 0 0,0 0 0,0 0 0,0 0 0,0 0 0,0 0 0,0 1 0,-1-1 0,1 1 0,0 0 0,0 0 0,-1 0 0,1 0 0,0 0 0,-1 0 0,1 0 0,0 1 0,0-1 0,0 1 0,-1 0 0,1-1 0,0 1 0,-3 2 0,-4 1 0,1 1 0,-1 0 0,1 1 0,0-1 0,0 1 0,0 1 0,1 0 0,0 0 0,-7 10 0,6-7-114,0 1 1,0 1-1,1-1 0,1 1 0,0 1 1,1-1-1,0 1 0,1 0 0,0 0 1,1 0-1,-1 15 0,5-4-6712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 62 24575,'0'-59'0,"-4"56"0,0 11 0,-2 14 0,5 25 0,1 0 0,7 51 0,-1-28 0,-4-29 0,1 0 0,3 0 0,1-1 0,2 0 0,22 61 0,-29-96 8,0 0 0,0 0 0,1-1 0,0 1 0,0-1 0,0 1 0,1-1 0,-1 0 0,1-1 0,0 1 0,0 0 0,0-1 0,1 0 0,4 3 0,-6-5-61,-1 0 0,1 0 0,0-1 0,0 1 0,-1 0 0,1-1 0,0 0 0,0 0 0,0 0 0,0 0 0,-1 0 0,1 0 0,0-1-1,0 1 1,-1-1 0,1 0 0,0 0 0,-1 0 0,1 0 0,0 0 0,-1-1 0,0 1 0,1-1 0,-1 0 0,0 0 0,0 1 0,3-4 0,11-12-6773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24575,'4'0'0,"6"0"0,5 0 0,3 0 0,4-4 0,2-2 0,0-3 0,-3 0-8191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0 24575,'4'8'0,"-1"1"0,0-1 0,0 1 0,2 13 0,-5 30 0,-9 71 0,0 4 0,7-81 0,1-23 0,0 1 0,1-1 0,2 1 0,4 24 0,-6-47 0,0 0 0,0 0 0,0-1 0,0 1 0,0 0 0,1 0 0,-1 0 0,0 0 0,0-1 0,1 1 0,-1 0 0,1 0 0,-1-1 0,1 1 0,-1 0 0,1-1 0,-1 1 0,1 0 0,-1-1 0,1 1 0,0-1 0,-1 1 0,1-1 0,0 1 0,0-1 0,-1 0 0,1 1 0,0-1 0,0 0 0,0 0 0,1 1 0,0-2 0,0 1 0,-1-1 0,1 1 0,0-1 0,0 0 0,-1 0 0,1 0 0,0 0 0,-1 0 0,1 0 0,-1 0 0,0 0 0,3-3 0,34-47 0,-16 14 0,-15 23 0,0 1 0,1 0 0,1 1 0,17-20 0,-26 32 0,0-1 0,1 1 0,-1 0 0,1-1 0,-1 1 0,1-1 0,-1 1 0,1 0 0,-1-1 0,1 1 0,-1 0 0,1 0 0,0-1 0,-1 1 0,1 0 0,-1 0 0,1 0 0,0 0 0,-1 0 0,1 0 0,-1 0 0,1 0 0,0 0 0,-1 0 0,1 0 0,0 0 0,-1 0 0,1 0 0,-1 1 0,2-1 0,11 19 0,1 33 0,-13-49 0,9 43-1365,-3-29-5461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 24575,'-1'1'0,"1"1"0,0-1 0,0 1 0,0-1 0,0 1 0,0-1 0,1 1 0,-1-1 0,0 1 0,1-1 0,-1 1 0,1-1 0,-1 1 0,1-1 0,0 0 0,0 1 0,0-1 0,0 0 0,-1 0 0,2 1 0,-1-1 0,0 0 0,0 0 0,0 0 0,0 0 0,1-1 0,-1 1 0,0 0 0,1 0 0,-1-1 0,1 1 0,-1-1 0,0 1 0,1-1 0,0 0 0,-1 1 0,1-1 0,-1 0 0,1 0 0,-1 0 0,1 0 0,-1-1 0,1 1 0,-1 0 0,1 0 0,2-2 0,0 1 0,0 0 0,0 0 0,0-1 0,-1 0 0,1 1 0,0-2 0,-1 1 0,1 0 0,-1-1 0,1 1 0,-1-1 0,0 0 0,0 0 0,-1 0 0,1 0 0,4-7 0,-6 8 0,-1 1 0,1 0 0,0-1 0,0 1 0,-1-1 0,1 1 0,-1-1 0,1 1 0,-1-1 0,0 1 0,0-1 0,0 1 0,1-1 0,-1 1 0,-1-1 0,1 0 0,0 1 0,0-1 0,-1 1 0,1-1 0,0 1 0,-1-1 0,0 1 0,1-1 0,-1 1 0,0 0 0,0-1 0,1 1 0,-1 0 0,0 0 0,0 0 0,-1-1 0,1 1 0,0 0 0,0 0 0,0 1 0,-3-3 0,2 3 0,-1-1 0,1 0 0,-1 1 0,1 0 0,0-1 0,-1 1 0,1 0 0,-1 0 0,1 1 0,-1-1 0,1 0 0,0 1 0,-1-1 0,1 1 0,-1 0 0,1 0 0,0 0 0,0 0 0,0 0 0,0 0 0,0 1 0,0-1 0,0 1 0,-2 1 0,0 2 0,0 0 0,0 1 0,1-1 0,0 1 0,0-1 0,0 1 0,1 0 0,0 0 0,0 0 0,0 0 0,1 1 0,0-1 0,0 0 0,1 1 0,0-1 0,0 1 0,0-1 0,1 0 0,0 1 0,0-1 0,0 0 0,5 11 0,-6-13 0,1-1 0,1 1 0,-1 0 0,0-1 0,1 1 0,0-1 0,0 1 0,0-1 0,0 0 0,1 0 0,-1 0 0,1 0 0,0 0 0,-1-1 0,1 1 0,1-1 0,-1 0 0,0 0 0,0 0 0,1 0 0,-1 0 0,1-1 0,0 1 0,-1-1 0,1 0 0,0 0 0,0-1 0,0 1 0,0-1 0,-1 0 0,1 0 0,0 0 0,0 0 0,0-1 0,0 0 0,0 1 0,5-3 0,23-12-1365,-2-2-5461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0 106 24575,'4'0'0,"5"4"0,2 5 0,2 2 0,0 2 0,-3 4 0,1-2 0,3-3 0,-2-7 0,3-10 0,1-7 0,-1-10 0,1-5 0,1-2 0,-1-5 0,0 0 0,-3 6-8191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12 24575,'0'27'0,"-1"-13"0,0 0 0,1-1 0,1 1 0,0 0 0,1 0 0,0-1 0,1 1 0,1-1 0,9 23 0,-12-34 0,-1-1 0,1 0 0,-1 0 0,1 1 0,0-1 0,0 0 0,0 0 0,0 0 0,0 0 0,0 0 0,0 0 0,0 0 0,0-1 0,0 1 0,0 0 0,0 0 0,1-1 0,-1 1 0,0-1 0,0 1 0,1-1 0,-1 0 0,0 1 0,1-1 0,-1 0 0,1 0 0,-1 0 0,0 0 0,2 0 0,0-1 0,0-1 0,1 1 0,-1 0 0,-1-1 0,1 0 0,0 0 0,0 0 0,-1 0 0,1 0 0,-1 0 0,4-5 0,6-8 0,-1 0 0,0 0 0,9-21 0,-16 28 0,-3 5 0,0 0 0,1 1 0,-1-1 0,0 0 0,1 0 0,0 1 0,0-1 0,0 1 0,0-1 0,0 1 0,0 0 0,0 0 0,1 0 0,3-3 0,-5 8 0,1-1 0,-1 0 0,1 0 0,-1 1 0,0-1 0,0 0 0,0 1 0,0 0 0,0-1 0,-1 1 0,1-1 0,-1 1 0,0 0 0,1-1 0,-2 5 0,3 4 0,-2-9 0,0 0 0,1-1 0,-1 1 0,0 0 0,1 0 0,-1 0 0,1-1 0,0 1 0,-1 0 0,1-1 0,0 1 0,0 0 0,0-1 0,0 0 0,0 1 0,1-1 0,-1 1 0,0-1 0,1 0 0,-1 0 0,1 0 0,-1 0 0,3 1 0,-3-2 0,1 0 0,0 0 0,-1-1 0,1 1 0,-1 0 0,1-1 0,-1 1 0,1-1 0,-1 0 0,1 1 0,-1-1 0,1 0 0,-1 0 0,0 0 0,1 0 0,-1 0 0,0 0 0,0 0 0,0-1 0,1 0 0,9-12 0,-1 0 0,-1 0 0,11-23 0,-20 37 0,17-32-1365,-1 4-5461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24575,'0'4'0,"0"6"0,0 4 0,0 5 0,0 3 0,0 1 0,0 2 0,0 0 0,4-4 0,2-10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5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24575,'0'-5'0,"4"0"0,1 4 0,4 2 0,1 1-8191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149 9 24575,'-21'-4'0,"20"3"0,0 0 0,0 1 0,0-1 0,0 1 0,0 0 0,0-1 0,0 1 0,0 0 0,0 0 0,-1-1 0,1 1 0,0 0 0,0 0 0,0 0 0,0 0 0,-1 1 0,1-1 0,0 0 0,0 0 0,0 1 0,0-1 0,0 1 0,0-1 0,0 1 0,0-1 0,0 1 0,0 0 0,0-1 0,0 1 0,0 0 0,0 0 0,1 0 0,-1 0 0,0-1 0,1 1 0,-1 0 0,0 0 0,1 0 0,-1 2 0,-2 5 0,0-1 0,1 0 0,0 0 0,1 1 0,-1 0 0,1-1 0,1 1 0,-1-1 0,2 1 0,1 15 0,-1-14 0,-1 0 0,0 0 0,0 0 0,0-1 0,-1 1 0,-1 0 0,-2 9 0,4-17 4,0 0 0,0 0-1,-1 0 1,1 0 0,0 0 0,-1 0-1,1 0 1,-1 0 0,0-1 0,1 1-1,-1 0 1,1 0 0,-1 0 0,0-1-1,0 1 1,0 0 0,1-1 0,-1 1-1,0-1 1,0 1 0,0-1 0,0 1-1,0-1 1,0 1 0,0-1 0,0 0-1,0 0 1,0 0 0,0 1 0,0-1-1,-2 0 1,0-1-169,0 0 0,-1 0 0,1 0 0,0 0 0,0-1 0,0 1 0,0-1 0,-4-3 0,-6-4-6661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11.35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1 125 24575,'13'-2'0,"0"0"0,-1-1 0,1 0 0,-1-1 0,1 0 0,17-10 0,7-1 0,13-13 0,-48 27 0,-1 0 0,1-1 0,0 1 0,-1-1 0,0 1 0,1-1 0,-1 0 0,0 1 0,0-1 0,1 0 0,0-3 0,-2 5 0,0-1 0,0 0 0,0 0 0,0 0 0,0 0 0,0 1 0,0-1 0,0 0 0,0 0 0,0 0 0,0 1 0,-1-1 0,1 0 0,0 0 0,-1 0 0,1 1 0,0-1 0,-1 0 0,1 1 0,-1-1 0,1 0 0,-1 1 0,0-1 0,1 1 0,-1-1 0,1 0 0,-1 1 0,0 0 0,-1-1 0,-1-1 0,0 1 0,-1 0 0,1 0 0,-1 0 0,1 1 0,-1-1 0,1 1 0,-1 0 0,0 0 0,1 0 0,-1 1 0,1-1 0,-1 1 0,1 0 0,-1 0 0,1 0 0,0 0 0,-1 1 0,1-1 0,0 1 0,0 0 0,0 0 0,0 0 0,0 0 0,1 0 0,-1 1 0,-4 4 0,5-5 0,0 0 0,1 0 0,-1 0 0,0 1 0,1-1 0,-1 1 0,1-1 0,0 1 0,0-1 0,0 1 0,0-1 0,0 1 0,0 0 0,1 0 0,-1 4 0,1-5 0,0 0 0,1 0 0,-1 0 0,1 0 0,-1 0 0,1 0 0,0 0 0,0-1 0,0 1 0,0 0 0,0-1 0,0 1 0,0 0 0,1-1 0,-1 1 0,1-1 0,-1 0 0,1 1 0,-1-1 0,1 0 0,0 0 0,-1 0 0,1 0 0,3 1 0,6 1-97,1 1-1,-1-2 1,1 1-1,-1-2 1,1 1-1,-1-2 1,1 0-1,0 0 1,0-1-1,-1 0 1,1-1-1,-1 0 0,23-8 1,-6-1-6729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46 24575,'-31'-11'0,"29"10"0,1 0 0,0 0 0,-1 0 0,0 1 0,1-1 0,-1 0 0,1 0 0,-1 1 0,0-1 0,1 1 0,-1 0 0,0-1 0,0 1 0,1 0 0,-1 0 0,0 0 0,0 0 0,1 0 0,-1 0 0,0 1 0,0-1 0,1 1 0,-1-1 0,0 1 0,1 0 0,-1-1 0,1 1 0,-1 0 0,1 0 0,-3 2 0,-1 2 0,1 1 0,0-1 0,0 1 0,0 0 0,1 0 0,0 0 0,0 0 0,0 1 0,1-1 0,0 1 0,0 0 0,1-1 0,0 1 0,0 0 0,1 0 0,0 0 0,0 0 0,0 0 0,1-1 0,0 1 0,2 8 0,-1-5 0,1 0 0,0 0 0,0 0 0,1-1 0,0 0 0,0 0 0,1 0 0,1 0 0,-1-1 0,1 0 0,1 0 0,0 0 0,14 12 0,-17-17 0,1 1 0,-1-1 0,1 0 0,0-1 0,0 1 0,1-1 0,-1 0 0,0 0 0,1-1 0,-1 1 0,1-1 0,0 0 0,-1-1 0,1 0 0,0 0 0,-1 0 0,1 0 0,0-1 0,-1 0 0,1 0 0,-1 0 0,1-1 0,-1 0 0,0 0 0,0 0 0,1-1 0,-1 0 0,-1 0 0,1 0 0,0 0 0,-1-1 0,0 0 0,0 0 0,0 0 0,4-6 0,-1 2 0,-1 0 0,0 0 0,0 0 0,-1-1 0,0 0 0,-1 0 0,0 0 0,-1-1 0,0 0 0,0 1 0,-1-1 0,0 0 0,0 0 0,-1 0 0,-1 0 0,0 0 0,0-1 0,-1 1 0,-3-15 0,3 20 0,0 0 0,-1 0 0,0 0 0,0 1 0,0-1 0,-1 0 0,1 1 0,-1-1 0,0 1 0,0 0 0,-1 0 0,1 0 0,-1 1 0,0-1 0,0 1 0,0 0 0,0 0 0,-1 0 0,1 0 0,-1 1 0,0 0 0,1 0 0,-1 0 0,0 1 0,0-1 0,0 1 0,-1 1 0,1-1 0,0 0 0,0 1 0,0 0 0,0 1 0,-1-1 0,1 1 0,0 0 0,0 0 0,0 0 0,0 1 0,0 0 0,0 0 0,-5 3 0,-6 5-1365,1-2-5461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33 141 24575,'0'0'0,"0"1"0,0-1 0,0 0 0,0 0 0,0 1 0,0-1 0,0 0 0,0 0 0,0 1 0,0-1 0,0 0 0,0 0 0,0 1 0,0-1 0,0 0 0,0 0 0,0 1 0,0-1 0,0 0 0,0 0 0,0 1 0,0-1 0,-1 0 0,1 0 0,0 0 0,0 1 0,0-1 0,0 0 0,0 0 0,-1 0 0,1 1 0,0-1 0,0 0 0,0 0 0,-1 0 0,1 0 0,0 0 0,0 0 0,-1 1 0,1-1 0,0 0 0,0 0 0,-1 0 0,1 0 0,0 0 0,0 0 0,-1 0 0,1 0 0,-1 0 0,1-1 0,-1 1 0,1-1 0,0 1 0,-1-1 0,1 1 0,0-1 0,-1 0 0,1 1 0,0-1 0,0 0 0,0 1 0,0-1 0,-1 0 0,1 1 0,0-1 0,0 0 0,0 1 0,0-1 0,0 0 0,1 1 0,-1-1 0,0 1 0,0-1 0,1-1 0,1-6 0,0-1 0,1 1 0,0 0 0,1 1 0,0-1 0,0 0 0,1 1 0,0 0 0,0 0 0,0 0 0,1 1 0,0 0 0,0 0 0,1 0 0,0 1 0,0 0 0,12-7 0,-18 12 0,1-1 0,-1 1 0,0-1 0,0 1 0,0 0 0,0 0 0,0-1 0,1 1 0,-1 0 0,0 0 0,0 0 0,0 0 0,1 0 0,-1 1 0,0-1 0,0 0 0,0 0 0,0 1 0,1-1 0,-1 1 0,0-1 0,0 1 0,0-1 0,0 1 0,0 0 0,0-1 0,0 1 0,-1 0 0,1 0 0,0 0 0,0 0 0,0 0 0,-1 0 0,1 0 0,-1 0 0,1 0 0,-1 0 0,1 0 0,-1 0 0,1 0 0,-1 0 0,0 1 0,0-1 0,1 0 0,-1 0 0,0 0 0,0 2 0,0 4 0,1 0 0,-1-1 0,0 1 0,0 0 0,-1 0 0,0 0 0,-1 6 0,-10 20 0,-1-1 0,-2-1 0,-1-1 0,-24 36 0,-13 22 0,52-85 0,-1-1 0,1 1 0,-1 0 0,1 0 0,0-1 0,0 1 0,0 0 0,0 0 0,1 0 0,-1 0 0,1 0 0,0 0 0,-1 0 0,2 0 0,-1 0 0,1 6 0,0-7 0,0-1 0,0 0 0,1 1 0,-1-1 0,0 0 0,1 0 0,-1 0 0,1 0 0,-1 0 0,1 0 0,-1 0 0,1 0 0,0-1 0,-1 1 0,1-1 0,0 1 0,0-1 0,-1 0 0,1 1 0,0-1 0,0 0 0,0 0 0,-1-1 0,1 1 0,0 0 0,0 0 0,-1-1 0,1 1 0,3-2 0,102-2-1365,-93 1-5461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24575,'0'5'0,"0"5"0,0 5 0,0 5 0,0 3 0,0 2 0,0 1 0,0 1 0,0-1 0,-4-4 0,-2-6-8191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24575,'-24'49'0,"18"-33"0,1 0 0,0 1 0,2 0 0,0-1 0,-1 22 0,3-35 0,1 1 0,0-1 0,1 1 0,-1-1 0,1 1 0,-1-1 0,1 1 0,0-1 0,0 0 0,0 1 0,1-1 0,-1 0 0,4 6 0,-3-8 0,0 1 0,-1-1 0,1 0 0,0 0 0,0 0 0,0 1 0,0-2 0,0 1 0,0 0 0,0 0 0,0-1 0,0 1 0,0-1 0,0 1 0,0-1 0,0 0 0,1 0 0,-1 0 0,0 0 0,0 0 0,0-1 0,0 1 0,0-1 0,4-1 0,26-12 0,-27 11 0,1 0 0,0 0 0,-1 1 0,1 0 0,0 0 0,8-1 0,-13 2 0,0 1 0,1 0 0,-1 1 0,0-1 0,0 0 0,1 0 0,-1 0 0,0 1 0,0-1 0,0 1 0,0-1 0,1 1 0,-1-1 0,0 1 0,0 0 0,0-1 0,0 1 0,0 0 0,-1 0 0,1 0 0,0 0 0,0-1 0,0 1 0,-1 0 0,1 1 0,0-1 0,-1 0 0,1 0 0,-1 0 0,0 0 0,1 0 0,-1 1 0,0-1 0,1 0 0,-1 0 0,0 2 0,4 65 106,-4-55-473,0 0-1,1 0 0,4 23 0,0-19-6458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24575,'-5'0'0,"0"4"0,-1 6 0,2 6 0,-4 3 0,1 5 0,0 1 0,2 1 0,6-4 0,3-6-8191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17 24575,'0'-1'0,"0"0"0,0 1 0,-1-1 0,1 0 0,0 1 0,0-1 0,0 0 0,0 1 0,0-1 0,-1 0 0,1 1 0,0-1 0,-1 1 0,1-1 0,0 1 0,-1-1 0,1 0 0,-1 1 0,1-1 0,-1 1 0,1 0 0,-1-1 0,1 1 0,-1-1 0,1 1 0,-1 0 0,1 0 0,-1-1 0,0 1 0,1 0 0,-1 0 0,0-1 0,1 1 0,-1 0 0,0 0 0,1 0 0,-1 0 0,0 0 0,1 0 0,-1 0 0,0 0 0,1 1 0,-1-1 0,1 0 0,-1 0 0,0 0 0,1 1 0,-1-1 0,1 0 0,-1 1 0,-1 0 0,-30 18 0,20-8 0,1 0 0,0 1 0,1 1 0,1 0 0,0 0 0,0 1 0,2 0 0,0 1 0,0-1 0,1 1 0,-6 24 0,8-21 0,0-1 0,1 0 0,1 1 0,1 0 0,0-1 0,1 1 0,1 0 0,1-1 0,0 1 0,7 23 0,-8-37 0,0 0 0,1-1 0,-1 1 0,1 0 0,0-1 0,0 1 0,0-1 0,0 0 0,1 0 0,-1 1 0,1-2 0,0 1 0,0 0 0,0-1 0,0 1 0,0-1 0,1 0 0,-1 0 0,1 0 0,0 0 0,3 1 0,-4-3 0,0 0 0,-1 1 0,1-1 0,0 0 0,0 0 0,-1 0 0,1-1 0,0 1 0,-1-1 0,1 1 0,0-1 0,-1 0 0,1 0 0,-1 0 0,1-1 0,-1 1 0,0 0 0,1-1 0,-1 0 0,0 1 0,0-1 0,0 0 0,0 0 0,0 0 0,-1 0 0,1 0 0,-1-1 0,1 1 0,-1-1 0,0 1 0,2-5 0,-2 5 0,0 0 0,0 0 0,0 0 0,0-1 0,0 1 0,0 0 0,-1 0 0,1-1 0,-1 1 0,0 0 0,0-1 0,0 1 0,0-1 0,0 1 0,0 0 0,0-1 0,-2-2 0,2 4 0,-1-1 0,0 1 0,0 0 0,0 0 0,0 0 0,0 0 0,0 0 0,0 0 0,0 0 0,0 0 0,0 0 0,-1 0 0,1 0 0,0 1 0,-1-1 0,1 0 0,0 1 0,-1 0 0,1-1 0,-3 0 0,-2 1 0,0-1 0,1 1 0,-1 0 0,0 1 0,0-1 0,0 1 0,1 0 0,-1 1 0,0-1 0,1 1 0,0 0 0,-10 5 0,11-4-85,-1 0 0,0 0-1,1 0 1,0 1 0,0 0-1,0-1 1,0 1 0,0 1-1,1-1 1,0 1 0,0-1-1,0 1 1,0 0 0,1 0-1,-3 9 1,-1 6-6741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24575,'0'5'0,"0"5"0,-4 5 0,-2 5 0,0 3 0,-3 2 0,1 1 0,0 1 0,3-1 0,6-4 0,2-6-8191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155 126 24575,'3'3'0,"0"0"0,0-1 0,0 1 0,0-1 0,0 0 0,1 0 0,-1 0 0,1 0 0,-1-1 0,1 1 0,0-1 0,-1 0 0,1 0 0,0-1 0,0 1 0,0-1 0,7 1 0,-9-2 0,1 1 0,-1-1 0,1 1 0,-1-1 0,1 0 0,-1 0 0,0 0 0,1-1 0,-1 1 0,0 0 0,0-1 0,0 1 0,0-1 0,0 0 0,0 0 0,-1 0 0,1 0 0,0 0 0,-1 0 0,0 0 0,1 0 0,-1-1 0,0 1 0,0 0 0,0-1 0,-1 1 0,1-1 0,0-2 0,0 2 0,-1-1 0,1 1 0,-1-1 0,0 1 0,0-1 0,0 1 0,0-1 0,0 1 0,-1-1 0,0 1 0,0 0 0,0-1 0,0 1 0,0 0 0,-1-1 0,1 1 0,-1 0 0,0 0 0,0 0 0,0 1 0,0-1 0,0 0 0,-1 1 0,1-1 0,-1 1 0,0 0 0,0 0 0,0 0 0,0 0 0,0 1 0,0-1 0,0 1 0,0-1 0,-1 1 0,1 0 0,-1 1 0,-4-2 0,4 1 0,0 0 0,-1 1 0,1-1 0,0 1 0,-1 0 0,1 0 0,-1 0 0,1 0 0,-1 1 0,1 0 0,0 0 0,-1 0 0,1 1 0,0-1 0,0 1 0,0 0 0,0 0 0,0 0 0,0 1 0,1-1 0,-1 1 0,1 0 0,0 0 0,0 0 0,0 1 0,0-1 0,0 1 0,1-1 0,-5 8 0,4 0 0,1-1 0,-1 1 0,1 0 0,1 0 0,0 0 0,1 0 0,0-1 0,1 1 0,0 0 0,0 0 0,1 0 0,4 11 0,4 13 0,1-1 0,21 43 0,-24-60 0,-1-5 0,-1 1 0,-1 1 0,0-1 0,4 18 0,-8-29 0,-1 0 0,1 1 0,-1-1 0,0 0 0,0 1 0,0-1 0,0 0 0,0 1 0,0-1 0,0 0 0,-1 0 0,1 1 0,-1-1 0,0 0 0,1 0 0,-1 1 0,0-1 0,0 0 0,-1 0 0,1 0 0,0 0 0,-1-1 0,1 1 0,-1 0 0,1 0 0,-1-1 0,0 1 0,0-1 0,0 0 0,0 0 0,0 1 0,-4 0 0,3-1 0,1 0 0,-1 0 0,0 0 0,0 0 0,0-1 0,0 0 0,0 1 0,0-1 0,0 0 0,0-1 0,0 1 0,0-1 0,0 1 0,0-1 0,0 0 0,0 0 0,0 0 0,-3-2 0,1 0 0,0 0 0,0 0 0,1-1 0,-1 0 0,1 0 0,0 0 0,0 0 0,0-1 0,-3-5 0,1 2 0,1 0 0,1 0 0,0-1 0,0 1 0,0-1 0,1 0 0,0 0 0,1-1 0,0 1 0,1 0 0,-1-16 0,2 18-151,1 0-1,0 0 0,1 0 0,-1 0 1,1 0-1,1 0 0,-1 0 1,6-8-1,3-1-6674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39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24575,'2'0'0,"0"-1"0,0 0 0,0 1 0,0-1 0,0 0 0,0 0 0,0 0 0,-1 0 0,1 0 0,0 0 0,0 0 0,-1-1 0,1 1 0,-1-1 0,1 1 0,1-3 0,24-33 0,-18 23 0,10-15 0,-1 0 0,17-40 0,-20 38 0,1 0 0,21-29 0,-36 59 0,-1 1 0,0-1 0,0 1 0,1-1 0,-1 1 0,0-1 0,1 1 0,-1-1 0,0 1 0,1-1 0,-1 1 0,1 0 0,-1-1 0,1 1 0,-1 0 0,1-1 0,-1 1 0,1 0 0,-1 0 0,1-1 0,-1 1 0,1 0 0,-1 0 0,1 0 0,0 0 0,-1 0 0,1 0 0,0 0 0,6 14 0,-5 34 0,-3-42 0,-2 104 0,5 144 0,1-206 0,-4 82 0,0-86 4,-6 38-1373,2-60-5457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24575,'53'20'0,"-28"-13"0,25 8 0,66 11 0,-97-23 0,1-2 0,-1 0 0,0-1 0,0 0 0,0-2 0,0 0 0,20-6 0,-29 5-195,0 0 0,0 0 0,-1-1 0,1-1 0,-1 1 0,14-10 0,-8 3-6631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3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24575,'-24'48'0,"-63"161"0,86-204 0,-1 0 0,1 0 0,-1 0 0,1 0 0,1 0 0,-1 0 0,1 1 0,0-1 0,0 0 0,0 0 0,3 9 0,-3-12 0,1 0 0,0-1 0,0 1 0,0 0 0,-1-1 0,2 1 0,-1-1 0,0 1 0,0-1 0,0 1 0,1-1 0,-1 0 0,1 0 0,-1 0 0,1 0 0,-1 0 0,1 0 0,0 0 0,0 0 0,-1 0 0,1-1 0,0 1 0,0-1 0,0 1 0,0-1 0,-1 0 0,1 0 0,0 0 0,0 0 0,0 0 0,0 0 0,0-1 0,0 1 0,-1 0 0,3-2 0,50-15 0,-45 13 0,0 1 0,1 0 0,-1 0 0,1 1 0,0 0 0,-1 0 0,11 0 0,-18 3 0,0-1 0,0 0 0,0 0 0,0 1 0,0-1 0,0 1 0,0 0 0,0 0 0,-1-1 0,1 1 0,0 0 0,0 0 0,-1 1 0,1-1 0,-1 0 0,3 2 0,-2 0 0,0 0 0,-1 0 0,1 1 0,0-1 0,-1 0 0,1 0 0,-1 1 0,0-1 0,-1 1 0,1-1 0,0 8 0,1 17 0,-2 0 0,-1 0 0,-2 0 0,-8 39 0,-1 15 0,10-47 25,-4 22-1415,1-40-5436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3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50 24575,'-1'0'0,"-1"1"0,0-1 0,1 1 0,-1-1 0,1 1 0,-1 0 0,1 0 0,-1 0 0,1 0 0,0 0 0,-1 0 0,1 0 0,0 0 0,0 1 0,0-1 0,0 0 0,0 1 0,0-1 0,0 1 0,0-1 0,0 1 0,1-1 0,-2 4 0,-8 39 0,10-35 0,1 1 0,-1-1 0,2 0 0,-1 1 0,1-1 0,1 0 0,-1 0 0,1 0 0,1-1 0,0 1 0,5 9 0,-7-16 0,0 1 0,0-1 0,0 1 0,0-1 0,1 1 0,-1-1 0,1 0 0,-1 0 0,1 0 0,0-1 0,0 1 0,0-1 0,-1 1 0,1-1 0,1 0 0,-1 0 0,0 0 0,0 0 0,0-1 0,0 0 0,1 1 0,-1-1 0,0 0 0,0 0 0,1-1 0,-1 1 0,0-1 0,0 1 0,0-1 0,1 0 0,-1 0 0,0-1 0,0 1 0,4-3 0,-2 0 0,0 0 0,0 0 0,0 0 0,-1-1 0,1 1 0,-1-1 0,-1 0 0,1 0 0,0 0 0,-1-1 0,0 1 0,-1-1 0,1 0 0,-1 0 0,0 0 0,0 0 0,-1 0 0,0 0 0,0 0 0,0 0 0,-1-1 0,0-6 0,0 7 0,0 1 0,0-1 0,0 0 0,-1 1 0,1-1 0,-1 1 0,-1-1 0,1 1 0,-1-1 0,0 1 0,0 0 0,0 0 0,-1 0 0,0 0 0,0 0 0,0 0 0,-1 1 0,1 0 0,-1-1 0,0 1 0,-1 1 0,1-1 0,0 1 0,-1-1 0,-5-2 0,6 5 0,0 0 0,0 0 0,0 0 0,-1 0 0,1 1 0,0 0 0,-1 0 0,1 0 0,0 0 0,0 1 0,-1-1 0,1 1 0,0 0 0,0 0 0,0 1 0,0-1 0,0 1 0,0 0 0,0 0 0,1 0 0,-1 1 0,1-1 0,0 1 0,-1 0 0,1 0 0,0 0 0,0 0 0,1 0 0,-1 1 0,1 0 0,0-1 0,0 1 0,0 0 0,0 0 0,1 0 0,-1 0 0,1 0 0,0 0 0,0 0 0,1 1 0,-1 5 0,2 15-1365,2-2-5461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4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0 24575,'-1'1'0,"1"-1"0,-1 0 0,0 0 0,1 1 0,-1-1 0,0 1 0,1-1 0,-1 0 0,1 1 0,-1-1 0,1 1 0,-1-1 0,1 1 0,-1 0 0,1-1 0,0 1 0,-1-1 0,1 1 0,0 0 0,-1-1 0,1 1 0,0 0 0,0-1 0,-1 1 0,1 0 0,0-1 0,0 1 0,0 0 0,0 0 0,0-1 0,0 1 0,0 0 0,1-1 0,-1 1 0,0 0 0,0 0 0,0-1 0,1 1 0,-1 0 0,1 0 0,12 41 0,-10-33 0,16 54 0,5 13 0,24 135 0,-47-203 0,-1 1 0,0 0 0,-1 0 0,0 0 0,0-1 0,-1 1 0,0-1 0,0 1 0,-1-1 0,0 1 0,0-1 0,-1 0 0,0-1 0,-1 1 0,0-1 0,-10 13 0,11-15 0,-1 0 0,1 0 0,-1-1 0,0 0 0,0 0 0,-1 0 0,1 0 0,-1-1 0,0 0 0,0 0 0,0 0 0,0-1 0,0 0 0,-1 0 0,1-1 0,0 0 0,-1 0 0,1 0 0,-1-1 0,0 0 0,1 0 0,-1-1 0,-8-1 0,10 1 9,0-1-1,0 0 1,1 0-1,-1 0 1,1-1 0,-1 0-1,1 1 1,0-1-1,0-1 1,0 1-1,0-1 1,1 1-1,-4-6 1,-3-4-504,2 0 0,-15-28 0,10 14-6331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6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103 271 24575,'7'-1'0,"0"0"0,0 0 0,0-1 0,0 0 0,0-1 0,0 1 0,-1-1 0,1-1 0,-1 1 0,0-1 0,0 0 0,0 0 0,0-1 0,-1 0 0,0 0 0,0 0 0,0-1 0,-1 1 0,1-1 0,-1 0 0,3-8 0,-4 10 0,-1-1 0,0 1 0,0 0 0,0-1 0,-1 0 0,1 1 0,-1-1 0,0 0 0,-1 0 0,1 1 0,-1-1 0,0 0 0,0 0 0,0 0 0,-1 0 0,0 1 0,0-1 0,0 0 0,0 0 0,-1 1 0,0-1 0,0 1 0,0 0 0,0-1 0,-1 1 0,1 0 0,-1 0 0,0 1 0,-1-1 0,1 1 0,-1-1 0,1 1 0,-1 0 0,-7-4 0,8 4 0,-1 0 0,0 1 0,0-1 0,-1 1 0,1 0 0,0 0 0,-1 1 0,1-1 0,-1 1 0,0 0 0,1 0 0,-6 0 0,7 1 0,1 1 0,-1-1 0,0 1 0,1 0 0,-1 0 0,1 0 0,0 0 0,-1 0 0,1 1 0,0-1 0,0 1 0,-1 0 0,1-1 0,0 1 0,1 0 0,-1 0 0,0 0 0,1 0 0,-1 0 0,1 1 0,-1-1 0,0 4 0,-4 4 0,2 0 0,-1 0 0,2 0 0,-1 1 0,1 0 0,1-1 0,0 1 0,1 0 0,0 0 0,0 0 0,1 0 0,0 0 0,1 0 0,1 0 0,0 0 0,5 18 0,1-6 0,1-1 0,1 0 0,1 0 0,1-1 0,1-1 0,26 32 0,79 100 0,-116-149 0,0-1 0,0 1 0,0 0 0,0 0 0,0 0 0,-1 0 0,1 0 0,-1 0 0,0 0 0,0 1 0,0-1 0,0 0 0,-1 1 0,1-1 0,-1 1 0,0-1 0,0 0 0,0 1 0,-1-1 0,1 1 0,-1-1 0,1 0 0,-1 1 0,0-1 0,-1 0 0,1 0 0,0 1 0,-1-1 0,0 0 0,0-1 0,0 1 0,0 0 0,0-1 0,0 1 0,-1-1 0,1 1 0,-1-1 0,0 0 0,0 0 0,0 0 0,0-1 0,-6 3 0,1 1 0,0-1 0,-1-1 0,0 0 0,0 0 0,0 0 0,0-2 0,-1 1 0,1-1 0,-1 0 0,1-1 0,0 0 0,-1 0 0,1-1 0,-18-4 0,21 3 0,1 0 0,-1 0 0,0-1 0,1 0 0,-1 0 0,1-1 0,0 1 0,0-1 0,0 0 0,0 0 0,1-1 0,0 1 0,0-1 0,0 0 0,1 0 0,-1-1 0,1 1 0,0-1 0,1 1 0,-1-1 0,1 0 0,0 0 0,1 0 0,0 0 0,-1-1 0,1-7 0,1 3 0,0 1 0,0-1 0,1 1 0,1-1 0,-1 1 0,2 0 0,0-1 0,0 1 0,0 0 0,2 1 0,-1-1 0,1 1 0,0 0 0,13-17 0,53-59-1365,-49 57-5461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19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79 312 24575,'8'0'0,"0"0"0,1 0 0,-1-1 0,0 0 0,0-1 0,0 0 0,0 0 0,0 0 0,0-1 0,8-5 0,-10 4 0,-1 0 0,1 0 0,-1 0 0,0-1 0,-1 0 0,1 0 0,-1 0 0,0 0 0,0-1 0,-1 0 0,0 1 0,0-1 0,3-8 0,-4 7 0,0 0 0,0-1 0,0 1 0,-1-1 0,0 1 0,-1-1 0,1 1 0,-2-1 0,1 1 0,-1-1 0,0 0 0,0 1 0,-1 0 0,0-1 0,-1 1 0,1 0 0,-1 0 0,-1 0 0,-4-7 0,6 10 0,-1 0 0,1 0 0,-1 0 0,-1 0 0,1 0 0,0 1 0,-1 0 0,0 0 0,0 0 0,0 0 0,0 0 0,0 1 0,0-1 0,-1 1 0,1 0 0,-1 1 0,0-1 0,1 1 0,-1 0 0,0 0 0,0 0 0,0 1 0,0 0 0,0 0 0,1 0 0,-1 0 0,0 1 0,0 0 0,0 0 0,-8 3 0,10-3 0,0 0 0,-1 1 0,1-1 0,0 1 0,0 0 0,0 0 0,0 0 0,0 0 0,0 0 0,0 1 0,1-1 0,-1 1 0,1 0 0,0 0 0,0 0 0,0 0 0,0 0 0,0 0 0,1 0 0,-1 1 0,1-1 0,0 1 0,0-1 0,0 1 0,1-1 0,-1 1 0,1-1 0,0 1 0,0 0 0,0-1 0,0 1 0,1-1 0,-1 1 0,1 0 0,1 3 0,3 8 0,0 1 0,0-1 0,1-1 0,1 1 0,1-1 0,13 20 0,42 47 0,-44-58 0,-1 0 0,-1 1 0,28 52 0,-35-54 0,-2-6 0,0 1 0,-1-1 0,-1 1 0,-1 1 0,6 27 0,-11-41 0,1 0 0,-1-1 0,0 1 0,0 0 0,-1 0 0,1-1 0,-1 1 0,0 0 0,1-1 0,-2 1 0,1 0 0,0-1 0,-1 0 0,0 1 0,0-1 0,0 0 0,0 0 0,0 0 0,0 0 0,-1 0 0,0 0 0,1-1 0,-1 1 0,0-1 0,0 0 0,-1 0 0,1 0 0,0 0 0,-1-1 0,1 1 0,-1-1 0,-6 2 0,4-1 0,0-1 0,-1 0 0,1 0 0,-1 0 0,1-1 0,-1 1 0,1-2 0,-1 1 0,1-1 0,-1 0 0,1 0 0,0-1 0,0 0 0,-1 0 0,1 0 0,0-1 0,1 0 0,-1 0 0,0 0 0,1-1 0,0 0 0,0 0 0,0 0 0,0-1 0,1 0 0,-6-7 0,2 2 0,0-1 0,0 0 0,2 0 0,-1-1 0,1 0 0,1 0 0,0-1 0,1 1 0,0-1 0,1 0 0,0 0 0,0-14 0,2 10-151,2-1-1,0 1 0,0-1 0,2 1 1,0-1-1,1 1 0,1 0 1,7-17-1,-4 18-6674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23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122 278 24575,'3'-1'0,"0"1"0,0-1 0,0 0 0,0-1 0,0 1 0,0 0 0,-1-1 0,1 1 0,-1-1 0,1 0 0,-1 0 0,4-3 0,26-28 0,-32 33 0,4-4 0,1-1 0,-1 0 0,-1 0 0,1-1 0,-1 1 0,0-1 0,0 0 0,0 1 0,-1-1 0,0-1 0,0 1 0,-1 0 0,1 0 0,-1 0 0,-1-1 0,1 1 0,-2-12 0,0 12 0,0 1 0,-1 0 0,0-1 0,0 1 0,0 0 0,0 0 0,-1 0 0,0 0 0,0 0 0,0 1 0,-1-1 0,0 1 0,0 0 0,0 0 0,0 1 0,0-1 0,-1 1 0,1 0 0,-1 0 0,-10-4 0,13 5 0,-1 0 0,0 1 0,1 0 0,-1-1 0,0 1 0,0 0 0,0 0 0,0 1 0,0-1 0,0 1 0,-1-1 0,1 1 0,0 0 0,0 0 0,0 0 0,0 1 0,0-1 0,0 1 0,0 0 0,0 0 0,0 0 0,0 0 0,0 0 0,0 1 0,0-1 0,-4 4 0,4-1 0,0 0 0,0-1 0,0 1 0,0 1 0,1-1 0,-1 0 0,1 1 0,0-1 0,0 1 0,1 0 0,0 0 0,0-1 0,0 1 0,0 0 0,1 0 0,-1 6 0,1 0 0,0 0 0,1-1 0,0 1 0,1 0 0,0 0 0,1-1 0,0 0 0,0 1 0,1-1 0,1 0 0,5 9 0,7 7 0,0-1 0,33 35 0,-23-29 0,-23-25 0,1 0 0,-1 0 0,0 0 0,-1 1 0,1 0 0,-1-1 0,-1 1 0,1 0 0,-1 0 0,-1 1 0,1-1 0,-1 0 0,0 1 0,-1-1 0,0 0 0,0 1 0,0-1 0,-1 0 0,-2 11 0,1-12 0,0-1 0,0 1 0,0-1 0,0 1 0,-1-1 0,0 0 0,0 0 0,0 0 0,-1-1 0,1 1 0,-1-1 0,0 1 0,-1-1 0,1 0 0,-1-1 0,1 1 0,-1-1 0,0 0 0,-1 0 0,1-1 0,0 1 0,-1-1 0,1-1 0,-11 3 0,12-3 0,0-1 0,1 0 0,-1 0 0,0-1 0,0 1 0,0-1 0,1 0 0,-1 0 0,0 0 0,1 0 0,-1 0 0,1-1 0,0 0 0,-1 0 0,1 0 0,0 0 0,0 0 0,0 0 0,0-1 0,0 0 0,1 0 0,-1 1 0,1-1 0,0 0 0,0-1 0,0 1 0,0 0 0,1-1 0,-1 1 0,-1-6 0,0 1 0,-1-1 0,1 1 0,1-1 0,0 0 0,0-1 0,1 1 0,0 0 0,0 0 0,1 0 0,0-1 0,2-12 0,3 7-14,1 0 0,0 1 0,1 0 0,1 0 0,0 0-1,1 1 1,0 1 0,1-1 0,0 1 0,14-11 0,13-18-1196,-25 26-5616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528 0 24575,'-2'0'0,"0"1"0,0 0 0,0-1 0,0 1 0,0 0 0,0 0 0,0 0 0,0 0 0,0 0 0,0 0 0,1 1 0,-1-1 0,1 1 0,-1-1 0,1 1 0,-1 0 0,0 1 0,-25 37 0,22-30 0,-144 221 0,-58 98 0,200-317-90,-82 132-1185,79-131-5551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24575,'-1'9'0,"-1"-1"0,0 1 0,0-1 0,-1 0 0,0 1 0,-5 9 0,-3 6 0,0 6 0,-22 63 0,31-87 0,1 0 0,-1 1 0,1-1 0,0 1 0,1 0 0,0-1 0,0 1 0,0-1 0,1 1 0,0-1 0,2 10 0,-2-13 0,1 0 0,0-1 0,-1 1 0,1-1 0,0 0 0,0 1 0,0-1 0,1 0 0,-1 0 0,0-1 0,1 1 0,-1 0 0,1-1 0,0 1 0,-1-1 0,1 0 0,0 0 0,0 0 0,0 0 0,0-1 0,0 1 0,0-1 0,0 1 0,0-1 0,0 0 0,0 0 0,0-1 0,0 1 0,0-1 0,4-1 0,7 0 0,0-1 0,0-1 0,-1-1 0,1 0 0,14-8 0,-15 6-195,0-2 0,-1 1 0,0-2 0,-1 0 0,1 0 0,8-12 0,8-10-6631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1 24575,'-9'15'0,"-1"15"0,6-11 0,1 0 0,1 1 0,1-1 0,0 0 0,2 1 0,0-1 0,7 36 0,-8-54 3,1 0 1,-1 1-1,1-1 0,0 1 0,-1-1 1,1 0-1,0 1 0,0-1 0,0 0 1,0 0-1,0 0 0,0 0 0,0 1 1,0-1-1,0-1 0,0 1 0,1 0 1,-1 0-1,0 0 0,1-1 0,-1 1 0,0-1 1,1 1-1,-1-1 0,1 1 0,-1-1 1,1 0-1,-1 0 0,1 0 0,-1 0 1,1 0-1,-1 0 0,1 0 0,-1 0 1,1-1-1,2 0 0,2-1-215,1-1 0,-1 1 0,0-2-1,0 1 1,0-1 0,9-7 0,2-3-6614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24575,'0'4'0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7 472 24575,'1'-4'0,"1"0"0,0 0 0,0 1 0,0-1 0,0 1 0,1-1 0,-1 1 0,1 0 0,5-4 0,3-5 0,4-7 0,18-24 0,44-70 0,-69 99 0,-1 0 0,0-1 0,-1 0 0,-1 0 0,0 0 0,-1-1 0,0 1 0,-1-1 0,1-28 0,-4 41 0,0 1 0,0-1 0,0 0 0,0 0 0,0 1 0,0-1 0,-1 1 0,1-1 0,-1 0 0,0 1 0,0-1 0,0 1 0,0-1 0,0 1 0,-1 0 0,1-1 0,-1 1 0,1 0 0,-1 0 0,0 0 0,0 0 0,0 0 0,0 1 0,0-1 0,0 0 0,0 1 0,-1 0 0,-1-2 0,1 3 0,0 0 0,1 0 0,-1 0 0,1 0 0,-1 0 0,1 1 0,-1-1 0,1 1 0,-1 0 0,1-1 0,-1 1 0,1 0 0,0 0 0,0 1 0,-1-1 0,1 0 0,0 1 0,0 0 0,0-1 0,0 1 0,1 0 0,-1 0 0,0 0 0,1 0 0,-1 0 0,1 0 0,0 0 0,0 1 0,-2 2 0,-9 22 0,0 0 0,1 0 0,2 1 0,-9 46 0,-11 123 0,20-129 0,-10 224 0,16-284-1365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0 151 24575,'4'-4'0,"6"-6"0,9 0 0,5-3 0,7 0 0,6-1 0,6 2 0,2-2 0,7-2 0,6-6 0,-6-1-8191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77 51 24575,'0'-8'0,"1"6"0,-1 0 0,0-1 0,0 1 0,1 0 0,-2 0 0,1-1 0,0 1 0,0 0 0,-1 0 0,1 0 0,-1 0 0,0-1 0,0 1 0,0 0 0,0 0 0,0 0 0,-2-3 0,2 5 0,1 0 0,-1 0 0,1 0 0,-1 0 0,1 0 0,-1 0 0,1 0 0,-1 0 0,1 0 0,-1 0 0,1 0 0,-1 1 0,1-1 0,-1 0 0,1 0 0,-1 1 0,1-1 0,0 0 0,-1 0 0,1 1 0,-1-1 0,1 0 0,0 1 0,-1-1 0,1 1 0,0-1 0,-1 0 0,1 1 0,0-1 0,0 1 0,0-1 0,-1 1 0,1-1 0,0 1 0,0 0 0,-8 18 0,-4 18 0,2 1 0,-9 75 0,17-89 0,0 0 0,2 1 0,0-1 0,2 0 0,9 46 0,-10-66-54,-1-1-1,1 1 0,0-1 1,0 1-1,0-1 1,1 0-1,-1 1 0,1-1 1,0 0-1,0 0 1,0 0-1,0-1 0,0 1 1,1 0-1,-1-1 0,1 1 1,0-1-1,0 0 1,0 0-1,0 0 0,0 0 1,0-1-1,0 1 1,5 1-1,6-3-6771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51 24575,'0'-5'0,"4"-4"0,6-2 0,5 2 0,4 2 0,2 2 0,3 2 0,0 2 0,-3 1-8191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4 24575,'0'-1'0,"-1"1"0,0-1 0,1 1 0,-1 0 0,0-1 0,0 1 0,1 0 0,-1 0 0,0-1 0,0 1 0,1 0 0,-1 0 0,0 0 0,0 0 0,1 0 0,-1 0 0,0 0 0,0 0 0,0 1 0,1-1 0,-1 0 0,0 0 0,1 1 0,-1-1 0,0 0 0,0 1 0,1-1 0,-1 0 0,0 1 0,1-1 0,-1 1 0,1-1 0,-1 1 0,1 0 0,-1-1 0,1 1 0,-1 0 0,1-1 0,0 1 0,-1 0 0,1-1 0,0 1 0,-1 0 0,1 0 0,0 0 0,-17 41 0,16-39 0,-57 205 0,51-172 0,2 0 0,1 0 0,2 71 0,2-105 0,0 0 0,0 0 0,0 0 0,0 0 0,1 0 0,-1 0 0,0 0 0,1 0 0,0 0 0,-1-1 0,1 1 0,0 0 0,0 0 0,0 0 0,0-1 0,2 3 0,-2-3 0,-1-1 0,1 0 0,0 0 0,0 0 0,-1 0 0,1 0 0,0 0 0,-1 0 0,1 0 0,0 0 0,0 0 0,-1 0 0,1 0 0,0 0 0,-1-1 0,1 1 0,0 0 0,-1 0 0,1-1 0,0 1 0,-1 0 0,1-1 0,-1 1 0,1-1 0,0 1 0,-1-1 0,1 1 0,0-2 0,4-4 0,1-1 0,-1 0 0,0 0 0,-1-1 0,7-12 0,0-10 0,11-25 0,-20 52 0,-1 0 0,1 0 0,0 0 0,0 0 0,0 1 0,0-1 0,0 0 0,0 1 0,1-1 0,-1 1 0,1 0 0,4-3 0,-6 5 0,0 0 0,0-1 0,0 1 0,0 0 0,0 0 0,0 0 0,0 0 0,0 0 0,0 0 0,0 0 0,0 0 0,0 0 0,0 1 0,0-1 0,0 0 0,0 0 0,-1 1 0,1-1 0,0 1 0,0-1 0,0 1 0,0-1 0,-1 1 0,1 0 0,0-1 0,0 1 0,-1 0 0,1-1 0,-1 1 0,1 0 0,-1 0 0,1 0 0,-1 0 0,1 0 0,0 1 0,15 39 0,-12-28 0,-3-8-124,2 0 0,-1 0 0,0 0 0,1 0 0,0-1 0,0 1-1,0-1 1,1 1 0,0-1 0,4 3 0,3 1-6702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24575,'8'-1'0,"-1"0"0,1 0 0,0-1 0,-1 0 0,1 0 0,-1-1 0,0 0 0,0 0 0,0 0 0,13-10 0,-9 6 0,-1-1 0,0 0 0,-1-1 0,1 0 0,14-19 0,-23 26 0,1 0 0,-1 0 0,0 0 0,1 0 0,-1-1 0,0 1 0,0 0 0,0-1 0,-1 1 0,1 0 0,-1-1 0,1 1 0,-1-1 0,0 1 0,0-1 0,0-2 0,0 3 0,0 1 0,-1 0 0,1-1 0,-1 1 0,1 0 0,-1-1 0,0 1 0,1 0 0,-1 0 0,0 0 0,0-1 0,0 1 0,0 0 0,0 0 0,0 0 0,0 0 0,0 1 0,0-1 0,-1 0 0,-1-1 0,0 1 0,1 1 0,-1-1 0,1 0 0,-1 1 0,1 0 0,-1 0 0,1-1 0,-1 1 0,0 1 0,1-1 0,-1 0 0,1 1 0,-1-1 0,1 1 0,-1 0 0,1 0 0,-1 0 0,1 0 0,0 0 0,0 1 0,-1-1 0,1 0 0,0 1 0,0 0 0,0 0 0,1-1 0,-1 1 0,0 0 0,-2 4 0,1-2 5,1 1 1,-1 0-1,1 0 0,0 0 0,0 0 0,0 0 1,0 0-1,1 0 0,0 0 0,0 1 1,1-1-1,-1 1 0,1-1 0,0 0 0,1 1 1,-1-1-1,1 0 0,0 1 0,1-1 0,-1 0 1,1 0-1,3 7 0,-3-9-51,0 1-1,-1-1 1,2 0-1,-1 0 1,0 0 0,1 0-1,-1 0 1,1 0-1,0-1 1,0 1 0,0-1-1,0 0 1,1 0-1,-1 0 1,0 0-1,1 0 1,-1-1 0,1 0-1,0 0 1,0 0-1,-1 0 1,1 0 0,0-1-1,0 0 1,0 1-1,-1-1 1,1-1 0,0 1-1,0-1 1,0 1-1,4-3 1,14-3-6780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0 24575,'0'4'0,"-4"6"0,-1 5 0,0 3 0,0 4 0,7-2 0,5-9 0,7-10 0,4-6 0,0-5 0,0-2 0,2-2 0,1 1 0,1 3 0,1 2 0,-3 4-8191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24575,'1'1'0,"-1"1"0,1 0 0,0-1 0,0 1 0,-1-1 0,1 1 0,0-1 0,0 1 0,0-1 0,0 0 0,1 1 0,-1-1 0,0 0 0,1 0 0,-1 0 0,0 0 0,1 0 0,-1 0 0,1 0 0,0-1 0,-1 1 0,3 0 0,37 13 0,-35-14 0,0 1 0,0-1 0,0 0 0,0 0 0,0 0 0,0-1 0,0 0 0,-1 0 0,1-1 0,0 0 0,10-4 0,-13 5 0,0-1 0,1 0 0,-1 1 0,0-1 0,0 0 0,0 0 0,0-1 0,0 1 0,0-1 0,-1 0 0,1 1 0,-1-1 0,0 0 0,0 0 0,0 0 0,0-1 0,0 1 0,-1 0 0,0-1 0,2-5 0,-3 8 0,1 0 0,-1 0 0,0 0 0,0 0 0,0 0 0,0 0 0,1 0 0,-2 0 0,1 0 0,0 0 0,0 0 0,0 0 0,0 0 0,0 1 0,-1-1 0,1 0 0,-1 0 0,1 0 0,0 0 0,-1 0 0,0 0 0,1 0 0,-1 1 0,1-1 0,-1 0 0,0 0 0,0 1 0,1-1 0,-2 0 0,0 0 0,0 1 0,0-1 0,0 1 0,0 0 0,-1-1 0,1 1 0,0 0 0,0 0 0,0 1 0,0-1 0,0 0 0,0 1 0,-3 0 0,-3 2 0,0 0 0,1 0 0,-1 1 0,1 0 0,-1 0 0,-8 8 0,10-5 0,1 0 0,-1 0 0,1 0 0,1 1 0,0 0 0,0 0 0,0 0 0,1 0 0,0 0 0,1 1 0,0-1 0,0 1 0,1 0 0,0-1 0,0 10 0,1-13 0,0 0 0,1-1 0,-1 1 0,1 0 0,0-1 0,0 1 0,0-1 0,1 1 0,0-1 0,0 1 0,0-1 0,0 0 0,3 4 0,-3-5 0,1-1 0,-1 0 0,1 1 0,-1-1 0,1 0 0,0 0 0,0-1 0,0 1 0,0-1 0,0 1 0,0-1 0,0 0 0,0 0 0,1 0 0,-1 0 0,0-1 0,1 0 0,-1 1 0,1-1 0,2-1 0,5 0-170,0-1-1,0 0 0,0 0 1,-1-1-1,1-1 0,-1 0 1,11-6-1,29-15-6655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24575,'-4'4'0,"-2"6"0,1 5 0,1 3 0,1 4 0,1 2 0,1 1 0,5-5 0,1-4-8191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11 24575,'0'-4'0,"-4"-2"0,-2 5 0,5 3 0,2 4 0,2 1-8191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212 15 24575,'-23'-8'0,"22"7"0,0 1 0,0-1 0,0 0 0,0 1 0,0-1 0,1 1 0,-1-1 0,0 1 0,0 0 0,0-1 0,0 1 0,0 0 0,0 0 0,-1-1 0,1 1 0,0 0 0,0 0 0,0 0 0,0 0 0,0 0 0,0 1 0,0-1 0,0 0 0,0 0 0,0 1 0,0-1 0,0 1 0,0-1 0,0 1 0,0-1 0,0 1 0,1-1 0,-1 1 0,0 0 0,0-1 0,0 1 0,1 0 0,-1 0 0,1 0 0,-1 0 0,0-1 0,1 1 0,-1 0 0,1 0 0,0 0 0,-1 0 0,1 2 0,-3 6 0,0 0 0,1 0 0,0 1 0,0-1 0,1 1 0,1 11 0,-1-11 0,1-1 0,-1 1 0,0 0 0,-1-1 0,0 1 0,-6 13 0,3-10 0,1-4 0,0 1 0,0-2 0,-1 1 0,-8 12 0,12-20 0,0 0 0,0 1 0,0-1 0,0 0 0,0 0 0,0 0 0,-1 0 0,1 0 0,0 0 0,-1 0 0,1 0 0,0 0 0,-1-1 0,1 1 0,-1-1 0,1 1 0,-1-1 0,0 1 0,1-1 0,-1 0 0,1 0 0,-1 0 0,0 0 0,1 0 0,-1 0 0,1 0 0,-1-1 0,0 1 0,1 0 0,-1-1 0,1 0 0,-1 1 0,-2-2 0,-13-10-1365,0-1-5461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 18 24575,'-3'0'0,"-1"0"0,0 0 0,1 1 0,-1 0 0,1-1 0,-1 1 0,1 0 0,0 1 0,-1-1 0,1 1 0,0 0 0,0-1 0,0 1 0,0 0 0,0 1 0,-5 4 0,4-2 0,0 0 0,0 1 0,0-1 0,1 1 0,0 0 0,0 0 0,0 0 0,-3 12 0,3-9 0,1 0 0,1 0 0,-1 0 0,1 0 0,1 0 0,-1 0 0,2 0 0,-1 0 0,1 0 0,1 0 0,0 0 0,0 0 0,6 16 0,-7-24 0,-1 1 0,1-1 0,0 1 0,0-1 0,0 0 0,0 1 0,0-1 0,0 0 0,0 0 0,1 1 0,-1-1 0,0 0 0,1 0 0,-1 0 0,1-1 0,-1 1 0,1 0 0,-1-1 0,1 1 0,-1 0 0,1-1 0,0 0 0,3 1 0,-2-1 0,0-1 0,0 1 0,0-1 0,0 0 0,0 1 0,0-2 0,0 1 0,0 0 0,0 0 0,-1-1 0,1 0 0,2-2 0,4-2 0,0-1 0,-1-1 0,-1 0 0,1 0 0,-1-1 0,8-13 0,-11 16 0,-1-1 0,1-1 0,-2 1 0,1 0 0,-1-1 0,0 1 0,-1-1 0,0 0 0,0 1 0,0-1 0,-1-9 0,0 13 0,-1-1 0,1 1 0,-1 0 0,0 0 0,0-1 0,0 1 0,0 0 0,-1 0 0,0 0 0,0 0 0,0 1 0,0-1 0,0 0 0,-1 1 0,1 0 0,-1-1 0,0 1 0,0 0 0,-1 0 0,1 1 0,-6-4 0,8 5 0,0 0 0,0 1 0,0-1 0,0 0 0,-1 1 0,1-1 0,0 1 0,0-1 0,-1 1 0,1 0 0,0 0 0,-1 0 0,1-1 0,0 1 0,-1 0 0,1 1 0,0-1 0,0 0 0,-1 0 0,0 1 0,1-1 0,0 1 0,0 0 0,1-1 0,-1 1 0,0 0 0,1-1 0,-1 1 0,1 0 0,-1 0 0,0-1 0,1 1 0,0 0 0,-1 0 0,1 0 0,0 0 0,-1 0 0,1 0 0,0 0 0,0 0 0,0 1 0,-1 3 0,1-1 0,1 1 0,-1-1 0,1 0 0,-1 1 0,1-1 0,1 0 0,-1 1 0,0-1 0,4 5 0,0 0-59,0-1 0,0 0-1,1-1 1,0 1-1,0-1 1,1 0 0,0-1-1,0 0 1,1 0 0,-1 0-1,1-1 1,1 0 0,-1-1-1,1 0 1,-1 0-1,1 0 1,0-2 0,0 1-1,1-1 1,-1 0 0,1-1-1,11 1 1,4-1-6767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24575,'0'-1'0,"1"0"0,-1 0 0,1-1 0,0 1 0,-1 0 0,1 0 0,0 0 0,0 0 0,0 0 0,0 0 0,0 1 0,0-1 0,0 0 0,0 0 0,0 1 0,0-1 0,0 1 0,0-1 0,0 1 0,1-1 0,-1 1 0,0-1 0,0 1 0,1 0 0,-1 0 0,0 0 0,2 0 0,37-3 0,-34 3 0,-1 0 0,1 1 0,0 0 0,-1 0 0,1 0 0,-1 0 0,1 1 0,-1 0 0,10 6 0,-13-8 0,-1 1 0,0 0 0,0 0 0,0 1 0,0-1 0,0 0 0,0 0 0,0 0 0,0 1 0,0-1 0,0 0 0,-1 1 0,1-1 0,0 1 0,-1-1 0,0 1 0,1-1 0,-1 1 0,0-1 0,0 1 0,1-1 0,-1 1 0,0-1 0,-1 1 0,1 0 0,0-1 0,0 1 0,-1-1 0,1 1 0,-1-1 0,1 1 0,-1-1 0,0 0 0,1 1 0,-1-1 0,0 0 0,0 1 0,0-1 0,0 0 0,-2 1 0,-36 47 0,29-39 0,1 0 0,0 1 0,1 1 0,0-1 0,1 1 0,0 0 0,-10 26 0,17-37 0,-1 0 0,1 1 0,-1-1 0,1 0 0,0 0 0,0 0 0,-1 1 0,1-1 0,0 0 0,0 0 0,0 1 0,0-1 0,0 0 0,1 0 0,-1 0 0,0 1 0,1-1 0,-1 0 0,0 0 0,1 0 0,-1 0 0,1 1 0,0-1 0,-1 0 0,1 0 0,0 0 0,0 0 0,0-1 0,1 3 0,1-2 0,-1-1 0,0 1 0,1-1 0,-1 1 0,0-1 0,1 0 0,-1 0 0,1 0 0,-1 0 0,0-1 0,1 1 0,-1-1 0,1 1 0,2-2 0,8-2 0,-1-1 0,1-1 0,-1 0 0,16-10 0,-5 0-1365,-3 3-5461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0 205 24575,'11'-1'0,"-1"0"0,1 0 0,-1-1 0,0-1 0,1 0 0,-1 0 0,0-1 0,-1 0 0,1-1 0,15-10 0,-19 11 0,1 0 0,-1-1 0,0 0 0,0 0 0,-1 0 0,1-1 0,-1 0 0,0 0 0,-1-1 0,1 1 0,-1-1 0,-1 0 0,1 0 0,-1 0 0,2-9 0,-4 14 0,-1 0 0,1 0 0,-1 1 0,1-1 0,-1 0 0,0 0 0,0 0 0,0 0 0,0 0 0,-1 0 0,1 0 0,0 0 0,-1 0 0,1 0 0,-1 0 0,0 0 0,1 0 0,-1 1 0,0-1 0,0 0 0,-1 1 0,1-1 0,0 0 0,0 1 0,-1 0 0,1-1 0,-1 1 0,1 0 0,-1-1 0,1 1 0,-3-1 0,1 1 0,1 1 0,0-1 0,-1 1 0,1-1 0,-1 1 0,1 0 0,-1 0 0,1 0 0,-1 0 0,1 0 0,-1 0 0,1 1 0,-1-1 0,1 1 0,-1 0 0,1 0 0,0 0 0,-1 0 0,1 0 0,0 0 0,0 1 0,0-1 0,0 1 0,-3 2 0,-1 3 0,0 1 0,1-1 0,0 1 0,0 0 0,1 1 0,0-1 0,0 1 0,1 0 0,0 0 0,1 0 0,0 0 0,0 0 0,0 16 0,1-20 0,1 0 0,0 1 0,1-1 0,-1 0 0,1 1 0,0-1 0,0 0 0,1 0 0,-1 0 0,1 0 0,4 7 0,-4-9 0,-1-1 0,1 1 0,0-1 0,0 0 0,1 0 0,-1 0 0,0 0 0,1 0 0,-1 0 0,1 0 0,0-1 0,-1 1 0,1-1 0,0 0 0,0 0 0,0 0 0,0 0 0,0-1 0,0 1 0,6 0 0,-4-2-97,0 1-1,0-1 1,0 1-1,0-1 1,0-1-1,0 1 1,-1-1-1,1 0 1,0 0-1,-1 0 1,0-1-1,1 1 0,4-5 1,12-8-6729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88 24575,'1'0'0,"1"0"0,0 0 0,-1 0 0,1 0 0,-1 0 0,1 0 0,-1 0 0,1 0 0,-1 1 0,1-1 0,-1 1 0,1-1 0,-1 1 0,1 0 0,-1-1 0,0 1 0,1 0 0,-1 0 0,0 0 0,0 0 0,1 0 0,-1 0 0,0 0 0,0 1 0,0-1 0,-1 0 0,1 1 0,0-1 0,1 3 0,-1 1 0,0 0 0,-1 1 0,1-1 0,-1 0 0,0 1 0,-1-1 0,0 7 0,0-9 0,0 1 0,1-1 0,-1 1 0,1 0 0,0-1 0,0 1 0,0 0 0,1-1 0,0 1 0,-1-1 0,1 1 0,0-1 0,3 6 0,-3-8 0,0 0 0,1 0 0,-1 0 0,0 0 0,1-1 0,-1 1 0,1 0 0,-1-1 0,1 1 0,-1-1 0,1 0 0,0 1 0,-1-1 0,1 0 0,-1 0 0,1 0 0,-1 0 0,1 0 0,0-1 0,-1 1 0,1 0 0,-1-1 0,1 1 0,-1-1 0,1 1 0,-1-1 0,1 0 0,-1 0 0,0 0 0,1 1 0,1-4 0,45-33 0,-45 35 0,13-14 0,14-10 0,-29 27 0,0 0 0,0 1 0,0-1 0,0 1 0,-1-1 0,1 0 0,0 1 0,-1-1 0,1 1 0,-1 0 0,1-1 0,-1 1 0,0-1 0,0 1 0,1 0 0,-1-1 0,0 1 0,-1 0 0,1 2 0,1 5 0,-1-7 0,0 0 0,0 1 0,1-1 0,-1 0 0,1 1 0,0-1 0,0 0 0,0 0 0,0 1 0,0-1 0,0 0 0,0 0 0,1 0 0,-1 0 0,1-1 0,-1 1 0,1 0 0,0-1 0,0 1 0,0-1 0,0 1 0,4 1 0,-3-2 0,0-1 0,0 1 0,0-1 0,0 0 0,0 0 0,0 0 0,1 0 0,-1 0 0,0-1 0,0 0 0,0 1 0,0-1 0,0 0 0,0 0 0,3-3 0,5-1 0,-1-1 0,-1 0 0,1-1 0,-1 0 0,0-1 0,0 0 0,-1 0 0,11-15 0,-12 12 0,0 0 0,-1 0 0,-1-1 0,7-18 0,-11 27 0,-1 0 0,1 0 0,0 0 0,-1 0 0,0 0 0,1 0 0,-1 0 0,0-1 0,-1 1 0,1 0 0,-1-4 0,0 6 0,1 0 0,-1 0 0,0 0 0,1-1 0,-1 1 0,0 0 0,0 0 0,0 0 0,0 0 0,1 0 0,-1 0 0,-1 1 0,1-1 0,0 0 0,0 0 0,0 1 0,0-1 0,0 1 0,-1-1 0,1 1 0,0-1 0,-1 1 0,1 0 0,0 0 0,-1 0 0,-1 0 0,-4 0 0,1 1 0,0-1 0,0 2 0,0-1 0,0 1 0,0 0 0,1 0 0,-1 1 0,0-1 0,1 1 0,0 0 0,-1 1 0,-8 7 0,1 0 0,-1 1 0,1 1 0,-17 21 0,13-8-1365,4-4-5461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31 24575,'0'-1'0,"0"1"0,1-1 0,-1 0 0,0 0 0,0 1 0,0-1 0,0 0 0,0 0 0,0 1 0,0-1 0,0 0 0,-1 0 0,1 1 0,0-1 0,0 0 0,-1 0 0,1 1 0,0-1 0,-1 0 0,1 1 0,0-1 0,-1 1 0,1-1 0,-1 0 0,1 1 0,-1-1 0,0 1 0,1-1 0,-1 1 0,0 0 0,1-1 0,-1 1 0,0-1 0,1 1 0,-1 0 0,0 0 0,1 0 0,-1-1 0,0 1 0,0 0 0,1 0 0,-1 0 0,0 0 0,0 0 0,1 0 0,-1 0 0,0 0 0,-1 1 0,0 0 0,-1 0 0,1 0 0,0 0 0,0 0 0,0 0 0,0 0 0,0 1 0,0-1 0,0 1 0,1 0 0,-1-1 0,0 1 0,1 0 0,-3 4 0,2-1 0,0 1 0,0 0 0,1 0 0,0 0 0,0 1 0,0-1 0,1 0 0,-1 0 0,2 0 0,-1 1 0,1-1 0,0 0 0,0 0 0,0 0 0,1 0 0,0 0 0,0 0 0,1 0 0,0-1 0,0 1 0,0-1 0,7 9 0,-9-13 0,0 0 0,0 0 0,0-1 0,0 1 0,1 0 0,-1-1 0,0 1 0,0 0 0,1-1 0,-1 0 0,0 1 0,0-1 0,1 0 0,-1 1 0,0-1 0,1 0 0,-1 0 0,1 0 0,-1 0 0,0-1 0,1 1 0,-1 0 0,0-1 0,0 1 0,2-1 0,0-1 0,0 1 0,0-1 0,0 0 0,0 0 0,-1-1 0,1 1 0,0 0 0,-1-1 0,4-5 0,-1 1 0,-1 0 0,1 0 0,-1-1 0,-1 1 0,1-1 0,-1 0 0,3-14 0,-6 18 0,0 0 0,0-1 0,0 1 0,0 0 0,-1 0 0,1 0 0,-1-1 0,0 1 0,-1 0 0,1 0 0,-5-7 0,6 9 0,-1 0 0,0 1 0,0-1 0,0 0 0,-1 1 0,1-1 0,0 1 0,0 0 0,-1-1 0,1 1 0,-1 0 0,0 0 0,1 0 0,-1 0 0,0 0 0,1 0 0,-1 0 0,0 1 0,0-1 0,0 1 0,1-1 0,-1 1 0,0 0 0,0-1 0,0 1 0,0 0 0,-3 1 0,4-1 0,0 0 0,0 0 0,0 1 0,0-1 0,0 0 0,1 1 0,-1-1 0,0 1 0,0-1 0,0 1 0,0-1 0,0 1 0,1 0 0,-1-1 0,0 1 0,0 0 0,1 0 0,-1-1 0,1 1 0,-1 0 0,0 0 0,1 0 0,0 0 0,-1 0 0,1 0 0,0 0 0,-1 0 0,1 0 0,0 0 0,0 0 0,0 0 0,0 0 0,0 0 0,0 0 0,0 0 0,0 0 0,0 0 0,0 0 0,1 0 0,-1 0 0,0 0 0,1 0 0,-1 0 0,1 0 0,-1-1 0,2 3 0,0 1 0,0 0 0,0 1 0,1-1 0,-1 0 0,1 0 0,0-1 0,0 1 0,7 5 0,-4-5-54,1-1-1,0 0 0,1 0 1,-1 0-1,0-1 1,1 0-1,-1-1 0,1 1 1,0-1-1,-1-1 1,1 0-1,0 0 0,0 0 1,-1-1-1,1 0 0,0-1 1,-1 1-1,1-2 1,-1 1-1,0-1 0,0 0 1,0 0-1,0-1 1,7-5-1,7-5-6771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0 24575,'-2'103'0,"-1"-19"0,12 122 0,-8-199 11,0 0 0,1 0 0,0 0 0,0 0 0,0 0 0,1 0-1,0 0 1,0-1 0,0 0 0,7 9 0,-8-13-50,-1-1 0,1 1 0,0-1 0,-1 1 0,1-1 0,0 0-1,0 0 1,0 1 0,0-2 0,0 1 0,0 0 0,0 0 0,0-1 0,0 1 0,0-1 0,1 1 0,-1-1 0,0 0-1,0 0 1,0 0 0,1 0 0,-1 0 0,0-1 0,0 1 0,0-1 0,0 1 0,1-1 0,-1 0 0,0 0 0,0 0 0,0 0-1,-1 0 1,1 0 0,0-1 0,0 1 0,-1 0 0,3-3 0,12-10-6787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24575,'4'0'0,"6"0"0,4 0 0,5 0 0,3 0 0,2 0 0,1-4 0,-4-1-8191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 1 24575,'-12'162'0,"1"10"0,11-163 17,1 1 0,0-1 1,1 0-1,0 0 0,0 0 0,4 10 0,-5-18-55,-1 1 0,1 0 0,-1-1 0,1 1 0,0-1 0,-1 1-1,1 0 1,0-1 0,0 0 0,0 1 0,0-1 0,0 0 0,1 1 0,-1-1 0,0 0 0,1 0 0,-1 0 0,0 0 0,1 0-1,-1 0 1,1-1 0,0 1 0,-1 0 0,1-1 0,0 1 0,-1-1 0,1 0 0,0 0 0,-1 1 0,1-1 0,0 0 0,0 0-1,-1-1 1,1 1 0,0 0 0,-1 0 0,1-1 0,3-1 0,7-4-6788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41 24575,'0'-5'0,"4"0"0,6 0 0,4 0 0,5 2 0,3 1 0,1-3 0,2 0 0,-4 0-8191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19 24575,'-9'-17'0,"4"16"0,6 12 0,6 24 0,-3 0 0,0 1 0,-3-1 0,-3 50 0,1-20 0,0-48 0,-1-1 0,-6 29 0,0-7 0,63-115 0,-53 75 0,0 0 0,-1-1 0,1 1 0,0 1 0,0-1 0,0 0 0,1 0 0,-1 1 0,0-1 0,1 1 0,-1 0 0,1 0 0,-1 0 0,1 0 0,-1 0 0,1 0 0,0 1 0,0-1 0,4 1 0,-5 0 0,0 1 0,0 0 0,0 0 0,-1-1 0,1 1 0,0 1 0,-1-1 0,1 0 0,-1 0 0,1 0 0,-1 1 0,0-1 0,1 1 0,-1-1 0,0 1 0,0-1 0,0 1 0,0 0 0,0 0 0,-1-1 0,1 1 0,0 0 0,-1 0 0,0 0 0,1 0 0,-1 0 0,0 0 0,0 2 0,2 16-118,10 47 367,-12-65-297,0-1 0,0 1-1,1 0 1,-1-1 0,1 1 0,0 0-1,-1-1 1,1 1 0,0-1 0,0 0-1,0 1 1,0-1 0,0 0-1,0 1 1,0-1 0,1 0 0,-1 0-1,0 0 1,1 0 0,-1 0 0,1 0-1,-1 0 1,1-1 0,-1 1 0,1-1-1,0 1 1,-1-1 0,1 1 0,0-1-1,3 0 1,11-3-6778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0 112 24575,'6'0'0,"-1"0"0,1-1 0,-1 0 0,1 0 0,-1 0 0,1 0 0,-1-1 0,0 0 0,0 0 0,0-1 0,9-4 0,-12 5 0,-1 1 0,1-1 0,0 1 0,0-1 0,-1 0 0,1 0 0,0 0 0,-1 0 0,0 0 0,0 0 0,1 0 0,-1 0 0,0 0 0,-1-1 0,1 1 0,0 0 0,-1-1 0,1 1 0,-1 0 0,0-1 0,0 1 0,0-1 0,0 1 0,0 0 0,0-1 0,-1 1 0,1-1 0,-1 1 0,-1-3 0,2 4 0,0-1 0,0 1 0,0 0 0,-1 0 0,1 0 0,0 0 0,-1 0 0,1 0 0,-1 0 0,1 0 0,-1 0 0,0 1 0,1-1 0,-1 0 0,0 0 0,0 0 0,1 1 0,-1-1 0,0 0 0,0 1 0,0-1 0,0 1 0,0-1 0,0 1 0,0-1 0,0 1 0,0 0 0,0-1 0,0 1 0,0 0 0,0 0 0,0 0 0,-1 0 0,1 0 0,0 0 0,0 0 0,0 0 0,0 0 0,0 1 0,0-1 0,0 0 0,0 1 0,0-1 0,0 1 0,0-1 0,0 1 0,0-1 0,0 1 0,0 0 0,0-1 0,1 1 0,-2 2 0,-3 0 0,1 1 0,0 1 0,0-1 0,0 1 0,1-1 0,-1 1 0,1 0 0,-4 9 0,5-11 0,1 0 0,0 1 0,0-1 0,0 0 0,0 0 0,0 0 0,1 1 0,0-1 0,-1 0 0,1 0 0,0 1 0,1-1 0,-1 0 0,1 1 0,-1-1 0,1 0 0,0 0 0,0 0 0,0 0 0,1 0 0,-1 0 0,1 0 0,-1 0 0,1 0 0,0 0 0,0-1 0,1 1 0,-1-1 0,0 0 0,1 0 0,-1 0 0,1 0 0,0 0 0,3 2 0,1-1 0,0 0 0,0-1 0,0 0 0,0 0 0,0 0 0,0-1 0,1 0 0,-1-1 0,0 0 0,1 0 0,-1 0 0,1-1 0,-1 0 0,12-3 0,-3-1-341,-1-1 0,0-1-1,29-16 1,-7-1-6485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43 105 24575,'14'-12'0,"-7"6"0,1-1 0,-1 0 0,0 0 0,9-11 0,-16 17 0,1 0 0,0 0 0,-1 0 0,1 0 0,0 0 0,-1 0 0,1 0 0,-1 0 0,0 0 0,1 0 0,-1 0 0,0 0 0,0-1 0,1 1 0,-1 0 0,0 0 0,0 0 0,0 0 0,-1 0 0,1 0 0,0-1 0,0 1 0,-1 0 0,1 0 0,0 0 0,-1 0 0,1 0 0,-1 0 0,1 0 0,-1 0 0,0 0 0,1 0 0,-1 0 0,0 1 0,0-1 0,0 0 0,1 0 0,-1 1 0,0-1 0,0 0 0,0 1 0,0-1 0,0 1 0,0-1 0,0 1 0,-2-1 0,1 0 0,-1 1 0,1-1 0,0 0 0,0 1 0,-1 0 0,1-1 0,0 1 0,-1 0 0,1 0 0,0 0 0,-1 0 0,1 1 0,0-1 0,0 1 0,-1-1 0,1 1 0,0 0 0,0 0 0,0 0 0,0 0 0,0 0 0,0 0 0,0 1 0,0-1 0,0 1 0,0-1 0,1 1 0,-1 0 0,1-1 0,-1 1 0,1 0 0,0 0 0,0 0 0,0 0 0,-2 5 0,0-2 0,1 1 0,0 0 0,0 0 0,0 0 0,1 0 0,0 0 0,0 0 0,0 1 0,1-1 0,0 0 0,0 0 0,2 10 0,-2-12 5,1 0-1,1-1 1,-1 1-1,0 0 0,1-1 1,0 0-1,0 1 1,0-1-1,0 0 1,0 0-1,1 0 0,-1 0 1,1-1-1,0 1 1,0-1-1,0 1 1,0-1-1,0 0 1,0 0-1,1 0 0,-1-1 1,1 1-1,-1-1 1,1 0-1,-1 0 1,8 1-1,-3-1-110,-1-1 0,0 0 0,1 0 0,-1-1 0,0 0 0,0 0-1,1 0 1,-1-1 0,0 0 0,0-1 0,0 1 0,-1-1 0,8-5 0,9-7-6720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0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24575,'0'-2'0,"0"1"0,0 0 0,0 0 0,0 0 0,0 0 0,0 0 0,0 0 0,1-1 0,-1 1 0,0 0 0,1 0 0,-1 0 0,1 0 0,-1 0 0,1 0 0,-1 0 0,1 0 0,0 0 0,0 0 0,-1 1 0,1-1 0,2-1 0,3 5 0,-6 14 0,-1-10 0,-1 1 0,1 1 0,0-1 0,0 0 0,1 0 0,0 15 0,1-22 0,-1-1 0,0 1 0,0 0 0,0 0 0,1 0 0,-1 0 0,0-1 0,1 1 0,-1 0 0,1 0 0,-1-1 0,1 1 0,-1 0 0,1 0 0,-1-1 0,1 1 0,0-1 0,-1 1 0,1-1 0,0 1 0,-1-1 0,1 1 0,0-1 0,1 1 0,0-1 0,0 0 0,0 0 0,0 0 0,1 0 0,-1-1 0,0 1 0,0 0 0,0-1 0,0 0 0,0 1 0,0-1 0,0 0 0,0 0 0,-1 0 0,3-2 0,5-3 0,0-1 0,0 0 0,-1-1 0,14-15 0,-15 15 0,0 1 0,0 0 0,0 0 0,1 0 0,11-6 0,-18 13 0,-1 0 0,0-1 0,1 1 0,-1 0 0,1 0 0,-1 0 0,0 0 0,1 0 0,-1 0 0,1 0 0,-1 0 0,0 0 0,1 0 0,-1 1 0,1-1 0,-1 0 0,0 0 0,1 0 0,-1 0 0,1 0 0,-1 1 0,0-1 0,1 0 0,-1 0 0,0 1 0,0-1 0,1 0 0,-1 1 0,0-1 0,1 0 0,-1 1 0,0-1 0,0 0 0,0 1 0,0-1 0,1 0 0,-1 1 0,8 21 0,-4-12 0,6 5-1365,1-4-5461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63 24575,'-1'1'0,"0"0"0,-1 0 0,1 0 0,0 0 0,0 0 0,0 1 0,0-1 0,0 1 0,0-1 0,0 1 0,0-1 0,0 1 0,1-1 0,-1 1 0,1 0 0,-1-1 0,1 1 0,0 0 0,-1-1 0,1 1 0,0 0 0,0 0 0,0-1 0,0 1 0,1 0 0,-1-1 0,0 1 0,1 0 0,-1-1 0,1 1 0,0 0 0,-1-1 0,1 1 0,0-1 0,0 1 0,0-1 0,0 0 0,0 1 0,0-1 0,1 0 0,-1 0 0,0 0 0,1 0 0,-1 0 0,1 0 0,-1 0 0,1 0 0,-1 0 0,1-1 0,-1 1 0,1-1 0,0 1 0,-1-1 0,1 0 0,0 0 0,0 1 0,-1-1 0,1 0 0,0 0 0,-1-1 0,1 1 0,0 0 0,0-1 0,-1 1 0,1-1 0,-1 1 0,1-1 0,0 0 0,2-1 0,3-3 0,0 0 0,-1 0 0,1 0 0,-1-1 0,0 0 0,0 0 0,5-8 0,-9 12 0,-1 1 0,1-1 0,-1 0 0,1 0 0,-1 0 0,0 0 0,0 0 0,0 0 0,0 0 0,0-1 0,0 1 0,-1 0 0,1-1 0,-1 1 0,1 0 0,-1-1 0,0 1 0,0 0 0,0-1 0,0 1 0,-1 0 0,1-1 0,-1 1 0,1 0 0,-1-1 0,0 1 0,1 0 0,-1 0 0,-2-3 0,1 4 0,0 0 0,1 0 0,-1 0 0,0 0 0,0 1 0,1-1 0,-1 1 0,0-1 0,0 1 0,0 0 0,0 0 0,0-1 0,1 1 0,-1 1 0,0-1 0,0 0 0,0 0 0,0 1 0,0-1 0,1 1 0,-1 0 0,0-1 0,0 1 0,1 0 0,-1 0 0,1 0 0,-1 0 0,1 0 0,-1 0 0,-1 2 0,-46 38 0,42-34-273,1 1 0,0 0 0,0 0 0,-6 10 0,0 5-6553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6 24575,'0'-4'0,"0"2"0,0 7 0,0 5 0,0 6 0,0 8 0,-4 8 0,-1 7 0,-1 5 0,2 3 0,1 1 0,6-2 0,1-2 0,5-4 0,4-9 0,9-9 0,5-13 0,-3-8-8191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31 24575,'-4'-5'0,"-2"-4"0,5-2 0,6 6 0,7 7 0,5 12 0,8 12 0,7 13 0,8 13 0,4 9 0,3 11 0,1 5 0,2-2 0,-5-2 0,-1-5 0,-4-10 0,-5-11 0,-9-13-8191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 24575,'0'-1'0,"0"0"0,-1-1 0,1 1 0,0 0 0,0 0 0,0-1 0,0 1 0,0 0 0,1 0 0,-1 0 0,0-1 0,0 1 0,1 0 0,-1 0 0,1 0 0,-1-1 0,1 1 0,0 0 0,-1 0 0,1 0 0,0 0 0,0 0 0,-1 0 0,1 0 0,0 1 0,0-1 0,0 0 0,0 0 0,0 1 0,0-1 0,0 1 0,1-1 0,-1 1 0,0-1 0,0 1 0,0-1 0,1 1 0,-1 0 0,0 0 0,0 0 0,1 0 0,-1 0 0,0 0 0,0 0 0,1 0 0,-1 0 0,0 1 0,0-1 0,0 0 0,1 1 0,-1-1 0,0 1 0,0-1 0,0 1 0,0 0 0,1 0 0,11 6 0,0 0 0,-1 1 0,20 15 0,-27-18 0,36 27 0,-23-16 0,0-1 0,1-1 0,1-1 0,0-1 0,0 0 0,24 8 0,-41-19 4,0 1-1,1-1 1,-1-1-1,0 1 1,1 0-1,-1-1 1,1 1-1,-1-1 1,1 0-1,-1 0 1,0-1 0,1 1-1,-1-1 1,1 0-1,-1 0 1,0 0-1,1 0 1,-1 0-1,0-1 1,0 1-1,0-1 1,0 0-1,0 0 1,0 0-1,-1 0 1,1-1-1,-1 1 1,1-1-1,-1 1 1,0-1-1,0 0 1,0 0-1,1-3 1,3-6-190,-1 0 1,0-1-1,-1 1 0,-1-1 1,0 0-1,-1 0 1,1-17-1,1-16-6640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73 49 24575,'-20'-4'0,"19"3"0,0 0 0,0 1 0,0-1 0,0 1 0,0 0 0,-1-1 0,1 1 0,0 0 0,0-1 0,0 1 0,0 0 0,0 0 0,-1 0 0,1 0 0,0 0 0,0 1 0,0-1 0,0 0 0,0 0 0,-1 1 0,1-1 0,0 1 0,0-1 0,0 1 0,0-1 0,0 1 0,0 0 0,0-1 0,1 1 0,-1 0 0,0 0 0,0 0 0,0-1 0,1 1 0,-1 0 0,0 0 0,1 0 0,-1 0 0,0 2 0,-2 6 0,1-1 0,-1 0 0,2 1 0,-1-1 0,1 1 0,1-1 0,-1 1 0,1 0 0,1-1 0,0 1 0,0-1 0,0 1 0,1-1 0,1 1 0,-1-1 0,1 0 0,1 0 0,4 8 0,-5-10 0,0-1 0,0 1 0,0-1 0,1 0 0,0-1 0,0 1 0,0-1 0,1 1 0,-1-1 0,1-1 0,9 7 0,-10-9 0,-1 1 0,0-1 0,1 0 0,-1 0 0,1 0 0,-1 0 0,1-1 0,0 1 0,-1-1 0,1 0 0,0 0 0,-1 0 0,1-1 0,-1 1 0,1-1 0,-1 0 0,1 0 0,-1 0 0,1 0 0,5-4 0,-2 0 0,0 0 0,0 0 0,0-1 0,0 0 0,-1 0 0,0-1 0,-1 0 0,1 0 0,-1 0 0,-1-1 0,1 0 0,-1 0 0,3-10 0,-3 8 0,0 1 0,-1-1 0,0 1 0,-1-1 0,0 0 0,0 0 0,-1 0 0,0 0 0,-1-1 0,-1 1 0,-1-13 0,2 20 0,0 1 0,-1 0 0,1 0 0,-1-1 0,1 1 0,-1 0 0,0 0 0,0 0 0,0 0 0,0 0 0,0 0 0,0 0 0,0 0 0,-1 0 0,1 1 0,-1-1 0,0 0 0,1 1 0,-1-1 0,0 1 0,0 0 0,0 0 0,0 0 0,0 0 0,0 0 0,0 0 0,0 0 0,0 0 0,0 1 0,-1-1 0,1 1 0,0 0 0,0 0 0,-1 0 0,1 0 0,0 0 0,-1 0 0,1 0 0,0 1 0,0-1 0,0 1 0,-1 0 0,1-1 0,0 1 0,-3 2 0,-4 1 0,1 1 0,-1 0 0,1 1 0,0-1 0,0 1 0,0 1 0,1 0 0,0 0 0,-7 10 0,6-7-114,0 1 1,0 1-1,1-1 0,1 1 0,0 1 1,1-1-1,0 1 0,1 0 0,0 0 1,1 0-1,-1 15 0,5-4-6712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 62 24575,'0'-59'0,"-4"56"0,0 11 0,-2 14 0,5 25 0,1 0 0,7 51 0,-1-28 0,-4-29 0,1 0 0,3 0 0,1-1 0,2 0 0,22 61 0,-29-96 8,0 0 0,0 0 0,1-1 0,0 1 0,0-1 0,0 1 0,1-1 0,-1 0 0,1-1 0,0 1 0,0 0 0,0-1 0,1 0 0,4 3 0,-6-5-61,-1 0 0,1 0 0,0-1 0,0 1 0,-1 0 0,1-1 0,0 0 0,0 0 0,0 0 0,0 0 0,-1 0 0,1 0 0,0-1-1,0 1 1,-1-1 0,1 0 0,0 0 0,-1 0 0,1 0 0,0 0 0,-1-1 0,0 1 0,1-1 0,-1 0 0,0 0 0,0 1 0,3-4 0,11-12-6773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24575,'4'0'0,"6"0"0,5 0 0,3 0 0,4-4 0,2-2 0,0-3 0,-3 0-8191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0 24575,'4'8'0,"-1"1"0,0-1 0,0 1 0,2 13 0,-5 30 0,-9 71 0,0 4 0,7-81 0,1-23 0,0 1 0,1-1 0,2 1 0,4 24 0,-6-47 0,0 0 0,0 0 0,0-1 0,0 1 0,0 0 0,1 0 0,-1 0 0,0 0 0,0-1 0,1 1 0,-1 0 0,1 0 0,-1-1 0,1 1 0,-1 0 0,1-1 0,-1 1 0,1 0 0,-1-1 0,1 1 0,0-1 0,-1 1 0,1-1 0,0 1 0,0-1 0,-1 0 0,1 1 0,0-1 0,0 0 0,0 0 0,1 1 0,0-2 0,0 1 0,-1-1 0,1 1 0,0-1 0,0 0 0,-1 0 0,1 0 0,0 0 0,-1 0 0,1 0 0,-1 0 0,0 0 0,3-3 0,34-47 0,-16 14 0,-15 23 0,0 1 0,1 0 0,1 1 0,17-20 0,-26 32 0,0-1 0,1 1 0,-1 0 0,1-1 0,-1 1 0,1-1 0,-1 1 0,1 0 0,-1-1 0,1 1 0,-1 0 0,1 0 0,0-1 0,-1 1 0,1 0 0,-1 0 0,1 0 0,0 0 0,-1 0 0,1 0 0,-1 0 0,1 0 0,0 0 0,-1 0 0,1 0 0,0 0 0,-1 0 0,1 0 0,-1 1 0,2-1 0,11 19 0,1 33 0,-13-49 0,9 43-1365,-3-29-5461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 24575,'-1'1'0,"1"1"0,0-1 0,0 1 0,0-1 0,0 1 0,0-1 0,1 1 0,-1-1 0,0 1 0,1-1 0,-1 1 0,1-1 0,-1 1 0,1-1 0,0 0 0,0 1 0,0-1 0,0 0 0,-1 0 0,2 1 0,-1-1 0,0 0 0,0 0 0,0 0 0,0 0 0,1-1 0,-1 1 0,0 0 0,1 0 0,-1-1 0,1 1 0,-1-1 0,0 1 0,1-1 0,0 0 0,-1 1 0,1-1 0,-1 0 0,1 0 0,-1 0 0,1 0 0,-1-1 0,1 1 0,-1 0 0,1 0 0,2-2 0,0 1 0,0 0 0,0 0 0,0-1 0,-1 0 0,1 1 0,0-2 0,-1 1 0,1 0 0,-1-1 0,1 1 0,-1-1 0,0 0 0,0 0 0,-1 0 0,1 0 0,4-7 0,-6 8 0,-1 1 0,1 0 0,0-1 0,0 1 0,-1-1 0,1 1 0,-1-1 0,1 1 0,-1-1 0,0 1 0,0-1 0,0 1 0,1-1 0,-1 1 0,-1-1 0,1 0 0,0 1 0,0-1 0,-1 1 0,1-1 0,0 1 0,-1-1 0,0 1 0,1-1 0,-1 1 0,0 0 0,0-1 0,1 1 0,-1 0 0,0 0 0,0 0 0,-1-1 0,1 1 0,0 0 0,0 0 0,0 1 0,-3-3 0,2 3 0,-1-1 0,1 0 0,-1 1 0,1 0 0,0-1 0,-1 1 0,1 0 0,-1 0 0,1 1 0,-1-1 0,1 0 0,0 1 0,-1-1 0,1 1 0,-1 0 0,1 0 0,0 0 0,0 0 0,0 0 0,0 0 0,0 1 0,0-1 0,0 1 0,-2 1 0,0 2 0,0 0 0,0 1 0,1-1 0,0 1 0,0-1 0,0 1 0,1 0 0,0 0 0,0 0 0,0 0 0,1 1 0,0-1 0,0 0 0,1 1 0,0-1 0,0 1 0,0-1 0,1 0 0,0 1 0,0-1 0,0 0 0,5 11 0,-6-13 0,1-1 0,1 1 0,-1 0 0,0-1 0,1 1 0,0-1 0,0 1 0,0-1 0,0 0 0,1 0 0,-1 0 0,1 0 0,0 0 0,-1-1 0,1 1 0,1-1 0,-1 0 0,0 0 0,0 0 0,1 0 0,-1 0 0,1-1 0,0 1 0,-1-1 0,1 0 0,0 0 0,0-1 0,0 1 0,0-1 0,-1 0 0,1 0 0,0 0 0,0 0 0,0-1 0,0 0 0,0 1 0,5-3 0,23-12-1365,-2-2-5461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0 106 24575,'4'0'0,"5"4"0,2 5 0,2 2 0,0 2 0,-3 4 0,1-2 0,3-3 0,-2-7 0,3-10 0,1-7 0,-1-10 0,1-5 0,1-2 0,-1-5 0,0 0 0,-3 6-8191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12 24575,'0'27'0,"-1"-13"0,0 0 0,1-1 0,1 1 0,0 0 0,1 0 0,0-1 0,1 1 0,1-1 0,9 23 0,-12-34 0,-1-1 0,1 0 0,-1 0 0,1 1 0,0-1 0,0 0 0,0 0 0,0 0 0,0 0 0,0 0 0,0 0 0,0 0 0,0-1 0,0 1 0,0 0 0,0 0 0,1-1 0,-1 1 0,0-1 0,0 1 0,1-1 0,-1 0 0,0 1 0,1-1 0,-1 0 0,1 0 0,-1 0 0,0 0 0,2 0 0,0-1 0,0-1 0,1 1 0,-1 0 0,-1-1 0,1 0 0,0 0 0,0 0 0,-1 0 0,1 0 0,-1 0 0,4-5 0,6-8 0,-1 0 0,0 0 0,9-21 0,-16 28 0,-3 5 0,0 0 0,1 1 0,-1-1 0,0 0 0,1 0 0,0 1 0,0-1 0,0 1 0,0-1 0,0 1 0,0 0 0,0 0 0,1 0 0,3-3 0,-5 8 0,1-1 0,-1 0 0,1 0 0,-1 1 0,0-1 0,0 0 0,0 1 0,0 0 0,0-1 0,-1 1 0,1-1 0,-1 1 0,0 0 0,1-1 0,-2 5 0,3 4 0,-2-9 0,0 0 0,1-1 0,-1 1 0,0 0 0,1 0 0,-1 0 0,1-1 0,0 1 0,-1 0 0,1-1 0,0 1 0,0 0 0,0-1 0,0 0 0,0 1 0,1-1 0,-1 1 0,0-1 0,1 0 0,-1 0 0,1 0 0,-1 0 0,3 1 0,-3-2 0,1 0 0,0 0 0,-1-1 0,1 1 0,-1 0 0,1-1 0,-1 1 0,1-1 0,-1 0 0,1 1 0,-1-1 0,1 0 0,-1 0 0,0 0 0,1 0 0,-1 0 0,0 0 0,0 0 0,0-1 0,1 0 0,9-12 0,-1 0 0,-1 0 0,11-23 0,-20 37 0,17-32-1365,-1 4-5461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24575,'0'4'0,"0"6"0,0 4 0,0 5 0,0 3 0,0 1 0,0 2 0,0 0 0,4-4 0,2-10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24575,'0'-5'0,"4"0"0,1 4 0,4 2 0,1 1-8191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149 9 24575,'-21'-4'0,"20"3"0,0 0 0,0 1 0,0-1 0,0 1 0,0 0 0,0-1 0,0 1 0,0 0 0,0 0 0,-1-1 0,1 1 0,0 0 0,0 0 0,0 0 0,0 0 0,-1 1 0,1-1 0,0 0 0,0 0 0,0 1 0,0-1 0,0 1 0,0-1 0,0 1 0,0-1 0,0 1 0,0 0 0,0-1 0,0 1 0,0 0 0,0 0 0,1 0 0,-1 0 0,0-1 0,1 1 0,-1 0 0,0 0 0,1 0 0,-1 2 0,-2 5 0,0-1 0,1 0 0,0 0 0,1 1 0,-1 0 0,1-1 0,1 1 0,-1-1 0,2 1 0,1 15 0,-1-14 0,-1 0 0,0 0 0,0 0 0,0-1 0,-1 1 0,-1 0 0,-2 9 0,4-17 4,0 0 0,0 0-1,-1 0 1,1 0 0,0 0 0,-1 0-1,1 0 1,-1 0 0,0-1 0,1 1-1,-1 0 1,1 0 0,-1 0 0,0-1-1,0 1 1,0 0 0,1-1 0,-1 1-1,0-1 1,0 1 0,0-1 0,0 1-1,0-1 1,0 1 0,0-1 0,0 0-1,0 0 1,0 0 0,0 1 0,0-1-1,-2 0 1,0-1-169,0 0 0,-1 0 0,1 0 0,0 0 0,0-1 0,0 1 0,0-1 0,-4-3 0,-6-4-6661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24.1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1 125 24575,'13'-2'0,"0"0"0,-1-1 0,1 0 0,-1-1 0,1 0 0,17-10 0,7-1 0,13-13 0,-48 27 0,-1 0 0,1-1 0,0 1 0,-1-1 0,0 1 0,1-1 0,-1 0 0,0 1 0,0-1 0,1 0 0,0-3 0,-2 5 0,0-1 0,0 0 0,0 0 0,0 0 0,0 0 0,0 1 0,0-1 0,0 0 0,0 0 0,0 0 0,0 1 0,-1-1 0,1 0 0,0 0 0,-1 0 0,1 1 0,0-1 0,-1 0 0,1 1 0,-1-1 0,1 0 0,-1 1 0,0-1 0,1 1 0,-1-1 0,1 0 0,-1 1 0,0 0 0,-1-1 0,-1-1 0,0 1 0,-1 0 0,1 0 0,-1 0 0,1 1 0,-1-1 0,1 1 0,-1 0 0,0 0 0,1 0 0,-1 1 0,1-1 0,-1 1 0,1 0 0,-1 0 0,1 0 0,0 0 0,-1 1 0,1-1 0,0 1 0,0 0 0,0 0 0,0 0 0,0 0 0,1 0 0,-1 1 0,-4 4 0,5-5 0,0 0 0,1 0 0,-1 0 0,0 1 0,1-1 0,-1 1 0,1-1 0,0 1 0,0-1 0,0 1 0,0-1 0,0 1 0,0 0 0,1 0 0,-1 4 0,1-5 0,0 0 0,1 0 0,-1 0 0,1 0 0,-1 0 0,1 0 0,0 0 0,0-1 0,0 1 0,0 0 0,0-1 0,0 1 0,0 0 0,1-1 0,-1 1 0,1-1 0,-1 0 0,1 1 0,-1-1 0,1 0 0,0 0 0,-1 0 0,1 0 0,3 1 0,6 1-97,1 1-1,-1-2 1,1 1-1,-1-2 1,1 1-1,-1-2 1,1 0-1,0 0 1,0-1-1,-1 0 1,1-1-1,-1 0 0,23-8 1,-6-1-6729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46 24575,'-31'-11'0,"29"10"0,1 0 0,0 0 0,-1 0 0,0 1 0,1-1 0,-1 0 0,1 0 0,-1 1 0,0-1 0,1 1 0,-1 0 0,0-1 0,0 1 0,1 0 0,-1 0 0,0 0 0,0 0 0,1 0 0,-1 0 0,0 1 0,0-1 0,1 1 0,-1-1 0,0 1 0,1 0 0,-1-1 0,1 1 0,-1 0 0,1 0 0,-3 2 0,-1 2 0,1 1 0,0-1 0,0 1 0,0 0 0,1 0 0,0 0 0,0 0 0,0 1 0,1-1 0,0 1 0,0 0 0,1-1 0,0 1 0,0 0 0,1 0 0,0 0 0,0 0 0,0 0 0,1-1 0,0 1 0,2 8 0,-1-5 0,1 0 0,0 0 0,0 0 0,1-1 0,0 0 0,0 0 0,1 0 0,1 0 0,-1-1 0,1 0 0,1 0 0,0 0 0,14 12 0,-17-17 0,1 1 0,-1-1 0,1 0 0,0-1 0,0 1 0,1-1 0,-1 0 0,0 0 0,1-1 0,-1 1 0,1-1 0,0 0 0,-1-1 0,1 0 0,0 0 0,-1 0 0,1 0 0,0-1 0,-1 0 0,1 0 0,-1 0 0,1-1 0,-1 0 0,0 0 0,0 0 0,1-1 0,-1 0 0,-1 0 0,1 0 0,0 0 0,-1-1 0,0 0 0,0 0 0,0 0 0,4-6 0,-1 2 0,-1 0 0,0 0 0,0 0 0,-1-1 0,0 0 0,-1 0 0,0 0 0,-1-1 0,0 0 0,0 1 0,-1-1 0,0 0 0,0 0 0,-1 0 0,-1 0 0,0 0 0,0-1 0,-1 1 0,-3-15 0,3 20 0,0 0 0,-1 0 0,0 0 0,0 1 0,0-1 0,-1 0 0,1 1 0,-1-1 0,0 1 0,0 0 0,-1 0 0,1 0 0,-1 1 0,0-1 0,0 1 0,0 0 0,0 0 0,-1 0 0,1 0 0,-1 1 0,0 0 0,1 0 0,-1 0 0,0 1 0,0-1 0,0 1 0,-1 1 0,1-1 0,0 0 0,0 1 0,0 0 0,0 1 0,-1-1 0,1 1 0,0 0 0,0 0 0,0 0 0,0 1 0,0 0 0,0 0 0,-5 3 0,-6 5-1365,1-2-5461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33 141 24575,'0'0'0,"0"1"0,0-1 0,0 0 0,0 0 0,0 1 0,0-1 0,0 0 0,0 0 0,0 1 0,0-1 0,0 0 0,0 0 0,0 1 0,0-1 0,0 0 0,0 0 0,0 1 0,0-1 0,0 0 0,0 0 0,0 1 0,0-1 0,-1 0 0,1 0 0,0 0 0,0 1 0,0-1 0,0 0 0,0 0 0,-1 0 0,1 1 0,0-1 0,0 0 0,0 0 0,-1 0 0,1 0 0,0 0 0,0 0 0,-1 1 0,1-1 0,0 0 0,0 0 0,-1 0 0,1 0 0,0 0 0,0 0 0,-1 0 0,1 0 0,-1 0 0,1-1 0,-1 1 0,1-1 0,0 1 0,-1-1 0,1 1 0,0-1 0,-1 0 0,1 1 0,0-1 0,0 0 0,0 1 0,0-1 0,-1 0 0,1 1 0,0-1 0,0 0 0,0 1 0,0-1 0,0 0 0,1 1 0,-1-1 0,0 1 0,0-1 0,1-1 0,1-6 0,0-1 0,1 1 0,0 0 0,1 1 0,0-1 0,0 0 0,1 1 0,0 0 0,0 0 0,0 0 0,1 1 0,0 0 0,0 0 0,1 0 0,0 1 0,0 0 0,12-7 0,-18 12 0,1-1 0,-1 1 0,0-1 0,0 1 0,0 0 0,0 0 0,0-1 0,1 1 0,-1 0 0,0 0 0,0 0 0,0 0 0,1 0 0,-1 1 0,0-1 0,0 0 0,0 0 0,0 1 0,1-1 0,-1 1 0,0-1 0,0 1 0,0-1 0,0 1 0,0 0 0,0-1 0,0 1 0,-1 0 0,1 0 0,0 0 0,0 0 0,0 0 0,-1 0 0,1 0 0,-1 0 0,1 0 0,-1 0 0,1 0 0,-1 0 0,1 0 0,-1 0 0,0 1 0,0-1 0,1 0 0,-1 0 0,0 0 0,0 2 0,0 4 0,1 0 0,-1-1 0,0 1 0,0 0 0,-1 0 0,0 0 0,-1 6 0,-10 20 0,-1-1 0,-2-1 0,-1-1 0,-24 36 0,-13 22 0,52-85 0,-1-1 0,1 1 0,-1 0 0,1 0 0,0-1 0,0 1 0,0 0 0,0 0 0,1 0 0,-1 0 0,1 0 0,0 0 0,-1 0 0,2 0 0,-1 0 0,1 6 0,0-7 0,0-1 0,0 0 0,1 1 0,-1-1 0,0 0 0,1 0 0,-1 0 0,1 0 0,-1 0 0,1 0 0,-1 0 0,1 0 0,0-1 0,-1 1 0,1-1 0,0 1 0,0-1 0,-1 0 0,1 1 0,0-1 0,0 0 0,0 0 0,-1-1 0,1 1 0,0 0 0,0 0 0,-1-1 0,1 1 0,3-2 0,102-2-1365,-93 1-5461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24575,'0'5'0,"0"5"0,0 5 0,0 5 0,0 3 0,0 2 0,0 1 0,0 1 0,0-1 0,-4-4 0,-2-6-8191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24575,'-24'49'0,"18"-33"0,1 0 0,0 1 0,2 0 0,0-1 0,-1 22 0,3-35 0,1 1 0,0-1 0,1 1 0,-1-1 0,1 1 0,-1-1 0,1 1 0,0-1 0,0 0 0,0 1 0,1-1 0,-1 0 0,4 6 0,-3-8 0,0 1 0,-1-1 0,1 0 0,0 0 0,0 0 0,0 1 0,0-2 0,0 1 0,0 0 0,0 0 0,0-1 0,0 1 0,0-1 0,0 1 0,0-1 0,0 0 0,1 0 0,-1 0 0,0 0 0,0 0 0,0-1 0,0 1 0,0-1 0,4-1 0,26-12 0,-27 11 0,1 0 0,0 0 0,-1 1 0,1 0 0,0 0 0,8-1 0,-13 2 0,0 1 0,1 0 0,-1 1 0,0-1 0,0 0 0,1 0 0,-1 0 0,0 1 0,0-1 0,0 1 0,0-1 0,1 1 0,-1-1 0,0 1 0,0 0 0,0-1 0,0 1 0,0 0 0,-1 0 0,1 0 0,0 0 0,0-1 0,0 1 0,-1 0 0,1 1 0,0-1 0,-1 0 0,1 0 0,-1 0 0,0 0 0,1 0 0,-1 1 0,0-1 0,1 0 0,-1 0 0,0 2 0,4 65 106,-4-55-473,0 0-1,1 0 0,4 23 0,0-19-6458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24575,'-5'0'0,"0"4"0,-1 6 0,2 6 0,-4 3 0,1 5 0,0 1 0,2 1 0,6-4 0,3-6-8191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17 24575,'0'-1'0,"0"0"0,0 1 0,-1-1 0,1 0 0,0 1 0,0-1 0,0 0 0,0 1 0,0-1 0,-1 0 0,1 1 0,0-1 0,-1 1 0,1-1 0,0 1 0,-1-1 0,1 0 0,-1 1 0,1-1 0,-1 1 0,1 0 0,-1-1 0,1 1 0,-1-1 0,1 1 0,-1 0 0,1 0 0,-1-1 0,0 1 0,1 0 0,-1 0 0,0-1 0,1 1 0,-1 0 0,0 0 0,1 0 0,-1 0 0,0 0 0,1 0 0,-1 0 0,0 0 0,1 1 0,-1-1 0,1 0 0,-1 0 0,0 0 0,1 1 0,-1-1 0,1 0 0,-1 1 0,-1 0 0,-30 18 0,20-8 0,1 0 0,0 1 0,1 1 0,1 0 0,0 0 0,0 1 0,2 0 0,0 1 0,0-1 0,1 1 0,-6 24 0,8-21 0,0-1 0,1 0 0,1 1 0,1 0 0,0-1 0,1 1 0,1 0 0,1-1 0,0 1 0,7 23 0,-8-37 0,0 0 0,1-1 0,-1 1 0,1 0 0,0-1 0,0 1 0,0-1 0,0 0 0,1 0 0,-1 1 0,1-2 0,0 1 0,0 0 0,0-1 0,0 1 0,0-1 0,1 0 0,-1 0 0,1 0 0,0 0 0,3 1 0,-4-3 0,0 0 0,-1 1 0,1-1 0,0 0 0,0 0 0,-1 0 0,1-1 0,0 1 0,-1-1 0,1 1 0,0-1 0,-1 0 0,1 0 0,-1 0 0,1-1 0,-1 1 0,0 0 0,1-1 0,-1 0 0,0 1 0,0-1 0,0 0 0,0 0 0,0 0 0,-1 0 0,1 0 0,-1-1 0,1 1 0,-1-1 0,0 1 0,2-5 0,-2 5 0,0 0 0,0 0 0,0 0 0,0-1 0,0 1 0,0 0 0,-1 0 0,1-1 0,-1 1 0,0 0 0,0-1 0,0 1 0,0-1 0,0 1 0,0 0 0,0-1 0,-2-2 0,2 4 0,-1-1 0,0 1 0,0 0 0,0 0 0,0 0 0,0 0 0,0 0 0,0 0 0,0 0 0,0 0 0,0 0 0,-1 0 0,1 0 0,0 1 0,-1-1 0,1 0 0,0 1 0,-1 0 0,1-1 0,-3 0 0,-2 1 0,0-1 0,1 1 0,-1 0 0,0 1 0,0-1 0,0 1 0,1 0 0,-1 1 0,0-1 0,1 1 0,0 0 0,-10 5 0,11-4-85,-1 0 0,0 0-1,1 0 1,0 1 0,0 0-1,0-1 1,0 1 0,0 1-1,1-1 1,0 1 0,0-1-1,0 1 1,0 0 0,1 0-1,-3 9 1,-1 6-6741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24575,'0'5'0,"0"5"0,-4 5 0,-2 5 0,0 3 0,-3 2 0,1 1 0,0 1 0,3-1 0,6-4 0,2-6-8191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155 126 24575,'3'3'0,"0"0"0,0-1 0,0 1 0,0-1 0,0 0 0,1 0 0,-1 0 0,1 0 0,-1-1 0,1 1 0,0-1 0,-1 0 0,1 0 0,0-1 0,0 1 0,0-1 0,7 1 0,-9-2 0,1 1 0,-1-1 0,1 1 0,-1-1 0,1 0 0,-1 0 0,0 0 0,1-1 0,-1 1 0,0 0 0,0-1 0,0 1 0,0-1 0,0 0 0,0 0 0,-1 0 0,1 0 0,0 0 0,-1 0 0,0 0 0,1 0 0,-1-1 0,0 1 0,0 0 0,0-1 0,-1 1 0,1-1 0,0-2 0,0 2 0,-1-1 0,1 1 0,-1-1 0,0 1 0,0-1 0,0 1 0,0-1 0,0 1 0,-1-1 0,0 1 0,0 0 0,0-1 0,0 1 0,0 0 0,-1-1 0,1 1 0,-1 0 0,0 0 0,0 0 0,0 1 0,0-1 0,0 0 0,-1 1 0,1-1 0,-1 1 0,0 0 0,0 0 0,0 0 0,0 0 0,0 1 0,0-1 0,0 1 0,0-1 0,-1 1 0,1 0 0,-1 1 0,-4-2 0,4 1 0,0 0 0,-1 1 0,1-1 0,0 1 0,-1 0 0,1 0 0,-1 0 0,1 0 0,-1 1 0,1 0 0,0 0 0,-1 0 0,1 1 0,0-1 0,0 1 0,0 0 0,0 0 0,0 0 0,0 1 0,1-1 0,-1 1 0,1 0 0,0 0 0,0 0 0,0 1 0,0-1 0,0 1 0,1-1 0,-5 8 0,4 0 0,1-1 0,-1 1 0,1 0 0,1 0 0,0 0 0,1 0 0,0-1 0,1 1 0,0 0 0,0 0 0,1 0 0,4 11 0,4 13 0,1-1 0,21 43 0,-24-60 0,-1-5 0,-1 1 0,-1 1 0,0-1 0,4 18 0,-8-29 0,-1 0 0,1 1 0,-1-1 0,0 0 0,0 1 0,0-1 0,0 0 0,0 1 0,0-1 0,0 0 0,-1 0 0,1 1 0,-1-1 0,0 0 0,1 0 0,-1 1 0,0-1 0,0 0 0,-1 0 0,1 0 0,0 0 0,-1-1 0,1 1 0,-1 0 0,1 0 0,-1-1 0,0 1 0,0-1 0,0 0 0,0 0 0,0 1 0,-4 0 0,3-1 0,1 0 0,-1 0 0,0 0 0,0 0 0,0-1 0,0 0 0,0 1 0,0-1 0,0 0 0,0-1 0,0 1 0,0-1 0,0 1 0,0-1 0,0 0 0,0 0 0,0 0 0,-3-2 0,1 0 0,0 0 0,0 0 0,1-1 0,-1 0 0,1 0 0,0 0 0,0 0 0,0-1 0,-3-5 0,1 2 0,1 0 0,1 0 0,0-1 0,0 1 0,0-1 0,1 0 0,0 0 0,1-1 0,0 1 0,1 0 0,-1-16 0,2 18-151,1 0-1,0 0 0,1 0 0,-1 0 1,1 0-1,1 0 0,-1 0 1,6-8-1,3-1-6674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39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24575,'2'0'0,"0"-1"0,0 0 0,0 1 0,0-1 0,0 0 0,0 0 0,0 0 0,-1 0 0,1 0 0,0 0 0,0 0 0,-1-1 0,1 1 0,-1-1 0,1 1 0,1-3 0,24-33 0,-18 23 0,10-15 0,-1 0 0,17-40 0,-20 38 0,1 0 0,21-29 0,-36 59 0,-1 1 0,0-1 0,0 1 0,1-1 0,-1 1 0,0-1 0,1 1 0,-1-1 0,0 1 0,1-1 0,-1 1 0,1 0 0,-1-1 0,1 1 0,-1 0 0,1-1 0,-1 1 0,1 0 0,-1 0 0,1-1 0,-1 1 0,1 0 0,-1 0 0,1 0 0,0 0 0,-1 0 0,1 0 0,0 0 0,6 14 0,-5 34 0,-3-42 0,-2 104 0,5 144 0,1-206 0,-4 82 0,0-86 4,-6 38-1373,2-60-5457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24575,'53'20'0,"-28"-13"0,25 8 0,66 11 0,-97-23 0,1-2 0,-1 0 0,0-1 0,0 0 0,0-2 0,0 0 0,20-6 0,-29 5-195,0 0 0,0 0 0,-1-1 0,1-1 0,-1 1 0,14-10 0,-8 3-6631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3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24575,'-24'48'0,"-63"161"0,86-204 0,-1 0 0,1 0 0,-1 0 0,1 0 0,1 0 0,-1 0 0,1 1 0,0-1 0,0 0 0,0 0 0,3 9 0,-3-12 0,1 0 0,0-1 0,0 1 0,0 0 0,-1-1 0,2 1 0,-1-1 0,0 1 0,0-1 0,0 1 0,1-1 0,-1 0 0,1 0 0,-1 0 0,1 0 0,-1 0 0,1 0 0,0 0 0,0 0 0,-1 0 0,1-1 0,0 1 0,0-1 0,0 1 0,0-1 0,-1 0 0,1 0 0,0 0 0,0 0 0,0 0 0,0 0 0,0-1 0,0 1 0,-1 0 0,3-2 0,50-15 0,-45 13 0,0 1 0,1 0 0,-1 0 0,1 1 0,0 0 0,-1 0 0,11 0 0,-18 3 0,0-1 0,0 0 0,0 0 0,0 1 0,0-1 0,0 1 0,0 0 0,0 0 0,-1-1 0,1 1 0,0 0 0,0 0 0,-1 1 0,1-1 0,-1 0 0,3 2 0,-2 0 0,0 0 0,-1 0 0,1 1 0,0-1 0,-1 0 0,1 0 0,-1 1 0,0-1 0,-1 1 0,1-1 0,0 8 0,1 17 0,-2 0 0,-1 0 0,-2 0 0,-8 39 0,-1 15 0,10-47 25,-4 22-1415,1-40-5436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3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50 24575,'-1'0'0,"-1"1"0,0-1 0,1 1 0,-1-1 0,1 1 0,-1 0 0,1 0 0,-1 0 0,1 0 0,0 0 0,-1 0 0,1 0 0,0 0 0,0 1 0,0-1 0,0 0 0,0 1 0,0-1 0,0 1 0,0-1 0,0 1 0,1-1 0,-2 4 0,-8 39 0,10-35 0,1 1 0,-1-1 0,2 0 0,-1 1 0,1-1 0,1 0 0,-1 0 0,1 0 0,1-1 0,0 1 0,5 9 0,-7-16 0,0 1 0,0-1 0,0 1 0,0-1 0,1 1 0,-1-1 0,1 0 0,-1 0 0,1 0 0,0-1 0,0 1 0,0-1 0,-1 1 0,1-1 0,1 0 0,-1 0 0,0 0 0,0 0 0,0-1 0,0 0 0,1 1 0,-1-1 0,0 0 0,0 0 0,1-1 0,-1 1 0,0-1 0,0 1 0,0-1 0,1 0 0,-1 0 0,0-1 0,0 1 0,4-3 0,-2 0 0,0 0 0,0 0 0,0 0 0,-1-1 0,1 1 0,-1-1 0,-1 0 0,1 0 0,0 0 0,-1-1 0,0 1 0,-1-1 0,1 0 0,-1 0 0,0 0 0,0 0 0,-1 0 0,0 0 0,0 0 0,0 0 0,-1-1 0,0-6 0,0 7 0,0 1 0,0-1 0,0 0 0,-1 1 0,1-1 0,-1 1 0,-1-1 0,1 1 0,-1-1 0,0 1 0,0 0 0,0 0 0,-1 0 0,0 0 0,0 0 0,0 0 0,-1 1 0,1 0 0,-1-1 0,0 1 0,-1 1 0,1-1 0,0 1 0,-1-1 0,-5-2 0,6 5 0,0 0 0,0 0 0,0 0 0,-1 0 0,1 1 0,0 0 0,-1 0 0,1 0 0,0 0 0,0 1 0,-1-1 0,1 1 0,0 0 0,0 0 0,0 1 0,0-1 0,0 1 0,0 0 0,0 0 0,1 0 0,-1 1 0,1-1 0,0 1 0,-1 0 0,1 0 0,0 0 0,0 0 0,1 0 0,-1 1 0,1 0 0,0-1 0,0 1 0,0 0 0,0 0 0,1 0 0,-1 0 0,1 0 0,0 0 0,0 0 0,1 1 0,-1 5 0,2 15-1365,2-2-5461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4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0 24575,'-1'1'0,"1"-1"0,-1 0 0,0 0 0,1 1 0,-1-1 0,0 1 0,1-1 0,-1 0 0,1 1 0,-1-1 0,1 1 0,-1-1 0,1 1 0,-1 0 0,1-1 0,0 1 0,-1-1 0,1 1 0,0 0 0,-1-1 0,1 1 0,0 0 0,0-1 0,-1 1 0,1 0 0,0-1 0,0 1 0,0 0 0,0 0 0,0-1 0,0 1 0,0 0 0,1-1 0,-1 1 0,0 0 0,0 0 0,0-1 0,1 1 0,-1 0 0,1 0 0,12 41 0,-10-33 0,16 54 0,5 13 0,24 135 0,-47-203 0,-1 1 0,0 0 0,-1 0 0,0 0 0,0-1 0,-1 1 0,0-1 0,0 1 0,-1-1 0,0 1 0,0-1 0,-1 0 0,0-1 0,-1 1 0,0-1 0,-10 13 0,11-15 0,-1 0 0,1 0 0,-1-1 0,0 0 0,0 0 0,-1 0 0,1 0 0,-1-1 0,0 0 0,0 0 0,0 0 0,0-1 0,0 0 0,-1 0 0,1-1 0,0 0 0,-1 0 0,1 0 0,-1-1 0,0 0 0,1 0 0,-1-1 0,-8-1 0,10 1 9,0-1-1,0 0 1,1 0-1,-1 0 1,1-1 0,-1 0-1,1 1 1,0-1-1,0-1 1,0 1-1,0-1 1,1 1-1,-4-6 1,-3-4-504,2 0 0,-15-28 0,10 14-6331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6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103 271 24575,'7'-1'0,"0"0"0,0 0 0,0-1 0,0 0 0,0-1 0,0 1 0,-1-1 0,1-1 0,-1 1 0,0-1 0,0 0 0,0 0 0,0-1 0,-1 0 0,0 0 0,0 0 0,0-1 0,-1 1 0,1-1 0,-1 0 0,3-8 0,-4 10 0,-1-1 0,0 1 0,0 0 0,0-1 0,-1 0 0,1 1 0,-1-1 0,0 0 0,-1 0 0,1 1 0,-1-1 0,0 0 0,0 0 0,0 0 0,-1 0 0,0 1 0,0-1 0,0 0 0,0 0 0,-1 1 0,0-1 0,0 1 0,0 0 0,0-1 0,-1 1 0,1 0 0,-1 0 0,0 1 0,-1-1 0,1 1 0,-1-1 0,1 1 0,-1 0 0,-7-4 0,8 4 0,-1 0 0,0 1 0,0-1 0,-1 1 0,1 0 0,0 0 0,-1 1 0,1-1 0,-1 1 0,0 0 0,1 0 0,-6 0 0,7 1 0,1 1 0,-1-1 0,0 1 0,1 0 0,-1 0 0,1 0 0,0 0 0,-1 0 0,1 1 0,0-1 0,0 1 0,-1 0 0,1-1 0,0 1 0,1 0 0,-1 0 0,0 0 0,1 0 0,-1 0 0,1 1 0,-1-1 0,0 4 0,-4 4 0,2 0 0,-1 0 0,2 0 0,-1 1 0,1 0 0,1-1 0,0 1 0,1 0 0,0 0 0,0 0 0,1 0 0,0 0 0,1 0 0,1 0 0,0 0 0,5 18 0,1-6 0,1-1 0,1 0 0,1 0 0,1-1 0,1-1 0,26 32 0,79 100 0,-116-149 0,0-1 0,0 1 0,0 0 0,0 0 0,0 0 0,-1 0 0,1 0 0,-1 0 0,0 0 0,0 1 0,0-1 0,0 0 0,-1 1 0,1-1 0,-1 1 0,0-1 0,0 0 0,0 1 0,-1-1 0,1 1 0,-1-1 0,1 0 0,-1 1 0,0-1 0,-1 0 0,1 0 0,0 1 0,-1-1 0,0 0 0,0-1 0,0 1 0,0 0 0,0-1 0,0 1 0,-1-1 0,1 1 0,-1-1 0,0 0 0,0 0 0,0 0 0,0-1 0,-6 3 0,1 1 0,0-1 0,-1-1 0,0 0 0,0 0 0,0 0 0,0-2 0,-1 1 0,1-1 0,-1 0 0,1-1 0,0 0 0,-1 0 0,1-1 0,-18-4 0,21 3 0,1 0 0,-1 0 0,0-1 0,1 0 0,-1 0 0,1-1 0,0 1 0,0-1 0,0 0 0,0 0 0,1-1 0,0 1 0,0-1 0,0 0 0,1 0 0,-1-1 0,1 1 0,0-1 0,1 1 0,-1-1 0,1 0 0,0 0 0,1 0 0,0 0 0,-1-1 0,1-7 0,1 3 0,0 1 0,0-1 0,1 1 0,1-1 0,-1 1 0,2 0 0,0-1 0,0 1 0,0 0 0,2 1 0,-1-1 0,1 1 0,0 0 0,13-17 0,53-59-1365,-49 57-5461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19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79 312 24575,'8'0'0,"0"0"0,1 0 0,-1-1 0,0 0 0,0-1 0,0 0 0,0 0 0,0 0 0,0-1 0,8-5 0,-10 4 0,-1 0 0,1 0 0,-1 0 0,0-1 0,-1 0 0,1 0 0,-1 0 0,0 0 0,0-1 0,-1 0 0,0 1 0,0-1 0,3-8 0,-4 7 0,0 0 0,0-1 0,0 1 0,-1-1 0,0 1 0,-1-1 0,1 1 0,-2-1 0,1 1 0,-1-1 0,0 0 0,0 1 0,-1 0 0,0-1 0,-1 1 0,1 0 0,-1 0 0,-1 0 0,-4-7 0,6 10 0,-1 0 0,1 0 0,-1 0 0,-1 0 0,1 0 0,0 1 0,-1 0 0,0 0 0,0 0 0,0 0 0,0 0 0,0 1 0,0-1 0,-1 1 0,1 0 0,-1 1 0,0-1 0,1 1 0,-1 0 0,0 0 0,0 0 0,0 1 0,0 0 0,0 0 0,1 0 0,-1 0 0,0 1 0,0 0 0,0 0 0,-8 3 0,10-3 0,0 0 0,-1 1 0,1-1 0,0 1 0,0 0 0,0 0 0,0 0 0,0 0 0,0 0 0,0 1 0,1-1 0,-1 1 0,1 0 0,0 0 0,0 0 0,0 0 0,0 0 0,0 0 0,1 0 0,-1 1 0,1-1 0,0 1 0,0-1 0,0 1 0,1-1 0,-1 1 0,1-1 0,0 1 0,0 0 0,0-1 0,0 1 0,1-1 0,-1 1 0,1 0 0,1 3 0,3 8 0,0 1 0,0-1 0,1-1 0,1 1 0,1-1 0,13 20 0,42 47 0,-44-58 0,-1 0 0,-1 1 0,28 52 0,-35-54 0,-2-6 0,0 1 0,-1-1 0,-1 1 0,-1 1 0,6 27 0,-11-41 0,1 0 0,-1-1 0,0 1 0,0 0 0,-1 0 0,1-1 0,-1 1 0,0 0 0,1-1 0,-2 1 0,1 0 0,0-1 0,-1 0 0,0 1 0,0-1 0,0 0 0,0 0 0,0 0 0,0 0 0,-1 0 0,0 0 0,1-1 0,-1 1 0,0-1 0,0 0 0,-1 0 0,1 0 0,0 0 0,-1-1 0,1 1 0,-1-1 0,-6 2 0,4-1 0,0-1 0,-1 0 0,1 0 0,-1 0 0,1-1 0,-1 1 0,1-2 0,-1 1 0,1-1 0,-1 0 0,1 0 0,0-1 0,0 0 0,-1 0 0,1 0 0,0-1 0,1 0 0,-1 0 0,0 0 0,1-1 0,0 0 0,0 0 0,0 0 0,0-1 0,1 0 0,-6-7 0,2 2 0,0-1 0,0 0 0,2 0 0,-1-1 0,1 0 0,1 0 0,0-1 0,1 1 0,0-1 0,1 0 0,0 0 0,0-14 0,2 10-151,2-1-1,0 1 0,0-1 0,2 1 1,0-1-1,1 1 0,1 0 1,7-17-1,-4 18-6674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23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122 278 24575,'3'-1'0,"0"1"0,0-1 0,0 0 0,0-1 0,0 1 0,0 0 0,-1-1 0,1 1 0,-1-1 0,1 0 0,-1 0 0,4-3 0,26-28 0,-32 33 0,4-4 0,1-1 0,-1 0 0,-1 0 0,1-1 0,-1 1 0,0-1 0,0 0 0,0 1 0,-1-1 0,0-1 0,0 1 0,-1 0 0,1 0 0,-1 0 0,-1-1 0,1 1 0,-2-12 0,0 12 0,0 1 0,-1 0 0,0-1 0,0 1 0,0 0 0,0 0 0,-1 0 0,0 0 0,0 0 0,0 1 0,-1-1 0,0 1 0,0 0 0,0 0 0,0 1 0,0-1 0,-1 1 0,1 0 0,-1 0 0,-10-4 0,13 5 0,-1 0 0,0 1 0,1 0 0,-1-1 0,0 1 0,0 0 0,0 0 0,0 1 0,0-1 0,0 1 0,-1-1 0,1 1 0,0 0 0,0 0 0,0 0 0,0 1 0,0-1 0,0 1 0,0 0 0,0 0 0,0 0 0,0 0 0,0 0 0,0 1 0,0-1 0,-4 4 0,4-1 0,0 0 0,0-1 0,0 1 0,0 1 0,1-1 0,-1 0 0,1 1 0,0-1 0,0 1 0,1 0 0,0 0 0,0-1 0,0 1 0,0 0 0,1 0 0,-1 6 0,1 0 0,0 0 0,1-1 0,0 1 0,1 0 0,0 0 0,1-1 0,0 0 0,0 1 0,1-1 0,1 0 0,5 9 0,7 7 0,0-1 0,33 35 0,-23-29 0,-23-25 0,1 0 0,-1 0 0,0 0 0,-1 1 0,1 0 0,-1-1 0,-1 1 0,1 0 0,-1 0 0,-1 1 0,1-1 0,-1 0 0,0 1 0,-1-1 0,0 0 0,0 1 0,0-1 0,-1 0 0,-2 11 0,1-12 0,0-1 0,0 1 0,0-1 0,0 1 0,-1-1 0,0 0 0,0 0 0,0 0 0,-1-1 0,1 1 0,-1-1 0,0 1 0,-1-1 0,1 0 0,-1-1 0,1 1 0,-1-1 0,0 0 0,-1 0 0,1-1 0,0 1 0,-1-1 0,1-1 0,-11 3 0,12-3 0,0-1 0,1 0 0,-1 0 0,0-1 0,0 1 0,0-1 0,1 0 0,-1 0 0,0 0 0,1 0 0,-1 0 0,1-1 0,0 0 0,-1 0 0,1 0 0,0 0 0,0 0 0,0 0 0,0-1 0,0 0 0,1 0 0,-1 1 0,1-1 0,0 0 0,0-1 0,0 1 0,0 0 0,1-1 0,-1 1 0,-1-6 0,0 1 0,-1-1 0,1 1 0,1-1 0,0 0 0,0-1 0,1 1 0,0 0 0,0 0 0,1 0 0,0-1 0,2-12 0,3 7-14,1 0 0,0 1 0,1 0 0,1 0 0,0 0-1,1 1 1,0 1 0,1-1 0,0 1 0,14-11 0,13-18-1196,-25 26-5616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24575,'0'-1'0,"1"-1"0,-1 1 0,1 0 0,-1 0 0,1 0 0,-1 0 0,1 0 0,0 0 0,-1 0 0,1 0 0,0 0 0,0 0 0,0 1 0,0-1 0,0 0 0,0 1 0,0-1 0,0 0 0,0 1 0,0-1 0,0 1 0,0 0 0,1-1 0,-1 1 0,0 0 0,0 0 0,3-1 0,37-3 0,-36 3 0,76-3 0,121 9 0,-201-6 0,1 1 0,-1 0 0,0 0 0,1 0 0,-1 1 0,0-1 0,1 0 0,-1 0 0,0 1 0,0-1 0,1 1 0,-1-1 0,0 1 0,0 0 0,0-1 0,0 1 0,0 0 0,1 0 0,-2 0 0,1-1 0,0 1 0,0 0 0,0 0 0,0 1 0,-1-1 0,1 0 0,0 0 0,-1 0 0,1 0 0,-1 1 0,1-1 0,-1 0 0,0 0 0,1 1 0,-1-1 0,0 0 0,0 1 0,0 1 0,-1 5 0,-1 0 0,0 0 0,0 0 0,-1 0 0,-6 11 0,-4 16 0,-19 109 0,15-63 0,-3-1 0,-33 84 0,52-162-105,0 0 0,0 0 0,1 0 0,-1 0 0,-1-1 0,1 1 0,0 0 0,0-1 0,-1 1 0,1-1 0,-1 1 0,-1 1 0,-4-1-6721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0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24575,'4'0'0,"6"0"0,5 4 0,5 2 0,3-1 0,2 4 0,5 0 0,3-2 0,-1-1 0,-1-2 0,-2-2 0,-1-2 0,-2 1 0,0-2 0,0 1 0,-1 0 0,0-1 0,-4 1-8191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2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11 24575,'-18'-5'0,"-7"0"0,17 6 0,0 2 0,0-1 0,1 1 0,-1 0 0,1 0 0,0 1 0,0 0 0,0 0 0,0 1 0,1-1 0,-1 2 0,1-1 0,1 1 0,-1 0 0,1 0 0,0 0 0,0 1 0,1-1 0,0 1 0,0 1 0,-5 14 0,-1 2 0,2 0 0,1 0 0,1 1 0,0 0 0,-2 45 0,7-50 0,1 0 0,1 0 0,1 0 0,1 0 0,10 38 0,-11-48 0,1-1 0,0 0 0,1 0 0,0 0 0,1 0 0,-1-1 0,1 0 0,1 0 0,0 0 0,0-1 0,0 0 0,1 0 0,0 0 0,12 8 0,-17-14 0,1 1 0,0-1 0,0 1 0,0-1 0,0 0 0,1 0 0,-1 0 0,0-1 0,0 1 0,1-1 0,-1 0 0,0 1 0,0-2 0,1 1 0,-1 0 0,0-1 0,1 1 0,-1-1 0,0 0 0,0 0 0,6-3 0,-4 2 0,-1-1 0,0 0 0,1 0 0,-1-1 0,0 1 0,-1-1 0,1 0 0,-1 1 0,1-2 0,-1 1 0,0 0 0,-1-1 0,3-4 0,-3 5 0,0 1 0,0 0 0,-1-1 0,1 1 0,-1 0 0,0-1 0,0 0 0,-1 1 0,1-1 0,-1 0 0,1 1 0,-1-1 0,0 0 0,-1 1 0,1-1 0,0 0 0,-1 1 0,0-1 0,0 0 0,0 1 0,-1 0 0,1-1 0,-1 1 0,1 0 0,-1-1 0,0 1 0,-1 0 0,1 0 0,0 1 0,-1-1 0,0 0 0,1 1 0,-1 0 0,0-1 0,0 1 0,0 0 0,-1 1 0,1-1 0,0 0 0,-1 1 0,-6-2 0,1 1-85,0 0 0,0 0-1,0 1 1,0 0 0,0 1-1,0 0 1,-1 1 0,1 0-1,0 0 1,0 0 0,0 2-1,1-1 1,-1 1 0,0 0-1,-7 5 1,-1 3-6741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4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 24575,'28'7'0,"-20"-4"0,1-1 0,-1 0 0,1 0 0,0-1 0,0 0 0,9 0 0,15-6 0,-1-1 0,0-2 0,55-22 0,4 0 0,-91 29 0,1 1 0,-1 0 0,1 0 0,0-1 0,-1 1 0,1 0 0,-1 0 0,1 0 0,0 0 0,-1 0 0,1 0 0,-1 0 0,1 0 0,0 0 0,-1 0 0,1 0 0,-1 0 0,1 0 0,-1 0 0,1 1 0,0-1 0,-1 0 0,1 0 0,-1 1 0,1-1 0,-1 0 0,1 1 0,-1-1 0,1 1 0,0 0 0,-2 18 0,-23 35 0,17-42 0,-29 66 0,-180 407 0,168-352-1365,43-115-5461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4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24575,'4'0'0,"7"0"0,4 0 0,5 0 0,3 0 0,2 0 0,1 0 0,1 0 0,-1 0 0,5-4 0,5-1 0,1-1 0,3 2 0,-5 1-8191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47 24575,'0'-2'0,"-1"0"0,1 0 0,-1 0 0,1 0 0,-1 0 0,0 0 0,0 0 0,0 0 0,0 0 0,0 0 0,-1 1 0,1-1 0,0 0 0,-1 1 0,1-1 0,-1 1 0,0 0 0,1-1 0,-1 1 0,0 0 0,0 0 0,0 0 0,0 0 0,0 0 0,0 0 0,0 1 0,0-1 0,0 1 0,-4-1 0,0 0 0,0 0 0,0 0 0,0 1 0,-1-1 0,1 1 0,0 1 0,0-1 0,0 1 0,-8 2 0,6 1 0,1-1 0,0 1 0,0 0 0,0 1 0,0-1 0,1 1 0,0 1 0,0-1 0,0 1 0,1 0 0,0 1 0,0-1 0,0 1 0,1 0 0,0 0 0,-4 10 0,-5 14 0,2 0 0,-13 55 0,14-48 0,2-9 0,2 0 0,1 0 0,-3 57 0,8-72 0,0-1 0,1 1 0,1-1 0,0 1 0,1-1 0,0 0 0,1 0 0,1 0 0,0-1 0,13 24 0,-17-33 0,1 0 0,0 0 0,0 0 0,0 0 0,0 0 0,0-1 0,1 1 0,-1-1 0,1 1 0,0-1 0,-1 0 0,1 0 0,0 0 0,0-1 0,1 1 0,-1-1 0,0 1 0,0-1 0,1 0 0,-1 0 0,1-1 0,-1 1 0,1-1 0,-1 0 0,1 1 0,-1-2 0,1 1 0,-1 0 0,6-2 0,-3 0 0,0 0 0,0-1 0,0 0 0,0-1 0,0 1 0,-1-1 0,0 0 0,0 0 0,0-1 0,0 1 0,0-1 0,-1 0 0,0 0 0,6-10 0,-6 7 0,0 1 0,-1-1 0,1 0 0,-1 0 0,-1-1 0,0 1 0,0 0 0,-1-1 0,1 0 0,-2 1 0,0-1 0,0 1 0,0-1 0,-3-12 0,2 15 0,0 0 0,0 0 0,-1 1 0,0-1 0,0 0 0,-1 1 0,0-1 0,0 1 0,0 0 0,0 0 0,-1 0 0,0 0 0,0 1 0,0-1 0,0 1 0,-1 0 0,0 1 0,0-1 0,0 1 0,0 0 0,-9-4 0,11 6-50,0 1-1,0 0 1,0-1-1,0 1 0,0 0 1,0 1-1,0-1 1,0 0-1,0 1 1,0 0-1,0 0 0,0 0 1,0 0-1,0 0 1,0 0-1,1 1 1,-1 0-1,1-1 0,-1 1 1,1 0-1,-1 0 1,1 0-1,0 1 1,0-1-1,0 0 1,-2 5-1,-12 12-6775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8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528 0 24575,'-2'0'0,"0"1"0,0 0 0,0-1 0,0 1 0,0 0 0,0 0 0,0 0 0,0 0 0,0 0 0,0 0 0,1 1 0,-1-1 0,1 1 0,-1-1 0,1 1 0,-1 0 0,0 1 0,-25 37 0,22-30 0,-144 221 0,-58 98 0,200-317-90,-82 132-1185,79-131-5551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8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24575,'-1'9'0,"-1"-1"0,0 1 0,0-1 0,-1 0 0,0 1 0,-5 9 0,-3 6 0,0 6 0,-22 63 0,31-87 0,1 0 0,-1 1 0,1-1 0,0 1 0,1 0 0,0-1 0,0 1 0,0-1 0,1 1 0,0-1 0,2 10 0,-2-13 0,1 0 0,0-1 0,-1 1 0,1-1 0,0 0 0,0 1 0,0-1 0,1 0 0,-1 0 0,0-1 0,1 1 0,-1 0 0,1-1 0,0 1 0,-1-1 0,1 0 0,0 0 0,0 0 0,0 0 0,0-1 0,0 1 0,0-1 0,0 1 0,0-1 0,0 0 0,0 0 0,0-1 0,0 1 0,0-1 0,4-1 0,7 0 0,0-1 0,0-1 0,-1-1 0,1 0 0,14-8 0,-15 6-195,0-2 0,-1 1 0,0-2 0,-1 0 0,1 0 0,8-12 0,8-10-6631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8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1 24575,'-9'15'0,"-1"15"0,6-11 0,1 0 0,1 1 0,1-1 0,0 0 0,2 1 0,0-1 0,7 36 0,-8-54 3,1 0 1,-1 1-1,1-1 0,0 1 0,-1-1 1,1 0-1,0 1 0,0-1 0,0 0 1,0 0-1,0 0 0,0 0 0,0 1 1,0-1-1,0-1 0,0 1 0,1 0 1,-1 0-1,0 0 0,1-1 0,-1 1 0,0-1 1,1 1-1,-1-1 0,1 1 0,-1-1 1,1 0-1,-1 0 0,1 0 0,-1 0 1,1 0-1,-1 0 0,1 0 0,-1 0 1,1-1-1,2 0 0,2-1-215,1-1 0,-1 1 0,0-2-1,0 1 1,0-1 0,9-7 0,2-3-6614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8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24575,'0'4'0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7 472 24575,'1'-4'0,"1"0"0,0 0 0,0 1 0,0-1 0,0 1 0,1-1 0,-1 1 0,1 0 0,5-4 0,3-5 0,4-7 0,18-24 0,44-70 0,-69 99 0,-1 0 0,0-1 0,-1 0 0,-1 0 0,0 0 0,-1-1 0,0 1 0,-1-1 0,1-28 0,-4 41 0,0 1 0,0-1 0,0 0 0,0 0 0,0 1 0,0-1 0,-1 1 0,1-1 0,-1 0 0,0 1 0,0-1 0,0 1 0,0-1 0,0 1 0,-1 0 0,1-1 0,-1 1 0,1 0 0,-1 0 0,0 0 0,0 0 0,0 0 0,0 1 0,0-1 0,0 0 0,0 1 0,-1 0 0,-1-2 0,1 3 0,0 0 0,1 0 0,-1 0 0,1 0 0,-1 0 0,1 1 0,-1-1 0,1 1 0,-1 0 0,1-1 0,-1 1 0,1 0 0,0 0 0,0 1 0,-1-1 0,1 0 0,0 1 0,0 0 0,0-1 0,0 1 0,1 0 0,-1 0 0,0 0 0,1 0 0,-1 0 0,1 0 0,0 0 0,0 1 0,-2 2 0,-9 22 0,0 0 0,1 0 0,2 1 0,-9 46 0,-11 123 0,20-129 0,-10 224 0,16-284-1365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0 151 24575,'4'-4'0,"6"-6"0,9 0 0,5-3 0,7 0 0,6-1 0,6 2 0,2-2 0,7-2 0,6-6 0,-6-1-8191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77 51 24575,'0'-8'0,"1"6"0,-1 0 0,0-1 0,0 1 0,1 0 0,-2 0 0,1-1 0,0 1 0,0 0 0,-1 0 0,1 0 0,-1 0 0,0-1 0,0 1 0,0 0 0,0 0 0,0 0 0,-2-3 0,2 5 0,1 0 0,-1 0 0,1 0 0,-1 0 0,1 0 0,-1 0 0,1 0 0,-1 0 0,1 0 0,-1 0 0,1 0 0,-1 1 0,1-1 0,-1 0 0,1 0 0,-1 1 0,1-1 0,0 0 0,-1 0 0,1 1 0,-1-1 0,1 0 0,0 1 0,-1-1 0,1 1 0,0-1 0,-1 0 0,1 1 0,0-1 0,0 1 0,0-1 0,-1 1 0,1-1 0,0 1 0,0 0 0,-8 18 0,-4 18 0,2 1 0,-9 75 0,17-89 0,0 0 0,2 1 0,0-1 0,2 0 0,9 46 0,-10-66-54,-1-1-1,1 1 0,0-1 1,0 1-1,0-1 1,1 0-1,-1 1 0,1-1 1,0 0-1,0 0 1,0 0-1,0-1 0,0 1 1,1 0-1,-1-1 0,1 1 1,0-1-1,0 0 1,0 0-1,0 0 0,0 0 1,0-1-1,0 1 1,5 1-1,6-3-6771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51 24575,'0'-5'0,"4"-4"0,6-2 0,5 2 0,4 2 0,2 2 0,3 2 0,0 2 0,-3 1-8191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4 24575,'0'-1'0,"-1"1"0,0-1 0,1 1 0,-1 0 0,0-1 0,0 1 0,1 0 0,-1 0 0,0-1 0,0 1 0,1 0 0,-1 0 0,0 0 0,0 0 0,1 0 0,-1 0 0,0 0 0,0 0 0,0 1 0,1-1 0,-1 0 0,0 0 0,1 1 0,-1-1 0,0 0 0,0 1 0,1-1 0,-1 0 0,0 1 0,1-1 0,-1 1 0,1-1 0,-1 1 0,1 0 0,-1-1 0,1 1 0,-1 0 0,1-1 0,0 1 0,-1 0 0,1-1 0,0 1 0,-1 0 0,1 0 0,0 0 0,-17 41 0,16-39 0,-57 205 0,51-172 0,2 0 0,1 0 0,2 71 0,2-105 0,0 0 0,0 0 0,0 0 0,0 0 0,1 0 0,-1 0 0,0 0 0,1 0 0,0 0 0,-1-1 0,1 1 0,0 0 0,0 0 0,0 0 0,0-1 0,2 3 0,-2-3 0,-1-1 0,1 0 0,0 0 0,0 0 0,-1 0 0,1 0 0,0 0 0,-1 0 0,1 0 0,0 0 0,0 0 0,-1 0 0,1 0 0,0 0 0,-1-1 0,1 1 0,0 0 0,-1 0 0,1-1 0,0 1 0,-1 0 0,1-1 0,-1 1 0,1-1 0,0 1 0,-1-1 0,1 1 0,0-2 0,4-4 0,1-1 0,-1 0 0,0 0 0,-1-1 0,7-12 0,0-10 0,11-25 0,-20 52 0,-1 0 0,1 0 0,0 0 0,0 0 0,0 1 0,0-1 0,0 0 0,0 1 0,1-1 0,-1 1 0,1 0 0,4-3 0,-6 5 0,0 0 0,0-1 0,0 1 0,0 0 0,0 0 0,0 0 0,0 0 0,0 0 0,0 0 0,0 0 0,0 0 0,0 0 0,0 1 0,0-1 0,0 0 0,0 0 0,-1 1 0,1-1 0,0 1 0,0-1 0,0 1 0,0-1 0,-1 1 0,1 0 0,0-1 0,0 1 0,-1 0 0,1-1 0,-1 1 0,1 0 0,-1 0 0,1 0 0,-1 0 0,1 0 0,0 1 0,15 39 0,-12-28 0,-3-8-124,2 0 0,-1 0 0,0 0 0,1 0 0,0-1 0,0 1-1,0-1 1,1 1 0,0-1 0,4 3 0,3 1-6702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24575,'8'-1'0,"-1"0"0,1 0 0,0-1 0,-1 0 0,1 0 0,-1-1 0,0 0 0,0 0 0,0 0 0,13-10 0,-9 6 0,-1-1 0,0 0 0,-1-1 0,1 0 0,14-19 0,-23 26 0,1 0 0,-1 0 0,0 0 0,1 0 0,-1-1 0,0 1 0,0 0 0,0-1 0,-1 1 0,1 0 0,-1-1 0,1 1 0,-1-1 0,0 1 0,0-1 0,0-2 0,0 3 0,0 1 0,-1 0 0,1-1 0,-1 1 0,1 0 0,-1-1 0,0 1 0,1 0 0,-1 0 0,0 0 0,0-1 0,0 1 0,0 0 0,0 0 0,0 0 0,0 0 0,0 1 0,0-1 0,-1 0 0,-1-1 0,0 1 0,1 1 0,-1-1 0,1 0 0,-1 1 0,1 0 0,-1 0 0,1-1 0,-1 1 0,0 1 0,1-1 0,-1 0 0,1 1 0,-1-1 0,1 1 0,-1 0 0,1 0 0,-1 0 0,1 0 0,0 0 0,0 1 0,-1-1 0,1 0 0,0 1 0,0 0 0,0 0 0,1-1 0,-1 1 0,0 0 0,-2 4 0,1-2 5,1 1 1,-1 0-1,1 0 0,0 0 0,0 0 0,0 0 1,0 0-1,1 0 0,0 0 0,0 1 1,1-1-1,-1 1 0,1-1 0,0 0 0,1 1 1,-1-1-1,1 0 0,0 1 0,1-1 0,-1 0 1,1 0-1,3 7 0,-3-9-51,0 1-1,-1-1 1,2 0-1,-1 0 1,0 0 0,1 0-1,-1 0 1,1 0-1,0-1 1,0 1 0,0-1-1,0 0 1,1 0-1,-1 0 1,0 0-1,1 0 1,-1-1 0,1 0-1,0 0 1,0 0-1,-1 0 1,1 0 0,0-1-1,0 0 1,0 1-1,-1-1 1,1-1 0,0 1-1,0-1 1,0 1-1,4-3 1,14-3-6780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0 24575,'0'4'0,"-4"6"0,-1 5 0,0 3 0,0 4 0,7-2 0,5-9 0,7-10 0,4-6 0,0-5 0,0-2 0,2-2 0,1 1 0,1 3 0,1 2 0,-3 4-8191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24575,'1'1'0,"-1"1"0,1 0 0,0-1 0,0 1 0,-1-1 0,1 1 0,0-1 0,0 1 0,0-1 0,0 0 0,1 1 0,-1-1 0,0 0 0,1 0 0,-1 0 0,0 0 0,1 0 0,-1 0 0,1 0 0,0-1 0,-1 1 0,3 0 0,37 13 0,-35-14 0,0 1 0,0-1 0,0 0 0,0 0 0,0 0 0,0-1 0,0 0 0,-1 0 0,1-1 0,0 0 0,10-4 0,-13 5 0,0-1 0,1 0 0,-1 1 0,0-1 0,0 0 0,0 0 0,0-1 0,0 1 0,0-1 0,-1 0 0,1 1 0,-1-1 0,0 0 0,0 0 0,0 0 0,0-1 0,0 1 0,-1 0 0,0-1 0,2-5 0,-3 8 0,1 0 0,-1 0 0,0 0 0,0 0 0,0 0 0,0 0 0,1 0 0,-2 0 0,1 0 0,0 0 0,0 0 0,0 0 0,0 0 0,0 1 0,-1-1 0,1 0 0,-1 0 0,1 0 0,0 0 0,-1 0 0,0 0 0,1 0 0,-1 1 0,1-1 0,-1 0 0,0 0 0,0 1 0,1-1 0,-2 0 0,0 0 0,0 1 0,0-1 0,0 1 0,0 0 0,-1-1 0,1 1 0,0 0 0,0 0 0,0 1 0,0-1 0,0 0 0,0 1 0,-3 0 0,-3 2 0,0 0 0,1 0 0,-1 1 0,1 0 0,-1 0 0,-8 8 0,10-5 0,1 0 0,-1 0 0,1 0 0,1 1 0,0 0 0,0 0 0,0 0 0,1 0 0,0 0 0,1 1 0,0-1 0,0 1 0,1 0 0,0-1 0,0 10 0,1-13 0,0 0 0,1-1 0,-1 1 0,1 0 0,0-1 0,0 1 0,0-1 0,1 1 0,0-1 0,0 1 0,0-1 0,0 0 0,3 4 0,-3-5 0,1-1 0,-1 0 0,1 1 0,-1-1 0,1 0 0,0 0 0,0-1 0,0 1 0,0-1 0,0 1 0,0-1 0,0 0 0,0 0 0,1 0 0,-1 0 0,0-1 0,1 0 0,-1 1 0,1-1 0,2-1 0,5 0-170,0-1-1,0 0 0,0 0 1,-1-1-1,1-1 0,-1 0 1,11-6-1,29-15-6655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24575,'-4'4'0,"-2"6"0,1 5 0,1 3 0,1 4 0,1 2 0,1 1 0,5-5 0,1-4-8191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11 24575,'0'-4'0,"-4"-2"0,-2 5 0,5 3 0,2 4 0,2 1-8191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212 15 24575,'-23'-8'0,"22"7"0,0 1 0,0-1 0,0 0 0,0 1 0,0-1 0,1 1 0,-1-1 0,0 1 0,0 0 0,0-1 0,0 1 0,0 0 0,0 0 0,-1-1 0,1 1 0,0 0 0,0 0 0,0 0 0,0 0 0,0 0 0,0 1 0,0-1 0,0 0 0,0 0 0,0 1 0,0-1 0,0 1 0,0-1 0,0 1 0,0-1 0,0 1 0,1-1 0,-1 1 0,0 0 0,0-1 0,0 1 0,1 0 0,-1 0 0,1 0 0,-1 0 0,0-1 0,1 1 0,-1 0 0,1 0 0,0 0 0,-1 0 0,1 2 0,-3 6 0,0 0 0,1 0 0,0 1 0,0-1 0,1 1 0,1 11 0,-1-11 0,1-1 0,-1 1 0,0 0 0,-1-1 0,0 1 0,-6 13 0,3-10 0,1-4 0,0 1 0,0-2 0,-1 1 0,-8 12 0,12-20 0,0 0 0,0 1 0,0-1 0,0 0 0,0 0 0,0 0 0,-1 0 0,1 0 0,0 0 0,-1 0 0,1 0 0,0 0 0,-1-1 0,1 1 0,-1-1 0,1 1 0,-1-1 0,0 1 0,1-1 0,-1 0 0,1 0 0,-1 0 0,0 0 0,1 0 0,-1 0 0,1 0 0,-1-1 0,0 1 0,1 0 0,-1-1 0,1 0 0,-1 1 0,-2-2 0,-13-10-1365,0-1-5461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 18 24575,'-3'0'0,"-1"0"0,0 0 0,1 1 0,-1 0 0,1-1 0,-1 1 0,1 0 0,0 1 0,-1-1 0,1 1 0,0 0 0,0-1 0,0 1 0,0 0 0,0 1 0,-5 4 0,4-2 0,0 0 0,0 1 0,0-1 0,1 1 0,0 0 0,0 0 0,0 0 0,-3 12 0,3-9 0,1 0 0,1 0 0,-1 0 0,1 0 0,1 0 0,-1 0 0,2 0 0,-1 0 0,1 0 0,1 0 0,0 0 0,0 0 0,6 16 0,-7-24 0,-1 1 0,1-1 0,0 1 0,0-1 0,0 0 0,0 1 0,0-1 0,0 0 0,0 0 0,1 1 0,-1-1 0,0 0 0,1 0 0,-1 0 0,1-1 0,-1 1 0,1 0 0,-1-1 0,1 1 0,-1 0 0,1-1 0,0 0 0,3 1 0,-2-1 0,0-1 0,0 1 0,0-1 0,0 0 0,0 1 0,0-2 0,0 1 0,0 0 0,0 0 0,-1-1 0,1 0 0,2-2 0,4-2 0,0-1 0,-1-1 0,-1 0 0,1 0 0,-1-1 0,8-13 0,-11 16 0,-1-1 0,1-1 0,-2 1 0,1 0 0,-1-1 0,0 1 0,-1-1 0,0 0 0,0 1 0,0-1 0,-1-9 0,0 13 0,-1-1 0,1 1 0,-1 0 0,0 0 0,0-1 0,0 1 0,0 0 0,-1 0 0,0 0 0,0 0 0,0 1 0,0-1 0,0 0 0,-1 1 0,1 0 0,-1-1 0,0 1 0,0 0 0,-1 0 0,1 1 0,-6-4 0,8 5 0,0 0 0,0 1 0,0-1 0,0 0 0,-1 1 0,1-1 0,0 1 0,0-1 0,-1 1 0,1 0 0,0 0 0,-1 0 0,1-1 0,0 1 0,-1 0 0,1 1 0,0-1 0,0 0 0,-1 0 0,0 1 0,1-1 0,0 1 0,0 0 0,1-1 0,-1 1 0,0 0 0,1-1 0,-1 1 0,1 0 0,-1 0 0,0-1 0,1 1 0,0 0 0,-1 0 0,1 0 0,0 0 0,-1 0 0,1 0 0,0 0 0,0 0 0,0 1 0,-1 3 0,1-1 0,1 1 0,-1-1 0,1 0 0,-1 1 0,1-1 0,1 0 0,-1 1 0,0-1 0,4 5 0,0 0-59,0-1 0,0 0-1,1-1 1,0 1-1,0-1 1,1 0 0,0-1-1,0 0 1,1 0 0,-1 0-1,1-1 1,1 0 0,-1-1-1,1 0 1,-1 0-1,1 0 1,0-2 0,0 1-1,1-1 1,-1 0 0,1-1-1,11 1 1,4-1-6767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24575,'0'-1'0,"1"0"0,-1 0 0,1-1 0,0 1 0,-1 0 0,1 0 0,0 0 0,0 0 0,0 0 0,0 0 0,0 1 0,0-1 0,0 0 0,0 0 0,0 1 0,0-1 0,0 1 0,0-1 0,0 1 0,1-1 0,-1 1 0,0-1 0,0 1 0,1 0 0,-1 0 0,0 0 0,2 0 0,37-3 0,-34 3 0,-1 0 0,1 1 0,0 0 0,-1 0 0,1 0 0,-1 0 0,1 1 0,-1 0 0,10 6 0,-13-8 0,-1 1 0,0 0 0,0 0 0,0 1 0,0-1 0,0 0 0,0 0 0,0 0 0,0 1 0,0-1 0,0 0 0,-1 1 0,1-1 0,0 1 0,-1-1 0,0 1 0,1-1 0,-1 1 0,0-1 0,0 1 0,1-1 0,-1 1 0,0-1 0,-1 1 0,1 0 0,0-1 0,0 1 0,-1-1 0,1 1 0,-1-1 0,1 1 0,-1-1 0,0 0 0,1 1 0,-1-1 0,0 0 0,0 1 0,0-1 0,0 0 0,-2 1 0,-36 47 0,29-39 0,1 0 0,0 1 0,1 1 0,0-1 0,1 1 0,0 0 0,-10 26 0,17-37 0,-1 0 0,1 1 0,-1-1 0,1 0 0,0 0 0,0 0 0,-1 1 0,1-1 0,0 0 0,0 0 0,0 1 0,0-1 0,0 0 0,1 0 0,-1 0 0,0 1 0,1-1 0,-1 0 0,0 0 0,1 0 0,-1 0 0,1 1 0,0-1 0,-1 0 0,1 0 0,0 0 0,0 0 0,0-1 0,1 3 0,1-2 0,-1-1 0,0 1 0,1-1 0,-1 1 0,0-1 0,1 0 0,-1 0 0,1 0 0,-1 0 0,0-1 0,1 1 0,-1-1 0,1 1 0,2-2 0,8-2 0,-1-1 0,1-1 0,-1 0 0,16-10 0,-5 0-1365,-3 3-5461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0 205 24575,'11'-1'0,"-1"0"0,1 0 0,-1-1 0,0-1 0,1 0 0,-1 0 0,0-1 0,-1 0 0,1-1 0,15-10 0,-19 11 0,1 0 0,-1-1 0,0 0 0,0 0 0,-1 0 0,1-1 0,-1 0 0,0 0 0,-1-1 0,1 1 0,-1-1 0,-1 0 0,1 0 0,-1 0 0,2-9 0,-4 14 0,-1 0 0,1 0 0,-1 1 0,1-1 0,-1 0 0,0 0 0,0 0 0,0 0 0,0 0 0,-1 0 0,1 0 0,0 0 0,-1 0 0,1 0 0,-1 0 0,0 0 0,1 0 0,-1 1 0,0-1 0,0 0 0,-1 1 0,1-1 0,0 0 0,0 1 0,-1 0 0,1-1 0,-1 1 0,1 0 0,-1-1 0,1 1 0,-3-1 0,1 1 0,1 1 0,0-1 0,-1 1 0,1-1 0,-1 1 0,1 0 0,-1 0 0,1 0 0,-1 0 0,1 0 0,-1 0 0,1 1 0,-1-1 0,1 1 0,-1 0 0,1 0 0,0 0 0,-1 0 0,1 0 0,0 0 0,0 1 0,0-1 0,0 1 0,-3 2 0,-1 3 0,0 1 0,1-1 0,0 1 0,0 0 0,1 1 0,0-1 0,0 1 0,1 0 0,0 0 0,1 0 0,0 0 0,0 0 0,0 16 0,1-20 0,1 0 0,0 1 0,1-1 0,-1 0 0,1 1 0,0-1 0,0 0 0,1 0 0,-1 0 0,1 0 0,4 7 0,-4-9 0,-1-1 0,1 1 0,0-1 0,0 0 0,1 0 0,-1 0 0,0 0 0,1 0 0,-1 0 0,1 0 0,0-1 0,-1 1 0,1-1 0,0 0 0,0 0 0,0 0 0,0 0 0,0-1 0,0 1 0,6 0 0,-4-2-97,0 1-1,0-1 1,0 1-1,0-1 1,0-1-1,0 1 1,-1-1-1,1 0 1,0 0-1,-1 0 1,0-1-1,1 1 0,4-5 1,12-8-6729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88 24575,'1'0'0,"1"0"0,0 0 0,-1 0 0,1 0 0,-1 0 0,1 0 0,-1 0 0,1 0 0,-1 1 0,1-1 0,-1 1 0,1-1 0,-1 1 0,1 0 0,-1-1 0,0 1 0,1 0 0,-1 0 0,0 0 0,0 0 0,1 0 0,-1 0 0,0 0 0,0 1 0,0-1 0,-1 0 0,1 1 0,0-1 0,1 3 0,-1 1 0,0 0 0,-1 1 0,1-1 0,-1 0 0,0 1 0,-1-1 0,0 7 0,0-9 0,0 1 0,1-1 0,-1 1 0,1 0 0,0-1 0,0 1 0,0 0 0,1-1 0,0 1 0,-1-1 0,1 1 0,0-1 0,3 6 0,-3-8 0,0 0 0,1 0 0,-1 0 0,0 0 0,1-1 0,-1 1 0,1 0 0,-1-1 0,1 1 0,-1-1 0,1 0 0,0 1 0,-1-1 0,1 0 0,-1 0 0,1 0 0,-1 0 0,1 0 0,0-1 0,-1 1 0,1 0 0,-1-1 0,1 1 0,-1-1 0,1 1 0,-1-1 0,1 0 0,-1 0 0,0 0 0,1 1 0,1-4 0,45-33 0,-45 35 0,13-14 0,14-10 0,-29 27 0,0 0 0,0 1 0,0-1 0,0 1 0,-1-1 0,1 0 0,0 1 0,-1-1 0,1 1 0,-1 0 0,1-1 0,-1 1 0,0-1 0,0 1 0,1 0 0,-1-1 0,0 1 0,-1 0 0,1 2 0,1 5 0,-1-7 0,0 0 0,0 1 0,1-1 0,-1 0 0,1 1 0,0-1 0,0 0 0,0 0 0,0 1 0,0-1 0,0 0 0,0 0 0,1 0 0,-1 0 0,1-1 0,-1 1 0,1 0 0,0-1 0,0 1 0,0-1 0,0 1 0,4 1 0,-3-2 0,0-1 0,0 1 0,0-1 0,0 0 0,0 0 0,0 0 0,1 0 0,-1 0 0,0-1 0,0 0 0,0 1 0,0-1 0,0 0 0,0 0 0,3-3 0,5-1 0,-1-1 0,-1 0 0,1-1 0,-1 0 0,0-1 0,0 0 0,-1 0 0,11-15 0,-12 12 0,0 0 0,-1 0 0,-1-1 0,7-18 0,-11 27 0,-1 0 0,1 0 0,0 0 0,-1 0 0,0 0 0,1 0 0,-1 0 0,0-1 0,-1 1 0,1 0 0,-1-4 0,0 6 0,1 0 0,-1 0 0,0 0 0,1-1 0,-1 1 0,0 0 0,0 0 0,0 0 0,0 0 0,1 0 0,-1 0 0,-1 1 0,1-1 0,0 0 0,0 0 0,0 1 0,0-1 0,0 1 0,-1-1 0,1 1 0,0-1 0,-1 1 0,1 0 0,0 0 0,-1 0 0,-1 0 0,-4 0 0,1 1 0,0-1 0,0 2 0,0-1 0,0 1 0,0 0 0,1 0 0,-1 1 0,0-1 0,1 1 0,0 0 0,-1 1 0,-8 7 0,1 0 0,-1 1 0,1 1 0,-17 21 0,13-8-1365,4-4-5461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31 24575,'0'-1'0,"0"1"0,1-1 0,-1 0 0,0 0 0,0 1 0,0-1 0,0 0 0,0 0 0,0 1 0,0-1 0,0 0 0,-1 0 0,1 1 0,0-1 0,0 0 0,-1 0 0,1 1 0,0-1 0,-1 0 0,1 1 0,0-1 0,-1 1 0,1-1 0,-1 0 0,1 1 0,-1-1 0,0 1 0,1-1 0,-1 1 0,0 0 0,1-1 0,-1 1 0,0-1 0,1 1 0,-1 0 0,0 0 0,1 0 0,-1-1 0,0 1 0,0 0 0,1 0 0,-1 0 0,0 0 0,0 0 0,1 0 0,-1 0 0,0 0 0,-1 1 0,0 0 0,-1 0 0,1 0 0,0 0 0,0 0 0,0 0 0,0 0 0,0 1 0,0-1 0,0 1 0,1 0 0,-1-1 0,0 1 0,1 0 0,-3 4 0,2-1 0,0 1 0,0 0 0,1 0 0,0 0 0,0 1 0,0-1 0,1 0 0,-1 0 0,2 0 0,-1 1 0,1-1 0,0 0 0,0 0 0,0 0 0,1 0 0,0 0 0,0 0 0,1 0 0,0-1 0,0 1 0,0-1 0,7 9 0,-9-13 0,0 0 0,0 0 0,0-1 0,0 1 0,1 0 0,-1-1 0,0 1 0,0 0 0,1-1 0,-1 0 0,0 1 0,0-1 0,1 0 0,-1 1 0,0-1 0,1 0 0,-1 0 0,1 0 0,-1 0 0,0-1 0,1 1 0,-1 0 0,0-1 0,0 1 0,2-1 0,0-1 0,0 1 0,0-1 0,0 0 0,0 0 0,-1-1 0,1 1 0,0 0 0,-1-1 0,4-5 0,-1 1 0,-1 0 0,1 0 0,-1-1 0,-1 1 0,1-1 0,-1 0 0,3-14 0,-6 18 0,0 0 0,0-1 0,0 1 0,0 0 0,-1 0 0,1 0 0,-1-1 0,0 1 0,-1 0 0,1 0 0,-5-7 0,6 9 0,-1 0 0,0 1 0,0-1 0,0 0 0,-1 1 0,1-1 0,0 1 0,0 0 0,-1-1 0,1 1 0,-1 0 0,0 0 0,1 0 0,-1 0 0,0 0 0,1 0 0,-1 0 0,0 1 0,0-1 0,0 1 0,1-1 0,-1 1 0,0 0 0,0-1 0,0 1 0,0 0 0,-3 1 0,4-1 0,0 0 0,0 0 0,0 1 0,0-1 0,0 0 0,1 1 0,-1-1 0,0 1 0,0-1 0,0 1 0,0-1 0,0 1 0,1 0 0,-1-1 0,0 1 0,0 0 0,1 0 0,-1-1 0,1 1 0,-1 0 0,0 0 0,1 0 0,0 0 0,-1 0 0,1 0 0,0 0 0,-1 0 0,1 0 0,0 0 0,0 0 0,0 0 0,0 0 0,0 0 0,0 0 0,0 0 0,0 0 0,0 0 0,0 0 0,1 0 0,-1 0 0,0 0 0,1 0 0,-1 0 0,1 0 0,-1-1 0,2 3 0,0 1 0,0 0 0,0 1 0,1-1 0,-1 0 0,1 0 0,0-1 0,0 1 0,7 5 0,-4-5-54,1-1-1,0 0 0,1 0 1,-1 0-1,0-1 1,1 0-1,-1-1 0,1 1 1,0-1-1,-1-1 1,1 0-1,0 0 0,0 0 1,-1-1-1,1 0 0,0-1 1,-1 1-1,1-2 1,-1 1-1,0-1 0,0 0 1,0 0-1,0-1 1,7-5-1,7-5-6771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0 24575,'-2'103'0,"-1"-19"0,12 122 0,-8-199 11,0 0 0,1 0 0,0 0 0,0 0 0,0 0 0,1 0-1,0 0 1,0-1 0,0 0 0,7 9 0,-8-13-50,-1-1 0,1 1 0,0-1 0,-1 1 0,1-1 0,0 0-1,0 0 1,0 1 0,0-2 0,0 1 0,0 0 0,0 0 0,0-1 0,0 1 0,0-1 0,1 1 0,-1-1 0,0 0-1,0 0 1,0 0 0,1 0 0,-1 0 0,0-1 0,0 1 0,0-1 0,0 1 0,1-1 0,-1 0 0,0 0 0,0 0 0,0 0-1,-1 0 1,1 0 0,0-1 0,0 1 0,-1 0 0,3-3 0,12-10-6787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24575,'4'0'0,"6"0"0,4 0 0,5 0 0,3 0 0,2 0 0,1-4 0,-4-1-8191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 1 24575,'-12'162'0,"1"10"0,11-163 17,1 1 0,0-1 1,1 0-1,0 0 0,0 0 0,4 10 0,-5-18-55,-1 1 0,1 0 0,-1-1 0,1 1 0,0-1 0,-1 1-1,1 0 1,0-1 0,0 0 0,0 1 0,0-1 0,0 0 0,1 1 0,-1-1 0,0 0 0,1 0 0,-1 0 0,0 0 0,1 0-1,-1 0 1,1-1 0,0 1 0,-1 0 0,1-1 0,0 1 0,-1-1 0,1 0 0,0 0 0,-1 1 0,1-1 0,0 0 0,0 0-1,-1-1 1,1 1 0,0 0 0,-1 0 0,1-1 0,3-1 0,7-4-6788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41 24575,'0'-5'0,"4"0"0,6 0 0,4 0 0,5 2 0,3 1 0,1-3 0,2 0 0,-4 0-8191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19 24575,'-9'-17'0,"4"16"0,6 12 0,6 24 0,-3 0 0,0 1 0,-3-1 0,-3 50 0,1-20 0,0-48 0,-1-1 0,-6 29 0,0-7 0,63-115 0,-53 75 0,0 0 0,-1-1 0,1 1 0,0 1 0,0-1 0,0 0 0,1 0 0,-1 1 0,0-1 0,1 1 0,-1 0 0,1 0 0,-1 0 0,1 0 0,-1 0 0,1 0 0,0 1 0,0-1 0,4 1 0,-5 0 0,0 1 0,0 0 0,0 0 0,-1-1 0,1 1 0,0 1 0,-1-1 0,1 0 0,-1 0 0,1 0 0,-1 1 0,0-1 0,1 1 0,-1-1 0,0 1 0,0-1 0,0 1 0,0 0 0,0 0 0,-1-1 0,1 1 0,0 0 0,-1 0 0,0 0 0,1 0 0,-1 0 0,0 0 0,0 2 0,2 16-118,10 47 367,-12-65-297,0-1 0,0 1-1,1 0 1,-1-1 0,1 1 0,0 0-1,-1-1 1,1 1 0,0-1 0,0 0-1,0 1 1,0-1 0,0 0-1,0 1 1,0-1 0,1 0 0,-1 0-1,0 0 1,1 0 0,-1 0 0,1 0-1,-1 0 1,1-1 0,-1 1 0,1-1-1,0 1 1,-1-1 0,1 1 0,0-1-1,3 0 1,11-3-6778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0 112 24575,'6'0'0,"-1"0"0,1-1 0,-1 0 0,1 0 0,-1 0 0,1 0 0,-1-1 0,0 0 0,0 0 0,0-1 0,9-4 0,-12 5 0,-1 1 0,1-1 0,0 1 0,0-1 0,-1 0 0,1 0 0,0 0 0,-1 0 0,0 0 0,0 0 0,1 0 0,-1 0 0,0 0 0,-1-1 0,1 1 0,0 0 0,-1-1 0,1 1 0,-1 0 0,0-1 0,0 1 0,0-1 0,0 1 0,0 0 0,0-1 0,-1 1 0,1-1 0,-1 1 0,-1-3 0,2 4 0,0-1 0,0 1 0,0 0 0,-1 0 0,1 0 0,0 0 0,-1 0 0,1 0 0,-1 0 0,1 0 0,-1 0 0,0 1 0,1-1 0,-1 0 0,0 0 0,0 0 0,1 1 0,-1-1 0,0 0 0,0 1 0,0-1 0,0 1 0,0-1 0,0 1 0,0-1 0,0 1 0,0 0 0,0-1 0,0 1 0,0 0 0,0 0 0,0 0 0,-1 0 0,1 0 0,0 0 0,0 0 0,0 0 0,0 0 0,0 1 0,0-1 0,0 0 0,0 1 0,0-1 0,0 1 0,0-1 0,0 1 0,0-1 0,0 1 0,0 0 0,0-1 0,1 1 0,-2 2 0,-3 0 0,1 1 0,0 1 0,0-1 0,0 1 0,1-1 0,-1 1 0,1 0 0,-4 9 0,5-11 0,1 0 0,0 1 0,0-1 0,0 0 0,0 0 0,0 0 0,1 1 0,0-1 0,-1 0 0,1 0 0,0 1 0,1-1 0,-1 0 0,1 1 0,-1-1 0,1 0 0,0 0 0,0 0 0,0 0 0,1 0 0,-1 0 0,1 0 0,-1 0 0,1 0 0,0 0 0,0-1 0,1 1 0,-1-1 0,0 0 0,1 0 0,-1 0 0,1 0 0,0 0 0,3 2 0,1-1 0,0 0 0,0-1 0,0 0 0,0 0 0,0 0 0,0-1 0,1 0 0,-1-1 0,0 0 0,1 0 0,-1 0 0,1-1 0,-1 0 0,12-3 0,-3-1-341,-1-1 0,0-1-1,29-16 1,-7-1-6485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43 105 24575,'14'-12'0,"-7"6"0,1-1 0,-1 0 0,0 0 0,9-11 0,-16 17 0,1 0 0,0 0 0,-1 0 0,1 0 0,0 0 0,-1 0 0,1 0 0,-1 0 0,0 0 0,1 0 0,-1 0 0,0 0 0,0-1 0,1 1 0,-1 0 0,0 0 0,0 0 0,0 0 0,-1 0 0,1 0 0,0-1 0,0 1 0,-1 0 0,1 0 0,0 0 0,-1 0 0,1 0 0,-1 0 0,1 0 0,-1 0 0,0 0 0,1 0 0,-1 0 0,0 1 0,0-1 0,0 0 0,1 0 0,-1 1 0,0-1 0,0 0 0,0 1 0,0-1 0,0 1 0,0-1 0,0 1 0,-2-1 0,1 0 0,-1 1 0,1-1 0,0 0 0,0 1 0,-1 0 0,1-1 0,0 1 0,-1 0 0,1 0 0,0 0 0,-1 0 0,1 1 0,0-1 0,0 1 0,-1-1 0,1 1 0,0 0 0,0 0 0,0 0 0,0 0 0,0 0 0,0 0 0,0 1 0,0-1 0,0 1 0,0-1 0,1 1 0,-1 0 0,1-1 0,-1 1 0,1 0 0,0 0 0,0 0 0,0 0 0,-2 5 0,0-2 0,1 1 0,0 0 0,0 0 0,0 0 0,1 0 0,0 0 0,0 0 0,0 1 0,1-1 0,0 0 0,0 0 0,2 10 0,-2-12 5,1 0-1,1-1 1,-1 1-1,0 0 0,1-1 1,0 0-1,0 1 1,0-1-1,0 0 1,0 0-1,1 0 0,-1 0 1,1-1-1,0 1 1,0-1-1,0 1 1,0-1-1,0 0 1,0 0-1,1 0 0,-1-1 1,1 1-1,-1-1 1,1 0-1,-1 0 1,8 1-1,-3-1-110,-1-1 0,0 0 0,1 0 0,-1-1 0,0 0 0,0 0-1,1 0 1,-1-1 0,0 0 0,0-1 0,0 1 0,-1-1 0,8-5 0,9-7-6720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24575,'0'-2'0,"0"1"0,0 0 0,0 0 0,0 0 0,0 0 0,0 0 0,0 0 0,1-1 0,-1 1 0,0 0 0,1 0 0,-1 0 0,1 0 0,-1 0 0,1 0 0,-1 0 0,1 0 0,0 0 0,0 0 0,-1 1 0,1-1 0,2-1 0,3 5 0,-6 14 0,-1-10 0,-1 1 0,1 1 0,0-1 0,0 0 0,1 0 0,0 15 0,1-22 0,-1-1 0,0 1 0,0 0 0,0 0 0,1 0 0,-1 0 0,0-1 0,1 1 0,-1 0 0,1 0 0,-1-1 0,1 1 0,-1 0 0,1 0 0,-1-1 0,1 1 0,0-1 0,-1 1 0,1-1 0,0 1 0,-1-1 0,1 1 0,0-1 0,1 1 0,0-1 0,0 0 0,0 0 0,0 0 0,1 0 0,-1-1 0,0 1 0,0 0 0,0-1 0,0 0 0,0 1 0,0-1 0,0 0 0,0 0 0,-1 0 0,3-2 0,5-3 0,0-1 0,0 0 0,-1-1 0,14-15 0,-15 15 0,0 1 0,0 0 0,0 0 0,1 0 0,11-6 0,-18 13 0,-1 0 0,0-1 0,1 1 0,-1 0 0,1 0 0,-1 0 0,0 0 0,1 0 0,-1 0 0,1 0 0,-1 0 0,0 0 0,1 0 0,-1 1 0,1-1 0,-1 0 0,0 0 0,1 0 0,-1 0 0,1 0 0,-1 1 0,0-1 0,1 0 0,-1 0 0,0 1 0,0-1 0,1 0 0,-1 1 0,0-1 0,1 0 0,-1 1 0,0-1 0,0 0 0,0 1 0,0-1 0,1 0 0,-1 1 0,8 21 0,-4-12 0,6 5-1365,1-4-5461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63 24575,'-1'1'0,"0"0"0,-1 0 0,1 0 0,0 0 0,0 0 0,0 1 0,0-1 0,0 1 0,0-1 0,0 1 0,0-1 0,0 1 0,1-1 0,-1 1 0,1 0 0,-1-1 0,1 1 0,0 0 0,-1-1 0,1 1 0,0 0 0,0 0 0,0-1 0,0 1 0,1 0 0,-1-1 0,0 1 0,1 0 0,-1-1 0,1 1 0,0 0 0,-1-1 0,1 1 0,0-1 0,0 1 0,0-1 0,0 0 0,0 1 0,0-1 0,1 0 0,-1 0 0,0 0 0,1 0 0,-1 0 0,1 0 0,-1 0 0,1 0 0,-1 0 0,1-1 0,-1 1 0,1-1 0,0 1 0,-1-1 0,1 0 0,0 0 0,0 1 0,-1-1 0,1 0 0,0 0 0,-1-1 0,1 1 0,0 0 0,0-1 0,-1 1 0,1-1 0,-1 1 0,1-1 0,0 0 0,2-1 0,3-3 0,0 0 0,-1 0 0,1 0 0,-1-1 0,0 0 0,0 0 0,5-8 0,-9 12 0,-1 1 0,1-1 0,-1 0 0,1 0 0,-1 0 0,0 0 0,0 0 0,0 0 0,0 0 0,0-1 0,0 1 0,-1 0 0,1-1 0,-1 1 0,1 0 0,-1-1 0,0 1 0,0 0 0,0-1 0,0 1 0,-1 0 0,1-1 0,-1 1 0,1 0 0,-1-1 0,0 1 0,1 0 0,-1 0 0,-2-3 0,1 4 0,0 0 0,1 0 0,-1 0 0,0 0 0,0 1 0,1-1 0,-1 1 0,0-1 0,0 1 0,0 0 0,0 0 0,0-1 0,1 1 0,-1 1 0,0-1 0,0 0 0,0 0 0,0 1 0,0-1 0,1 1 0,-1 0 0,0-1 0,0 1 0,1 0 0,-1 0 0,1 0 0,-1 0 0,1 0 0,-1 0 0,-1 2 0,-46 38 0,42-34-273,1 1 0,0 0 0,0 0 0,-6 10 0,0 5-6553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6 24575,'0'-4'0,"0"2"0,0 7 0,0 5 0,0 6 0,0 8 0,-4 8 0,-1 7 0,-1 5 0,2 3 0,1 1 0,6-2 0,1-2 0,5-4 0,4-9 0,9-9 0,5-13 0,-3-8-8191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31 24575,'-4'-5'0,"-2"-4"0,5-2 0,6 6 0,7 7 0,5 12 0,8 12 0,7 13 0,8 13 0,4 9 0,3 11 0,1 5 0,2-2 0,-5-2 0,-1-5 0,-4-10 0,-5-11 0,-9-13-8191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 24575,'0'-1'0,"0"0"0,-1-1 0,1 1 0,0 0 0,0 0 0,0-1 0,0 1 0,0 0 0,1 0 0,-1 0 0,0-1 0,0 1 0,1 0 0,-1 0 0,1 0 0,-1-1 0,1 1 0,0 0 0,-1 0 0,1 0 0,0 0 0,0 0 0,-1 0 0,1 0 0,0 1 0,0-1 0,0 0 0,0 0 0,0 1 0,0-1 0,0 1 0,1-1 0,-1 1 0,0-1 0,0 1 0,0-1 0,1 1 0,-1 0 0,0 0 0,0 0 0,1 0 0,-1 0 0,0 0 0,0 0 0,1 0 0,-1 0 0,0 1 0,0-1 0,0 0 0,1 1 0,-1-1 0,0 1 0,0-1 0,0 1 0,0 0 0,1 0 0,11 6 0,0 0 0,-1 1 0,20 15 0,-27-18 0,36 27 0,-23-16 0,0-1 0,1-1 0,1-1 0,0-1 0,0 0 0,24 8 0,-41-19 4,0 1-1,1-1 1,-1-1-1,0 1 1,1 0-1,-1-1 1,1 1-1,-1-1 1,1 0-1,-1 0 1,0-1 0,1 1-1,-1-1 1,1 0-1,-1 0 1,0 0-1,1 0 1,-1 0-1,0-1 1,0 1-1,0-1 1,0 0-1,0 0 1,0 0-1,-1 0 1,1-1-1,-1 1 1,1-1-1,-1 1 1,0-1-1,0 0 1,0 0-1,1-3 1,3-6-190,-1 0 1,0-1-1,-1 1 0,-1-1 1,0 0-1,-1 0 1,1-17-1,1-16-6640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73 49 24575,'-20'-4'0,"19"3"0,0 0 0,0 1 0,0-1 0,0 1 0,0 0 0,-1-1 0,1 1 0,0 0 0,0-1 0,0 1 0,0 0 0,0 0 0,-1 0 0,1 0 0,0 0 0,0 1 0,0-1 0,0 0 0,0 0 0,-1 1 0,1-1 0,0 1 0,0-1 0,0 1 0,0-1 0,0 1 0,0 0 0,0-1 0,1 1 0,-1 0 0,0 0 0,0 0 0,0-1 0,1 1 0,-1 0 0,0 0 0,1 0 0,-1 0 0,0 2 0,-2 6 0,1-1 0,-1 0 0,2 1 0,-1-1 0,1 1 0,1-1 0,-1 1 0,1 0 0,1-1 0,0 1 0,0-1 0,0 1 0,1-1 0,1 1 0,-1-1 0,1 0 0,1 0 0,4 8 0,-5-10 0,0-1 0,0 1 0,0-1 0,1 0 0,0-1 0,0 1 0,0-1 0,1 1 0,-1-1 0,1-1 0,9 7 0,-10-9 0,-1 1 0,0-1 0,1 0 0,-1 0 0,1 0 0,-1 0 0,1-1 0,0 1 0,-1-1 0,1 0 0,0 0 0,-1 0 0,1-1 0,-1 1 0,1-1 0,-1 0 0,1 0 0,-1 0 0,1 0 0,5-4 0,-2 0 0,0 0 0,0 0 0,0-1 0,0 0 0,-1 0 0,0-1 0,-1 0 0,1 0 0,-1 0 0,-1-1 0,1 0 0,-1 0 0,3-10 0,-3 8 0,0 1 0,-1-1 0,0 1 0,-1-1 0,0 0 0,0 0 0,-1 0 0,0 0 0,-1-1 0,-1 1 0,-1-13 0,2 20 0,0 1 0,-1 0 0,1 0 0,-1-1 0,1 1 0,-1 0 0,0 0 0,0 0 0,0 0 0,0 0 0,0 0 0,0 0 0,0 0 0,-1 0 0,1 1 0,-1-1 0,0 0 0,1 1 0,-1-1 0,0 1 0,0 0 0,0 0 0,0 0 0,0 0 0,0 0 0,0 0 0,0 0 0,0 0 0,0 1 0,-1-1 0,1 1 0,0 0 0,0 0 0,-1 0 0,1 0 0,0 0 0,-1 0 0,1 0 0,0 1 0,0-1 0,0 1 0,-1 0 0,1-1 0,0 1 0,-3 2 0,-4 1 0,1 1 0,-1 0 0,1 1 0,0-1 0,0 1 0,0 1 0,1 0 0,0 0 0,-7 10 0,6-7-114,0 1 1,0 1-1,1-1 0,1 1 0,0 1 1,1-1-1,0 1 0,1 0 0,0 0 1,1 0-1,-1 15 0,5-4-6712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 62 24575,'0'-59'0,"-4"56"0,0 11 0,-2 14 0,5 25 0,1 0 0,7 51 0,-1-28 0,-4-29 0,1 0 0,3 0 0,1-1 0,2 0 0,22 61 0,-29-96 8,0 0 0,0 0 0,1-1 0,0 1 0,0-1 0,0 1 0,1-1 0,-1 0 0,1-1 0,0 1 0,0 0 0,0-1 0,1 0 0,4 3 0,-6-5-61,-1 0 0,1 0 0,0-1 0,0 1 0,-1 0 0,1-1 0,0 0 0,0 0 0,0 0 0,0 0 0,-1 0 0,1 0 0,0-1-1,0 1 1,-1-1 0,1 0 0,0 0 0,-1 0 0,1 0 0,0 0 0,-1-1 0,0 1 0,1-1 0,-1 0 0,0 0 0,0 1 0,3-4 0,11-12-6773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24575,'4'0'0,"6"0"0,5 0 0,3 0 0,4-4 0,2-2 0,0-3 0,-3 0-8191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0 24575,'4'8'0,"-1"1"0,0-1 0,0 1 0,2 13 0,-5 30 0,-9 71 0,0 4 0,7-81 0,1-23 0,0 1 0,1-1 0,2 1 0,4 24 0,-6-47 0,0 0 0,0 0 0,0-1 0,0 1 0,0 0 0,1 0 0,-1 0 0,0 0 0,0-1 0,1 1 0,-1 0 0,1 0 0,-1-1 0,1 1 0,-1 0 0,1-1 0,-1 1 0,1 0 0,-1-1 0,1 1 0,0-1 0,-1 1 0,1-1 0,0 1 0,0-1 0,-1 0 0,1 1 0,0-1 0,0 0 0,0 0 0,1 1 0,0-2 0,0 1 0,-1-1 0,1 1 0,0-1 0,0 0 0,-1 0 0,1 0 0,0 0 0,-1 0 0,1 0 0,-1 0 0,0 0 0,3-3 0,34-47 0,-16 14 0,-15 23 0,0 1 0,1 0 0,1 1 0,17-20 0,-26 32 0,0-1 0,1 1 0,-1 0 0,1-1 0,-1 1 0,1-1 0,-1 1 0,1 0 0,-1-1 0,1 1 0,-1 0 0,1 0 0,0-1 0,-1 1 0,1 0 0,-1 0 0,1 0 0,0 0 0,-1 0 0,1 0 0,-1 0 0,1 0 0,0 0 0,-1 0 0,1 0 0,0 0 0,-1 0 0,1 0 0,-1 1 0,2-1 0,11 19 0,1 33 0,-13-49 0,9 43-1365,-3-29-5461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 24575,'-1'1'0,"1"1"0,0-1 0,0 1 0,0-1 0,0 1 0,0-1 0,1 1 0,-1-1 0,0 1 0,1-1 0,-1 1 0,1-1 0,-1 1 0,1-1 0,0 0 0,0 1 0,0-1 0,0 0 0,-1 0 0,2 1 0,-1-1 0,0 0 0,0 0 0,0 0 0,0 0 0,1-1 0,-1 1 0,0 0 0,1 0 0,-1-1 0,1 1 0,-1-1 0,0 1 0,1-1 0,0 0 0,-1 1 0,1-1 0,-1 0 0,1 0 0,-1 0 0,1 0 0,-1-1 0,1 1 0,-1 0 0,1 0 0,2-2 0,0 1 0,0 0 0,0 0 0,0-1 0,-1 0 0,1 1 0,0-2 0,-1 1 0,1 0 0,-1-1 0,1 1 0,-1-1 0,0 0 0,0 0 0,-1 0 0,1 0 0,4-7 0,-6 8 0,-1 1 0,1 0 0,0-1 0,0 1 0,-1-1 0,1 1 0,-1-1 0,1 1 0,-1-1 0,0 1 0,0-1 0,0 1 0,1-1 0,-1 1 0,-1-1 0,1 0 0,0 1 0,0-1 0,-1 1 0,1-1 0,0 1 0,-1-1 0,0 1 0,1-1 0,-1 1 0,0 0 0,0-1 0,1 1 0,-1 0 0,0 0 0,0 0 0,-1-1 0,1 1 0,0 0 0,0 0 0,0 1 0,-3-3 0,2 3 0,-1-1 0,1 0 0,-1 1 0,1 0 0,0-1 0,-1 1 0,1 0 0,-1 0 0,1 1 0,-1-1 0,1 0 0,0 1 0,-1-1 0,1 1 0,-1 0 0,1 0 0,0 0 0,0 0 0,0 0 0,0 0 0,0 1 0,0-1 0,0 1 0,-2 1 0,0 2 0,0 0 0,0 1 0,1-1 0,0 1 0,0-1 0,0 1 0,1 0 0,0 0 0,0 0 0,0 0 0,1 1 0,0-1 0,0 0 0,1 1 0,0-1 0,0 1 0,0-1 0,1 0 0,0 1 0,0-1 0,0 0 0,5 11 0,-6-13 0,1-1 0,1 1 0,-1 0 0,0-1 0,1 1 0,0-1 0,0 1 0,0-1 0,0 0 0,1 0 0,-1 0 0,1 0 0,0 0 0,-1-1 0,1 1 0,1-1 0,-1 0 0,0 0 0,0 0 0,1 0 0,-1 0 0,1-1 0,0 1 0,-1-1 0,1 0 0,0 0 0,0-1 0,0 1 0,0-1 0,-1 0 0,1 0 0,0 0 0,0 0 0,0-1 0,0 0 0,0 1 0,5-3 0,23-12-1365,-2-2-5461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0 106 24575,'4'0'0,"5"4"0,2 5 0,2 2 0,0 2 0,-3 4 0,1-2 0,3-3 0,-2-7 0,3-10 0,1-7 0,-1-10 0,1-5 0,1-2 0,-1-5 0,0 0 0,-3 6-8191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12 24575,'0'27'0,"-1"-13"0,0 0 0,1-1 0,1 1 0,0 0 0,1 0 0,0-1 0,1 1 0,1-1 0,9 23 0,-12-34 0,-1-1 0,1 0 0,-1 0 0,1 1 0,0-1 0,0 0 0,0 0 0,0 0 0,0 0 0,0 0 0,0 0 0,0 0 0,0-1 0,0 1 0,0 0 0,0 0 0,1-1 0,-1 1 0,0-1 0,0 1 0,1-1 0,-1 0 0,0 1 0,1-1 0,-1 0 0,1 0 0,-1 0 0,0 0 0,2 0 0,0-1 0,0-1 0,1 1 0,-1 0 0,-1-1 0,1 0 0,0 0 0,0 0 0,-1 0 0,1 0 0,-1 0 0,4-5 0,6-8 0,-1 0 0,0 0 0,9-21 0,-16 28 0,-3 5 0,0 0 0,1 1 0,-1-1 0,0 0 0,1 0 0,0 1 0,0-1 0,0 1 0,0-1 0,0 1 0,0 0 0,0 0 0,1 0 0,3-3 0,-5 8 0,1-1 0,-1 0 0,1 0 0,-1 1 0,0-1 0,0 0 0,0 1 0,0 0 0,0-1 0,-1 1 0,1-1 0,-1 1 0,0 0 0,1-1 0,-2 5 0,3 4 0,-2-9 0,0 0 0,1-1 0,-1 1 0,0 0 0,1 0 0,-1 0 0,1-1 0,0 1 0,-1 0 0,1-1 0,0 1 0,0 0 0,0-1 0,0 0 0,0 1 0,1-1 0,-1 1 0,0-1 0,1 0 0,-1 0 0,1 0 0,-1 0 0,3 1 0,-3-2 0,1 0 0,0 0 0,-1-1 0,1 1 0,-1 0 0,1-1 0,-1 1 0,1-1 0,-1 0 0,1 1 0,-1-1 0,1 0 0,-1 0 0,0 0 0,1 0 0,-1 0 0,0 0 0,0 0 0,0-1 0,1 0 0,9-12 0,-1 0 0,-1 0 0,11-23 0,-20 37 0,17-32-1365,-1 4-5461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24575,'0'4'0,"0"6"0,0 4 0,0 5 0,0 3 0,0 1 0,0 2 0,0 0 0,4-4 0,2-10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24575,'0'-5'0,"4"0"0,1 4 0,4 2 0,1 1-8191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149 9 24575,'-21'-4'0,"20"3"0,0 0 0,0 1 0,0-1 0,0 1 0,0 0 0,0-1 0,0 1 0,0 0 0,0 0 0,-1-1 0,1 1 0,0 0 0,0 0 0,0 0 0,0 0 0,-1 1 0,1-1 0,0 0 0,0 0 0,0 1 0,0-1 0,0 1 0,0-1 0,0 1 0,0-1 0,0 1 0,0 0 0,0-1 0,0 1 0,0 0 0,0 0 0,1 0 0,-1 0 0,0-1 0,1 1 0,-1 0 0,0 0 0,1 0 0,-1 2 0,-2 5 0,0-1 0,1 0 0,0 0 0,1 1 0,-1 0 0,1-1 0,1 1 0,-1-1 0,2 1 0,1 15 0,-1-14 0,-1 0 0,0 0 0,0 0 0,0-1 0,-1 1 0,-1 0 0,-2 9 0,4-17 4,0 0 0,0 0-1,-1 0 1,1 0 0,0 0 0,-1 0-1,1 0 1,-1 0 0,0-1 0,1 1-1,-1 0 1,1 0 0,-1 0 0,0-1-1,0 1 1,0 0 0,1-1 0,-1 1-1,0-1 1,0 1 0,0-1 0,0 1-1,0-1 1,0 1 0,0-1 0,0 0-1,0 0 1,0 0 0,0 1 0,0-1-1,-2 0 1,0-1-169,0 0 0,-1 0 0,1 0 0,0 0 0,0-1 0,0 1 0,0-1 0,-4-3 0,-6-4-6661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30.93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1 125 24575,'13'-2'0,"0"0"0,-1-1 0,1 0 0,-1-1 0,1 0 0,17-10 0,7-1 0,13-13 0,-48 27 0,-1 0 0,1-1 0,0 1 0,-1-1 0,0 1 0,1-1 0,-1 0 0,0 1 0,0-1 0,1 0 0,0-3 0,-2 5 0,0-1 0,0 0 0,0 0 0,0 0 0,0 0 0,0 1 0,0-1 0,0 0 0,0 0 0,0 0 0,0 1 0,-1-1 0,1 0 0,0 0 0,-1 0 0,1 1 0,0-1 0,-1 0 0,1 1 0,-1-1 0,1 0 0,-1 1 0,0-1 0,1 1 0,-1-1 0,1 0 0,-1 1 0,0 0 0,-1-1 0,-1-1 0,0 1 0,-1 0 0,1 0 0,-1 0 0,1 1 0,-1-1 0,1 1 0,-1 0 0,0 0 0,1 0 0,-1 1 0,1-1 0,-1 1 0,1 0 0,-1 0 0,1 0 0,0 0 0,-1 1 0,1-1 0,0 1 0,0 0 0,0 0 0,0 0 0,0 0 0,1 0 0,-1 1 0,-4 4 0,5-5 0,0 0 0,1 0 0,-1 0 0,0 1 0,1-1 0,-1 1 0,1-1 0,0 1 0,0-1 0,0 1 0,0-1 0,0 1 0,0 0 0,1 0 0,-1 4 0,1-5 0,0 0 0,1 0 0,-1 0 0,1 0 0,-1 0 0,1 0 0,0 0 0,0-1 0,0 1 0,0 0 0,0-1 0,0 1 0,0 0 0,1-1 0,-1 1 0,1-1 0,-1 0 0,1 1 0,-1-1 0,1 0 0,0 0 0,-1 0 0,1 0 0,3 1 0,6 1-97,1 1-1,-1-2 1,1 1-1,-1-2 1,1 1-1,-1-2 1,1 0-1,0 0 1,0-1-1,-1 0 1,1-1-1,-1 0 0,23-8 1,-6-1-6729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46 24575,'-31'-11'0,"29"10"0,1 0 0,0 0 0,-1 0 0,0 1 0,1-1 0,-1 0 0,1 0 0,-1 1 0,0-1 0,1 1 0,-1 0 0,0-1 0,0 1 0,1 0 0,-1 0 0,0 0 0,0 0 0,1 0 0,-1 0 0,0 1 0,0-1 0,1 1 0,-1-1 0,0 1 0,1 0 0,-1-1 0,1 1 0,-1 0 0,1 0 0,-3 2 0,-1 2 0,1 1 0,0-1 0,0 1 0,0 0 0,1 0 0,0 0 0,0 0 0,0 1 0,1-1 0,0 1 0,0 0 0,1-1 0,0 1 0,0 0 0,1 0 0,0 0 0,0 0 0,0 0 0,1-1 0,0 1 0,2 8 0,-1-5 0,1 0 0,0 0 0,0 0 0,1-1 0,0 0 0,0 0 0,1 0 0,1 0 0,-1-1 0,1 0 0,1 0 0,0 0 0,14 12 0,-17-17 0,1 1 0,-1-1 0,1 0 0,0-1 0,0 1 0,1-1 0,-1 0 0,0 0 0,1-1 0,-1 1 0,1-1 0,0 0 0,-1-1 0,1 0 0,0 0 0,-1 0 0,1 0 0,0-1 0,-1 0 0,1 0 0,-1 0 0,1-1 0,-1 0 0,0 0 0,0 0 0,1-1 0,-1 0 0,-1 0 0,1 0 0,0 0 0,-1-1 0,0 0 0,0 0 0,0 0 0,4-6 0,-1 2 0,-1 0 0,0 0 0,0 0 0,-1-1 0,0 0 0,-1 0 0,0 0 0,-1-1 0,0 0 0,0 1 0,-1-1 0,0 0 0,0 0 0,-1 0 0,-1 0 0,0 0 0,0-1 0,-1 1 0,-3-15 0,3 20 0,0 0 0,-1 0 0,0 0 0,0 1 0,0-1 0,-1 0 0,1 1 0,-1-1 0,0 1 0,0 0 0,-1 0 0,1 0 0,-1 1 0,0-1 0,0 1 0,0 0 0,0 0 0,-1 0 0,1 0 0,-1 1 0,0 0 0,1 0 0,-1 0 0,0 1 0,0-1 0,0 1 0,-1 1 0,1-1 0,0 0 0,0 1 0,0 0 0,0 1 0,-1-1 0,1 1 0,0 0 0,0 0 0,0 0 0,0 1 0,0 0 0,0 0 0,-5 3 0,-6 5-1365,1-2-5461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33 141 24575,'0'0'0,"0"1"0,0-1 0,0 0 0,0 0 0,0 1 0,0-1 0,0 0 0,0 0 0,0 1 0,0-1 0,0 0 0,0 0 0,0 1 0,0-1 0,0 0 0,0 0 0,0 1 0,0-1 0,0 0 0,0 0 0,0 1 0,0-1 0,-1 0 0,1 0 0,0 0 0,0 1 0,0-1 0,0 0 0,0 0 0,-1 0 0,1 1 0,0-1 0,0 0 0,0 0 0,-1 0 0,1 0 0,0 0 0,0 0 0,-1 1 0,1-1 0,0 0 0,0 0 0,-1 0 0,1 0 0,0 0 0,0 0 0,-1 0 0,1 0 0,-1 0 0,1-1 0,-1 1 0,1-1 0,0 1 0,-1-1 0,1 1 0,0-1 0,-1 0 0,1 1 0,0-1 0,0 0 0,0 1 0,0-1 0,-1 0 0,1 1 0,0-1 0,0 0 0,0 1 0,0-1 0,0 0 0,1 1 0,-1-1 0,0 1 0,0-1 0,1-1 0,1-6 0,0-1 0,1 1 0,0 0 0,1 1 0,0-1 0,0 0 0,1 1 0,0 0 0,0 0 0,0 0 0,1 1 0,0 0 0,0 0 0,1 0 0,0 1 0,0 0 0,12-7 0,-18 12 0,1-1 0,-1 1 0,0-1 0,0 1 0,0 0 0,0 0 0,0-1 0,1 1 0,-1 0 0,0 0 0,0 0 0,0 0 0,1 0 0,-1 1 0,0-1 0,0 0 0,0 0 0,0 1 0,1-1 0,-1 1 0,0-1 0,0 1 0,0-1 0,0 1 0,0 0 0,0-1 0,0 1 0,-1 0 0,1 0 0,0 0 0,0 0 0,0 0 0,-1 0 0,1 0 0,-1 0 0,1 0 0,-1 0 0,1 0 0,-1 0 0,1 0 0,-1 0 0,0 1 0,0-1 0,1 0 0,-1 0 0,0 0 0,0 2 0,0 4 0,1 0 0,-1-1 0,0 1 0,0 0 0,-1 0 0,0 0 0,-1 6 0,-10 20 0,-1-1 0,-2-1 0,-1-1 0,-24 36 0,-13 22 0,52-85 0,-1-1 0,1 1 0,-1 0 0,1 0 0,0-1 0,0 1 0,0 0 0,0 0 0,1 0 0,-1 0 0,1 0 0,0 0 0,-1 0 0,2 0 0,-1 0 0,1 6 0,0-7 0,0-1 0,0 0 0,1 1 0,-1-1 0,0 0 0,1 0 0,-1 0 0,1 0 0,-1 0 0,1 0 0,-1 0 0,1 0 0,0-1 0,-1 1 0,1-1 0,0 1 0,0-1 0,-1 0 0,1 1 0,0-1 0,0 0 0,0 0 0,-1-1 0,1 1 0,0 0 0,0 0 0,-1-1 0,1 1 0,3-2 0,102-2-1365,-93 1-5461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24575,'0'5'0,"0"5"0,0 5 0,0 5 0,0 3 0,0 2 0,0 1 0,0 1 0,0-1 0,-4-4 0,-2-6-8191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24575,'-24'49'0,"18"-33"0,1 0 0,0 1 0,2 0 0,0-1 0,-1 22 0,3-35 0,1 1 0,0-1 0,1 1 0,-1-1 0,1 1 0,-1-1 0,1 1 0,0-1 0,0 0 0,0 1 0,1-1 0,-1 0 0,4 6 0,-3-8 0,0 1 0,-1-1 0,1 0 0,0 0 0,0 0 0,0 1 0,0-2 0,0 1 0,0 0 0,0 0 0,0-1 0,0 1 0,0-1 0,0 1 0,0-1 0,0 0 0,1 0 0,-1 0 0,0 0 0,0 0 0,0-1 0,0 1 0,0-1 0,4-1 0,26-12 0,-27 11 0,1 0 0,0 0 0,-1 1 0,1 0 0,0 0 0,8-1 0,-13 2 0,0 1 0,1 0 0,-1 1 0,0-1 0,0 0 0,1 0 0,-1 0 0,0 1 0,0-1 0,0 1 0,0-1 0,1 1 0,-1-1 0,0 1 0,0 0 0,0-1 0,0 1 0,0 0 0,-1 0 0,1 0 0,0 0 0,0-1 0,0 1 0,-1 0 0,1 1 0,0-1 0,-1 0 0,1 0 0,-1 0 0,0 0 0,1 0 0,-1 1 0,0-1 0,1 0 0,-1 0 0,0 2 0,4 65 106,-4-55-473,0 0-1,1 0 0,4 23 0,0-19-6458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24575,'-5'0'0,"0"4"0,-1 6 0,2 6 0,-4 3 0,1 5 0,0 1 0,2 1 0,6-4 0,3-6-8191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4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17 24575,'0'-1'0,"0"0"0,0 1 0,-1-1 0,1 0 0,0 1 0,0-1 0,0 0 0,0 1 0,0-1 0,-1 0 0,1 1 0,0-1 0,-1 1 0,1-1 0,0 1 0,-1-1 0,1 0 0,-1 1 0,1-1 0,-1 1 0,1 0 0,-1-1 0,1 1 0,-1-1 0,1 1 0,-1 0 0,1 0 0,-1-1 0,0 1 0,1 0 0,-1 0 0,0-1 0,1 1 0,-1 0 0,0 0 0,1 0 0,-1 0 0,0 0 0,1 0 0,-1 0 0,0 0 0,1 1 0,-1-1 0,1 0 0,-1 0 0,0 0 0,1 1 0,-1-1 0,1 0 0,-1 1 0,-1 0 0,-30 18 0,20-8 0,1 0 0,0 1 0,1 1 0,1 0 0,0 0 0,0 1 0,2 0 0,0 1 0,0-1 0,1 1 0,-6 24 0,8-21 0,0-1 0,1 0 0,1 1 0,1 0 0,0-1 0,1 1 0,1 0 0,1-1 0,0 1 0,7 23 0,-8-37 0,0 0 0,1-1 0,-1 1 0,1 0 0,0-1 0,0 1 0,0-1 0,0 0 0,1 0 0,-1 1 0,1-2 0,0 1 0,0 0 0,0-1 0,0 1 0,0-1 0,1 0 0,-1 0 0,1 0 0,0 0 0,3 1 0,-4-3 0,0 0 0,-1 1 0,1-1 0,0 0 0,0 0 0,-1 0 0,1-1 0,0 1 0,-1-1 0,1 1 0,0-1 0,-1 0 0,1 0 0,-1 0 0,1-1 0,-1 1 0,0 0 0,1-1 0,-1 0 0,0 1 0,0-1 0,0 0 0,0 0 0,0 0 0,-1 0 0,1 0 0,-1-1 0,1 1 0,-1-1 0,0 1 0,2-5 0,-2 5 0,0 0 0,0 0 0,0 0 0,0-1 0,0 1 0,0 0 0,-1 0 0,1-1 0,-1 1 0,0 0 0,0-1 0,0 1 0,0-1 0,0 1 0,0 0 0,0-1 0,-2-2 0,2 4 0,-1-1 0,0 1 0,0 0 0,0 0 0,0 0 0,0 0 0,0 0 0,0 0 0,0 0 0,0 0 0,0 0 0,-1 0 0,1 0 0,0 1 0,-1-1 0,1 0 0,0 1 0,-1 0 0,1-1 0,-3 0 0,-2 1 0,0-1 0,1 1 0,-1 0 0,0 1 0,0-1 0,0 1 0,1 0 0,-1 1 0,0-1 0,1 1 0,0 0 0,-10 5 0,11-4-85,-1 0 0,0 0-1,1 0 1,0 1 0,0 0-1,0-1 1,0 1 0,0 1-1,1-1 1,0 1 0,0-1-1,0 1 1,0 0 0,1 0-1,-3 9 1,-1 6-6741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24575,'0'5'0,"0"5"0,-4 5 0,-2 5 0,0 3 0,-3 2 0,1 1 0,0 1 0,3-1 0,6-4 0,2-6-8191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3:5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155 126 24575,'3'3'0,"0"0"0,0-1 0,0 1 0,0-1 0,0 0 0,1 0 0,-1 0 0,1 0 0,-1-1 0,1 1 0,0-1 0,-1 0 0,1 0 0,0-1 0,0 1 0,0-1 0,7 1 0,-9-2 0,1 1 0,-1-1 0,1 1 0,-1-1 0,1 0 0,-1 0 0,0 0 0,1-1 0,-1 1 0,0 0 0,0-1 0,0 1 0,0-1 0,0 0 0,0 0 0,-1 0 0,1 0 0,0 0 0,-1 0 0,0 0 0,1 0 0,-1-1 0,0 1 0,0 0 0,0-1 0,-1 1 0,1-1 0,0-2 0,0 2 0,-1-1 0,1 1 0,-1-1 0,0 1 0,0-1 0,0 1 0,0-1 0,0 1 0,-1-1 0,0 1 0,0 0 0,0-1 0,0 1 0,0 0 0,-1-1 0,1 1 0,-1 0 0,0 0 0,0 0 0,0 1 0,0-1 0,0 0 0,-1 1 0,1-1 0,-1 1 0,0 0 0,0 0 0,0 0 0,0 0 0,0 1 0,0-1 0,0 1 0,0-1 0,-1 1 0,1 0 0,-1 1 0,-4-2 0,4 1 0,0 0 0,-1 1 0,1-1 0,0 1 0,-1 0 0,1 0 0,-1 0 0,1 0 0,-1 1 0,1 0 0,0 0 0,-1 0 0,1 1 0,0-1 0,0 1 0,0 0 0,0 0 0,0 0 0,0 1 0,1-1 0,-1 1 0,1 0 0,0 0 0,0 0 0,0 1 0,0-1 0,0 1 0,1-1 0,-5 8 0,4 0 0,1-1 0,-1 1 0,1 0 0,1 0 0,0 0 0,1 0 0,0-1 0,1 1 0,0 0 0,0 0 0,1 0 0,4 11 0,4 13 0,1-1 0,21 43 0,-24-60 0,-1-5 0,-1 1 0,-1 1 0,0-1 0,4 18 0,-8-29 0,-1 0 0,1 1 0,-1-1 0,0 0 0,0 1 0,0-1 0,0 0 0,0 1 0,0-1 0,0 0 0,-1 0 0,1 1 0,-1-1 0,0 0 0,1 0 0,-1 1 0,0-1 0,0 0 0,-1 0 0,1 0 0,0 0 0,-1-1 0,1 1 0,-1 0 0,1 0 0,-1-1 0,0 1 0,0-1 0,0 0 0,0 0 0,0 1 0,-4 0 0,3-1 0,1 0 0,-1 0 0,0 0 0,0 0 0,0-1 0,0 0 0,0 1 0,0-1 0,0 0 0,0-1 0,0 1 0,0-1 0,0 1 0,0-1 0,0 0 0,0 0 0,0 0 0,-3-2 0,1 0 0,0 0 0,0 0 0,1-1 0,-1 0 0,1 0 0,0 0 0,0 0 0,0-1 0,-3-5 0,1 2 0,1 0 0,1 0 0,0-1 0,0 1 0,0-1 0,1 0 0,0 0 0,1-1 0,0 1 0,1 0 0,-1-16 0,2 18-151,1 0-1,0 0 0,1 0 0,-1 0 1,1 0-1,1 0 0,-1 0 1,6-8-1,3-1-6674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39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24575,'2'0'0,"0"-1"0,0 0 0,0 1 0,0-1 0,0 0 0,0 0 0,0 0 0,-1 0 0,1 0 0,0 0 0,0 0 0,-1-1 0,1 1 0,-1-1 0,1 1 0,1-3 0,24-33 0,-18 23 0,10-15 0,-1 0 0,17-40 0,-20 38 0,1 0 0,21-29 0,-36 59 0,-1 1 0,0-1 0,0 1 0,1-1 0,-1 1 0,0-1 0,1 1 0,-1-1 0,0 1 0,1-1 0,-1 1 0,1 0 0,-1-1 0,1 1 0,-1 0 0,1-1 0,-1 1 0,1 0 0,-1 0 0,1-1 0,-1 1 0,1 0 0,-1 0 0,1 0 0,0 0 0,-1 0 0,1 0 0,0 0 0,6 14 0,-5 34 0,-3-42 0,-2 104 0,5 144 0,1-206 0,-4 82 0,0-86 4,-6 38-1373,2-60-5457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24575,'53'20'0,"-28"-13"0,25 8 0,66 11 0,-97-23 0,1-2 0,-1 0 0,0-1 0,0 0 0,0-2 0,0 0 0,20-6 0,-29 5-195,0 0 0,0 0 0,-1-1 0,1-1 0,-1 1 0,14-10 0,-8 3-6631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5:43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24575,'-24'48'0,"-63"161"0,86-204 0,-1 0 0,1 0 0,-1 0 0,1 0 0,1 0 0,-1 0 0,1 1 0,0-1 0,0 0 0,0 0 0,3 9 0,-3-12 0,1 0 0,0-1 0,0 1 0,0 0 0,-1-1 0,2 1 0,-1-1 0,0 1 0,0-1 0,0 1 0,1-1 0,-1 0 0,1 0 0,-1 0 0,1 0 0,-1 0 0,1 0 0,0 0 0,0 0 0,-1 0 0,1-1 0,0 1 0,0-1 0,0 1 0,0-1 0,-1 0 0,1 0 0,0 0 0,0 0 0,0 0 0,0 0 0,0-1 0,0 1 0,-1 0 0,3-2 0,50-15 0,-45 13 0,0 1 0,1 0 0,-1 0 0,1 1 0,0 0 0,-1 0 0,11 0 0,-18 3 0,0-1 0,0 0 0,0 0 0,0 1 0,0-1 0,0 1 0,0 0 0,0 0 0,-1-1 0,1 1 0,0 0 0,0 0 0,-1 1 0,1-1 0,-1 0 0,3 2 0,-2 0 0,0 0 0,-1 0 0,1 1 0,0-1 0,-1 0 0,1 0 0,-1 1 0,0-1 0,-1 1 0,1-1 0,0 8 0,1 17 0,-2 0 0,-1 0 0,-2 0 0,-8 39 0,-1 15 0,10-47 25,-4 22-1415,1-40-5436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3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50 24575,'-1'0'0,"-1"1"0,0-1 0,1 1 0,-1-1 0,1 1 0,-1 0 0,1 0 0,-1 0 0,1 0 0,0 0 0,-1 0 0,1 0 0,0 0 0,0 1 0,0-1 0,0 0 0,0 1 0,0-1 0,0 1 0,0-1 0,0 1 0,1-1 0,-2 4 0,-8 39 0,10-35 0,1 1 0,-1-1 0,2 0 0,-1 1 0,1-1 0,1 0 0,-1 0 0,1 0 0,1-1 0,0 1 0,5 9 0,-7-16 0,0 1 0,0-1 0,0 1 0,0-1 0,1 1 0,-1-1 0,1 0 0,-1 0 0,1 0 0,0-1 0,0 1 0,0-1 0,-1 1 0,1-1 0,1 0 0,-1 0 0,0 0 0,0 0 0,0-1 0,0 0 0,1 1 0,-1-1 0,0 0 0,0 0 0,1-1 0,-1 1 0,0-1 0,0 1 0,0-1 0,1 0 0,-1 0 0,0-1 0,0 1 0,4-3 0,-2 0 0,0 0 0,0 0 0,0 0 0,-1-1 0,1 1 0,-1-1 0,-1 0 0,1 0 0,0 0 0,-1-1 0,0 1 0,-1-1 0,1 0 0,-1 0 0,0 0 0,0 0 0,-1 0 0,0 0 0,0 0 0,0 0 0,-1-1 0,0-6 0,0 7 0,0 1 0,0-1 0,0 0 0,-1 1 0,1-1 0,-1 1 0,-1-1 0,1 1 0,-1-1 0,0 1 0,0 0 0,0 0 0,-1 0 0,0 0 0,0 0 0,0 0 0,-1 1 0,1 0 0,-1-1 0,0 1 0,-1 1 0,1-1 0,0 1 0,-1-1 0,-5-2 0,6 5 0,0 0 0,0 0 0,0 0 0,-1 0 0,1 1 0,0 0 0,-1 0 0,1 0 0,0 0 0,0 1 0,-1-1 0,1 1 0,0 0 0,0 0 0,0 1 0,0-1 0,0 1 0,0 0 0,0 0 0,1 0 0,-1 1 0,1-1 0,0 1 0,-1 0 0,1 0 0,0 0 0,0 0 0,1 0 0,-1 1 0,1 0 0,0-1 0,0 1 0,0 0 0,0 0 0,1 0 0,-1 0 0,1 0 0,0 0 0,0 0 0,1 1 0,-1 5 0,2 15-1365,2-2-5461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4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0 24575,'-1'1'0,"1"-1"0,-1 0 0,0 0 0,1 1 0,-1-1 0,0 1 0,1-1 0,-1 0 0,1 1 0,-1-1 0,1 1 0,-1-1 0,1 1 0,-1 0 0,1-1 0,0 1 0,-1-1 0,1 1 0,0 0 0,-1-1 0,1 1 0,0 0 0,0-1 0,-1 1 0,1 0 0,0-1 0,0 1 0,0 0 0,0 0 0,0-1 0,0 1 0,0 0 0,1-1 0,-1 1 0,0 0 0,0 0 0,0-1 0,1 1 0,-1 0 0,1 0 0,12 41 0,-10-33 0,16 54 0,5 13 0,24 135 0,-47-203 0,-1 1 0,0 0 0,-1 0 0,0 0 0,0-1 0,-1 1 0,0-1 0,0 1 0,-1-1 0,0 1 0,0-1 0,-1 0 0,0-1 0,-1 1 0,0-1 0,-10 13 0,11-15 0,-1 0 0,1 0 0,-1-1 0,0 0 0,0 0 0,-1 0 0,1 0 0,-1-1 0,0 0 0,0 0 0,0 0 0,0-1 0,0 0 0,-1 0 0,1-1 0,0 0 0,-1 0 0,1 0 0,-1-1 0,0 0 0,1 0 0,-1-1 0,-8-1 0,10 1 9,0-1-1,0 0 1,1 0-1,-1 0 1,1-1 0,-1 0-1,1 1 1,0-1-1,0-1 1,0 1-1,0-1 1,1 1-1,-4-6 1,-3-4-504,2 0 0,-15-28 0,10 14-6331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06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103 271 24575,'7'-1'0,"0"0"0,0 0 0,0-1 0,0 0 0,0-1 0,0 1 0,-1-1 0,1-1 0,-1 1 0,0-1 0,0 0 0,0 0 0,0-1 0,-1 0 0,0 0 0,0 0 0,0-1 0,-1 1 0,1-1 0,-1 0 0,3-8 0,-4 10 0,-1-1 0,0 1 0,0 0 0,0-1 0,-1 0 0,1 1 0,-1-1 0,0 0 0,-1 0 0,1 1 0,-1-1 0,0 0 0,0 0 0,0 0 0,-1 0 0,0 1 0,0-1 0,0 0 0,0 0 0,-1 1 0,0-1 0,0 1 0,0 0 0,0-1 0,-1 1 0,1 0 0,-1 0 0,0 1 0,-1-1 0,1 1 0,-1-1 0,1 1 0,-1 0 0,-7-4 0,8 4 0,-1 0 0,0 1 0,0-1 0,-1 1 0,1 0 0,0 0 0,-1 1 0,1-1 0,-1 1 0,0 0 0,1 0 0,-6 0 0,7 1 0,1 1 0,-1-1 0,0 1 0,1 0 0,-1 0 0,1 0 0,0 0 0,-1 0 0,1 1 0,0-1 0,0 1 0,-1 0 0,1-1 0,0 1 0,1 0 0,-1 0 0,0 0 0,1 0 0,-1 0 0,1 1 0,-1-1 0,0 4 0,-4 4 0,2 0 0,-1 0 0,2 0 0,-1 1 0,1 0 0,1-1 0,0 1 0,1 0 0,0 0 0,0 0 0,1 0 0,0 0 0,1 0 0,1 0 0,0 0 0,5 18 0,1-6 0,1-1 0,1 0 0,1 0 0,1-1 0,1-1 0,26 32 0,79 100 0,-116-149 0,0-1 0,0 1 0,0 0 0,0 0 0,0 0 0,-1 0 0,1 0 0,-1 0 0,0 0 0,0 1 0,0-1 0,0 0 0,-1 1 0,1-1 0,-1 1 0,0-1 0,0 0 0,0 1 0,-1-1 0,1 1 0,-1-1 0,1 0 0,-1 1 0,0-1 0,-1 0 0,1 0 0,0 1 0,-1-1 0,0 0 0,0-1 0,0 1 0,0 0 0,0-1 0,0 1 0,-1-1 0,1 1 0,-1-1 0,0 0 0,0 0 0,0 0 0,0-1 0,-6 3 0,1 1 0,0-1 0,-1-1 0,0 0 0,0 0 0,0 0 0,0-2 0,-1 1 0,1-1 0,-1 0 0,1-1 0,0 0 0,-1 0 0,1-1 0,-18-4 0,21 3 0,1 0 0,-1 0 0,0-1 0,1 0 0,-1 0 0,1-1 0,0 1 0,0-1 0,0 0 0,0 0 0,1-1 0,0 1 0,0-1 0,0 0 0,1 0 0,-1-1 0,1 1 0,0-1 0,1 1 0,-1-1 0,1 0 0,0 0 0,1 0 0,0 0 0,-1-1 0,1-7 0,1 3 0,0 1 0,0-1 0,1 1 0,1-1 0,-1 1 0,2 0 0,0-1 0,0 1 0,0 0 0,2 1 0,-1-1 0,1 1 0,0 0 0,13-17 0,53-59-1365,-49 57-5461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19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79 312 24575,'8'0'0,"0"0"0,1 0 0,-1-1 0,0 0 0,0-1 0,0 0 0,0 0 0,0 0 0,0-1 0,8-5 0,-10 4 0,-1 0 0,1 0 0,-1 0 0,0-1 0,-1 0 0,1 0 0,-1 0 0,0 0 0,0-1 0,-1 0 0,0 1 0,0-1 0,3-8 0,-4 7 0,0 0 0,0-1 0,0 1 0,-1-1 0,0 1 0,-1-1 0,1 1 0,-2-1 0,1 1 0,-1-1 0,0 0 0,0 1 0,-1 0 0,0-1 0,-1 1 0,1 0 0,-1 0 0,-1 0 0,-4-7 0,6 10 0,-1 0 0,1 0 0,-1 0 0,-1 0 0,1 0 0,0 1 0,-1 0 0,0 0 0,0 0 0,0 0 0,0 0 0,0 1 0,0-1 0,-1 1 0,1 0 0,-1 1 0,0-1 0,1 1 0,-1 0 0,0 0 0,0 0 0,0 1 0,0 0 0,0 0 0,1 0 0,-1 0 0,0 1 0,0 0 0,0 0 0,-8 3 0,10-3 0,0 0 0,-1 1 0,1-1 0,0 1 0,0 0 0,0 0 0,0 0 0,0 0 0,0 0 0,0 1 0,1-1 0,-1 1 0,1 0 0,0 0 0,0 0 0,0 0 0,0 0 0,0 0 0,1 0 0,-1 1 0,1-1 0,0 1 0,0-1 0,0 1 0,1-1 0,-1 1 0,1-1 0,0 1 0,0 0 0,0-1 0,0 1 0,1-1 0,-1 1 0,1 0 0,1 3 0,3 8 0,0 1 0,0-1 0,1-1 0,1 1 0,1-1 0,13 20 0,42 47 0,-44-58 0,-1 0 0,-1 1 0,28 52 0,-35-54 0,-2-6 0,0 1 0,-1-1 0,-1 1 0,-1 1 0,6 27 0,-11-41 0,1 0 0,-1-1 0,0 1 0,0 0 0,-1 0 0,1-1 0,-1 1 0,0 0 0,1-1 0,-2 1 0,1 0 0,0-1 0,-1 0 0,0 1 0,0-1 0,0 0 0,0 0 0,0 0 0,0 0 0,-1 0 0,0 0 0,1-1 0,-1 1 0,0-1 0,0 0 0,-1 0 0,1 0 0,0 0 0,-1-1 0,1 1 0,-1-1 0,-6 2 0,4-1 0,0-1 0,-1 0 0,1 0 0,-1 0 0,1-1 0,-1 1 0,1-2 0,-1 1 0,1-1 0,-1 0 0,1 0 0,0-1 0,0 0 0,-1 0 0,1 0 0,0-1 0,1 0 0,-1 0 0,0 0 0,1-1 0,0 0 0,0 0 0,0 0 0,0-1 0,1 0 0,-6-7 0,2 2 0,0-1 0,0 0 0,2 0 0,-1-1 0,1 0 0,1 0 0,0-1 0,1 1 0,0-1 0,1 0 0,0 0 0,0-14 0,2 10-151,2-1-1,0 1 0,0-1 0,2 1 1,0-1-1,1 1 0,1 0 1,7-17-1,-4 18-6674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23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122 278 24575,'3'-1'0,"0"1"0,0-1 0,0 0 0,0-1 0,0 1 0,0 0 0,-1-1 0,1 1 0,-1-1 0,1 0 0,-1 0 0,4-3 0,26-28 0,-32 33 0,4-4 0,1-1 0,-1 0 0,-1 0 0,1-1 0,-1 1 0,0-1 0,0 0 0,0 1 0,-1-1 0,0-1 0,0 1 0,-1 0 0,1 0 0,-1 0 0,-1-1 0,1 1 0,-2-12 0,0 12 0,0 1 0,-1 0 0,0-1 0,0 1 0,0 0 0,0 0 0,-1 0 0,0 0 0,0 0 0,0 1 0,-1-1 0,0 1 0,0 0 0,0 0 0,0 1 0,0-1 0,-1 1 0,1 0 0,-1 0 0,-10-4 0,13 5 0,-1 0 0,0 1 0,1 0 0,-1-1 0,0 1 0,0 0 0,0 0 0,0 1 0,0-1 0,0 1 0,-1-1 0,1 1 0,0 0 0,0 0 0,0 0 0,0 1 0,0-1 0,0 1 0,0 0 0,0 0 0,0 0 0,0 0 0,0 0 0,0 1 0,0-1 0,-4 4 0,4-1 0,0 0 0,0-1 0,0 1 0,0 1 0,1-1 0,-1 0 0,1 1 0,0-1 0,0 1 0,1 0 0,0 0 0,0-1 0,0 1 0,0 0 0,1 0 0,-1 6 0,1 0 0,0 0 0,1-1 0,0 1 0,1 0 0,0 0 0,1-1 0,0 0 0,0 1 0,1-1 0,1 0 0,5 9 0,7 7 0,0-1 0,33 35 0,-23-29 0,-23-25 0,1 0 0,-1 0 0,0 0 0,-1 1 0,1 0 0,-1-1 0,-1 1 0,1 0 0,-1 0 0,-1 1 0,1-1 0,-1 0 0,0 1 0,-1-1 0,0 0 0,0 1 0,0-1 0,-1 0 0,-2 11 0,1-12 0,0-1 0,0 1 0,0-1 0,0 1 0,-1-1 0,0 0 0,0 0 0,0 0 0,-1-1 0,1 1 0,-1-1 0,0 1 0,-1-1 0,1 0 0,-1-1 0,1 1 0,-1-1 0,0 0 0,-1 0 0,1-1 0,0 1 0,-1-1 0,1-1 0,-11 3 0,12-3 0,0-1 0,1 0 0,-1 0 0,0-1 0,0 1 0,0-1 0,1 0 0,-1 0 0,0 0 0,1 0 0,-1 0 0,1-1 0,0 0 0,-1 0 0,1 0 0,0 0 0,0 0 0,0 0 0,0-1 0,0 0 0,1 0 0,-1 1 0,1-1 0,0 0 0,0-1 0,0 1 0,0 0 0,1-1 0,-1 1 0,-1-6 0,0 1 0,-1-1 0,1 1 0,1-1 0,0 0 0,0-1 0,1 1 0,0 0 0,0 0 0,1 0 0,0-1 0,2-12 0,3 7-14,1 0 0,0 1 0,1 0 0,1 0 0,0 0-1,1 1 1,0 1 0,1-1 0,0 1 0,14-11 0,13-18-1196,-25 26-5616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24575,'0'-1'0,"1"-1"0,-1 1 0,1 0 0,-1 0 0,1 0 0,-1 0 0,1 0 0,0 0 0,-1 0 0,1 0 0,0 0 0,0 0 0,0 1 0,0-1 0,0 0 0,0 1 0,0-1 0,0 0 0,0 1 0,0-1 0,0 1 0,0 0 0,1-1 0,-1 1 0,0 0 0,0 0 0,3-1 0,37-3 0,-36 3 0,76-3 0,121 9 0,-201-6 0,1 1 0,-1 0 0,0 0 0,1 0 0,-1 1 0,0-1 0,1 0 0,-1 0 0,0 1 0,0-1 0,1 1 0,-1-1 0,0 1 0,0 0 0,0-1 0,0 1 0,0 0 0,1 0 0,-2 0 0,1-1 0,0 1 0,0 0 0,0 0 0,0 1 0,-1-1 0,1 0 0,0 0 0,-1 0 0,1 0 0,-1 1 0,1-1 0,-1 0 0,0 0 0,1 1 0,-1-1 0,0 0 0,0 1 0,0 1 0,-1 5 0,-1 0 0,0 0 0,0 0 0,-1 0 0,-6 11 0,-4 16 0,-19 109 0,15-63 0,-3-1 0,-33 84 0,52-162-105,0 0 0,0 0 0,1 0 0,-1 0 0,-1-1 0,1 1 0,0 0 0,0-1 0,-1 1 0,1-1 0,-1 1 0,-1 1 0,-4-1-6721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0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24575,'4'0'0,"6"0"0,5 4 0,5 2 0,3-1 0,2 4 0,5 0 0,3-2 0,-1-1 0,-1-2 0,-2-2 0,-1-2 0,-2 1 0,0-2 0,0 1 0,-1 0 0,0-1 0,-4 1-8191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2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11 24575,'-18'-5'0,"-7"0"0,17 6 0,0 2 0,0-1 0,1 1 0,-1 0 0,1 0 0,0 1 0,0 0 0,0 0 0,0 1 0,1-1 0,-1 2 0,1-1 0,1 1 0,-1 0 0,1 0 0,0 0 0,0 1 0,1-1 0,0 1 0,0 1 0,-5 14 0,-1 2 0,2 0 0,1 0 0,1 1 0,0 0 0,-2 45 0,7-50 0,1 0 0,1 0 0,1 0 0,1 0 0,10 38 0,-11-48 0,1-1 0,0 0 0,1 0 0,0 0 0,1 0 0,-1-1 0,1 0 0,1 0 0,0 0 0,0-1 0,0 0 0,1 0 0,0 0 0,12 8 0,-17-14 0,1 1 0,0-1 0,0 1 0,0-1 0,0 0 0,1 0 0,-1 0 0,0-1 0,0 1 0,1-1 0,-1 0 0,0 1 0,0-2 0,1 1 0,-1 0 0,0-1 0,1 1 0,-1-1 0,0 0 0,0 0 0,6-3 0,-4 2 0,-1-1 0,0 0 0,1 0 0,-1-1 0,0 1 0,-1-1 0,1 0 0,-1 1 0,1-2 0,-1 1 0,0 0 0,-1-1 0,3-4 0,-3 5 0,0 1 0,0 0 0,-1-1 0,1 1 0,-1 0 0,0-1 0,0 0 0,-1 1 0,1-1 0,-1 0 0,1 1 0,-1-1 0,0 0 0,-1 1 0,1-1 0,0 0 0,-1 1 0,0-1 0,0 0 0,0 1 0,-1 0 0,1-1 0,-1 1 0,1 0 0,-1-1 0,0 1 0,-1 0 0,1 0 0,0 1 0,-1-1 0,0 0 0,1 1 0,-1 0 0,0-1 0,0 1 0,0 0 0,-1 1 0,1-1 0,0 0 0,-1 1 0,-6-2 0,1 1-85,0 0 0,0 0-1,0 1 1,0 0 0,0 1-1,0 0 1,-1 1 0,1 0-1,0 0 1,0 0 0,0 2-1,1-1 1,-1 1 0,0 0-1,-7 5 1,-1 3-6741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4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 24575,'28'7'0,"-20"-4"0,1-1 0,-1 0 0,1 0 0,0-1 0,0 0 0,9 0 0,15-6 0,-1-1 0,0-2 0,55-22 0,4 0 0,-91 29 0,1 1 0,-1 0 0,1 0 0,0-1 0,-1 1 0,1 0 0,-1 0 0,1 0 0,0 0 0,-1 0 0,1 0 0,-1 0 0,1 0 0,0 0 0,-1 0 0,1 0 0,-1 0 0,1 0 0,-1 0 0,1 1 0,0-1 0,-1 0 0,1 0 0,-1 1 0,1-1 0,-1 0 0,1 1 0,-1-1 0,1 1 0,0 0 0,-2 18 0,-23 35 0,17-42 0,-29 66 0,-180 407 0,168-352-1365,43-115-5461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4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24575,'4'0'0,"7"0"0,4 0 0,5 0 0,3 0 0,2 0 0,1 0 0,1 0 0,-1 0 0,5-4 0,5-1 0,1-1 0,3 2 0,-5 1-8191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1:16:3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47 24575,'0'-2'0,"-1"0"0,1 0 0,-1 0 0,1 0 0,-1 0 0,0 0 0,0 0 0,0 0 0,0 0 0,0 0 0,-1 1 0,1-1 0,0 0 0,-1 1 0,1-1 0,-1 1 0,0 0 0,1-1 0,-1 1 0,0 0 0,0 0 0,0 0 0,0 0 0,0 0 0,0 0 0,0 1 0,0-1 0,0 1 0,-4-1 0,0 0 0,0 0 0,0 0 0,0 1 0,-1-1 0,1 1 0,0 1 0,0-1 0,0 1 0,-8 2 0,6 1 0,1-1 0,0 1 0,0 0 0,0 1 0,0-1 0,1 1 0,0 1 0,0-1 0,0 1 0,1 0 0,0 1 0,0-1 0,0 1 0,1 0 0,0 0 0,-4 10 0,-5 14 0,2 0 0,-13 55 0,14-48 0,2-9 0,2 0 0,1 0 0,-3 57 0,8-72 0,0-1 0,1 1 0,1-1 0,0 1 0,1-1 0,0 0 0,1 0 0,1 0 0,0-1 0,13 24 0,-17-33 0,1 0 0,0 0 0,0 0 0,0 0 0,0 0 0,0-1 0,1 1 0,-1-1 0,1 1 0,0-1 0,-1 0 0,1 0 0,0 0 0,0-1 0,1 1 0,-1-1 0,0 1 0,0-1 0,1 0 0,-1 0 0,1-1 0,-1 1 0,1-1 0,-1 0 0,1 1 0,-1-2 0,1 1 0,-1 0 0,6-2 0,-3 0 0,0 0 0,0-1 0,0 0 0,0-1 0,0 1 0,-1-1 0,0 0 0,0 0 0,0-1 0,0 1 0,0-1 0,-1 0 0,0 0 0,6-10 0,-6 7 0,0 1 0,-1-1 0,1 0 0,-1 0 0,-1-1 0,0 1 0,0 0 0,-1-1 0,1 0 0,-2 1 0,0-1 0,0 1 0,0-1 0,-3-12 0,2 15 0,0 0 0,0 0 0,-1 1 0,0-1 0,0 0 0,-1 1 0,0-1 0,0 1 0,0 0 0,0 0 0,-1 0 0,0 0 0,0 1 0,0-1 0,0 1 0,-1 0 0,0 1 0,0-1 0,0 1 0,0 0 0,-9-4 0,11 6-50,0 1-1,0 0 1,0-1-1,0 1 0,0 0 1,0 1-1,0-1 1,0 0-1,0 1 1,0 0-1,0 0 0,0 0 1,0 0-1,0 0 1,0 0-1,1 1 1,-1 0-1,1-1 0,-1 1 1,1 0-1,-1 0 1,1 0-1,0 1 1,0-1-1,0 0 1,-2 5-1,-12 12-6775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528 0 24575,'-2'0'0,"0"1"0,0 0 0,0-1 0,0 1 0,0 0 0,0 0 0,0 0 0,0 0 0,0 0 0,0 0 0,1 1 0,-1-1 0,1 1 0,-1-1 0,1 1 0,-1 0 0,0 1 0,-25 37 0,22-30 0,-144 221 0,-58 98 0,200-317-90,-82 132-1185,79-131-5551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24575,'-1'9'0,"-1"-1"0,0 1 0,0-1 0,-1 0 0,0 1 0,-5 9 0,-3 6 0,0 6 0,-22 63 0,31-87 0,1 0 0,-1 1 0,1-1 0,0 1 0,1 0 0,0-1 0,0 1 0,0-1 0,1 1 0,0-1 0,2 10 0,-2-13 0,1 0 0,0-1 0,-1 1 0,1-1 0,0 0 0,0 1 0,0-1 0,1 0 0,-1 0 0,0-1 0,1 1 0,-1 0 0,1-1 0,0 1 0,-1-1 0,1 0 0,0 0 0,0 0 0,0 0 0,0-1 0,0 1 0,0-1 0,0 1 0,0-1 0,0 0 0,0 0 0,0-1 0,0 1 0,0-1 0,4-1 0,7 0 0,0-1 0,0-1 0,-1-1 0,1 0 0,14-8 0,-15 6-195,0-2 0,-1 1 0,0-2 0,-1 0 0,1 0 0,8-12 0,8-10-6631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1 24575,'-9'15'0,"-1"15"0,6-11 0,1 0 0,1 1 0,1-1 0,0 0 0,2 1 0,0-1 0,7 36 0,-8-54 3,1 0 1,-1 1-1,1-1 0,0 1 0,-1-1 1,1 0-1,0 1 0,0-1 0,0 0 1,0 0-1,0 0 0,0 0 0,0 1 1,0-1-1,0-1 0,0 1 0,1 0 1,-1 0-1,0 0 0,1-1 0,-1 1 0,0-1 1,1 1-1,-1-1 0,1 1 0,-1-1 1,1 0-1,-1 0 0,1 0 0,-1 0 1,1 0-1,-1 0 0,1 0 0,-1 0 1,1-1-1,2 0 0,2-1-215,1-1 0,-1 1 0,0-2-1,0 1 1,0-1 0,9-7 0,2-3-6614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24575,'0'4'0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7 472 24575,'1'-4'0,"1"0"0,0 0 0,0 1 0,0-1 0,0 1 0,1-1 0,-1 1 0,1 0 0,5-4 0,3-5 0,4-7 0,18-24 0,44-70 0,-69 99 0,-1 0 0,0-1 0,-1 0 0,-1 0 0,0 0 0,-1-1 0,0 1 0,-1-1 0,1-28 0,-4 41 0,0 1 0,0-1 0,0 0 0,0 0 0,0 1 0,0-1 0,-1 1 0,1-1 0,-1 0 0,0 1 0,0-1 0,0 1 0,0-1 0,0 1 0,-1 0 0,1-1 0,-1 1 0,1 0 0,-1 0 0,0 0 0,0 0 0,0 0 0,0 1 0,0-1 0,0 0 0,0 1 0,-1 0 0,-1-2 0,1 3 0,0 0 0,1 0 0,-1 0 0,1 0 0,-1 0 0,1 1 0,-1-1 0,1 1 0,-1 0 0,1-1 0,-1 1 0,1 0 0,0 0 0,0 1 0,-1-1 0,1 0 0,0 1 0,0 0 0,0-1 0,0 1 0,1 0 0,-1 0 0,0 0 0,1 0 0,-1 0 0,1 0 0,0 0 0,0 1 0,-2 2 0,-9 22 0,0 0 0,1 0 0,2 1 0,-9 46 0,-11 123 0,20-129 0,-10 224 0,16-284-1365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0 151 24575,'4'-4'0,"6"-6"0,9 0 0,5-3 0,7 0 0,6-1 0,6 2 0,2-2 0,7-2 0,6-6 0,-6-1-8191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77 51 24575,'0'-8'0,"1"6"0,-1 0 0,0-1 0,0 1 0,1 0 0,-2 0 0,1-1 0,0 1 0,0 0 0,-1 0 0,1 0 0,-1 0 0,0-1 0,0 1 0,0 0 0,0 0 0,0 0 0,-2-3 0,2 5 0,1 0 0,-1 0 0,1 0 0,-1 0 0,1 0 0,-1 0 0,1 0 0,-1 0 0,1 0 0,-1 0 0,1 0 0,-1 1 0,1-1 0,-1 0 0,1 0 0,-1 1 0,1-1 0,0 0 0,-1 0 0,1 1 0,-1-1 0,1 0 0,0 1 0,-1-1 0,1 1 0,0-1 0,-1 0 0,1 1 0,0-1 0,0 1 0,0-1 0,-1 1 0,1-1 0,0 1 0,0 0 0,-8 18 0,-4 18 0,2 1 0,-9 75 0,17-89 0,0 0 0,2 1 0,0-1 0,2 0 0,9 46 0,-10-66-54,-1-1-1,1 1 0,0-1 1,0 1-1,0-1 1,1 0-1,-1 1 0,1-1 1,0 0-1,0 0 1,0 0-1,0-1 0,0 1 1,1 0-1,-1-1 0,1 1 1,0-1-1,0 0 1,0 0-1,0 0 0,0 0 1,0-1-1,0 1 1,5 1-1,6-3-6771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51 24575,'0'-5'0,"4"-4"0,6-2 0,5 2 0,4 2 0,2 2 0,3 2 0,0 2 0,-3 1-8191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4 24575,'0'-1'0,"-1"1"0,0-1 0,1 1 0,-1 0 0,0-1 0,0 1 0,1 0 0,-1 0 0,0-1 0,0 1 0,1 0 0,-1 0 0,0 0 0,0 0 0,1 0 0,-1 0 0,0 0 0,0 0 0,0 1 0,1-1 0,-1 0 0,0 0 0,1 1 0,-1-1 0,0 0 0,0 1 0,1-1 0,-1 0 0,0 1 0,1-1 0,-1 1 0,1-1 0,-1 1 0,1 0 0,-1-1 0,1 1 0,-1 0 0,1-1 0,0 1 0,-1 0 0,1-1 0,0 1 0,-1 0 0,1 0 0,0 0 0,-17 41 0,16-39 0,-57 205 0,51-172 0,2 0 0,1 0 0,2 71 0,2-105 0,0 0 0,0 0 0,0 0 0,0 0 0,1 0 0,-1 0 0,0 0 0,1 0 0,0 0 0,-1-1 0,1 1 0,0 0 0,0 0 0,0 0 0,0-1 0,2 3 0,-2-3 0,-1-1 0,1 0 0,0 0 0,0 0 0,-1 0 0,1 0 0,0 0 0,-1 0 0,1 0 0,0 0 0,0 0 0,-1 0 0,1 0 0,0 0 0,-1-1 0,1 1 0,0 0 0,-1 0 0,1-1 0,0 1 0,-1 0 0,1-1 0,-1 1 0,1-1 0,0 1 0,-1-1 0,1 1 0,0-2 0,4-4 0,1-1 0,-1 0 0,0 0 0,-1-1 0,7-12 0,0-10 0,11-25 0,-20 52 0,-1 0 0,1 0 0,0 0 0,0 0 0,0 1 0,0-1 0,0 0 0,0 1 0,1-1 0,-1 1 0,1 0 0,4-3 0,-6 5 0,0 0 0,0-1 0,0 1 0,0 0 0,0 0 0,0 0 0,0 0 0,0 0 0,0 0 0,0 0 0,0 0 0,0 0 0,0 1 0,0-1 0,0 0 0,0 0 0,-1 1 0,1-1 0,0 1 0,0-1 0,0 1 0,0-1 0,-1 1 0,1 0 0,0-1 0,0 1 0,-1 0 0,1-1 0,-1 1 0,1 0 0,-1 0 0,1 0 0,-1 0 0,1 0 0,0 1 0,15 39 0,-12-28 0,-3-8-124,2 0 0,-1 0 0,0 0 0,1 0 0,0-1 0,0 1-1,0-1 1,1 1 0,0-1 0,4 3 0,3 1-6702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24575,'8'-1'0,"-1"0"0,1 0 0,0-1 0,-1 0 0,1 0 0,-1-1 0,0 0 0,0 0 0,0 0 0,13-10 0,-9 6 0,-1-1 0,0 0 0,-1-1 0,1 0 0,14-19 0,-23 26 0,1 0 0,-1 0 0,0 0 0,1 0 0,-1-1 0,0 1 0,0 0 0,0-1 0,-1 1 0,1 0 0,-1-1 0,1 1 0,-1-1 0,0 1 0,0-1 0,0-2 0,0 3 0,0 1 0,-1 0 0,1-1 0,-1 1 0,1 0 0,-1-1 0,0 1 0,1 0 0,-1 0 0,0 0 0,0-1 0,0 1 0,0 0 0,0 0 0,0 0 0,0 0 0,0 1 0,0-1 0,-1 0 0,-1-1 0,0 1 0,1 1 0,-1-1 0,1 0 0,-1 1 0,1 0 0,-1 0 0,1-1 0,-1 1 0,0 1 0,1-1 0,-1 0 0,1 1 0,-1-1 0,1 1 0,-1 0 0,1 0 0,-1 0 0,1 0 0,0 0 0,0 1 0,-1-1 0,1 0 0,0 1 0,0 0 0,0 0 0,1-1 0,-1 1 0,0 0 0,-2 4 0,1-2 5,1 1 1,-1 0-1,1 0 0,0 0 0,0 0 0,0 0 1,0 0-1,1 0 0,0 0 0,0 1 1,1-1-1,-1 1 0,1-1 0,0 0 0,1 1 1,-1-1-1,1 0 0,0 1 0,1-1 0,-1 0 1,1 0-1,3 7 0,-3-9-51,0 1-1,-1-1 1,2 0-1,-1 0 1,0 0 0,1 0-1,-1 0 1,1 0-1,0-1 1,0 1 0,0-1-1,0 0 1,1 0-1,-1 0 1,0 0-1,1 0 1,-1-1 0,1 0-1,0 0 1,0 0-1,-1 0 1,1 0 0,0-1-1,0 0 1,0 1-1,-1-1 1,1-1 0,0 1-1,0-1 1,0 1-1,4-3 1,14-3-6780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0 24575,'0'4'0,"-4"6"0,-1 5 0,0 3 0,0 4 0,7-2 0,5-9 0,7-10 0,4-6 0,0-5 0,0-2 0,2-2 0,1 1 0,1 3 0,1 2 0,-3 4-8191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24575,'1'1'0,"-1"1"0,1 0 0,0-1 0,0 1 0,-1-1 0,1 1 0,0-1 0,0 1 0,0-1 0,0 0 0,1 1 0,-1-1 0,0 0 0,1 0 0,-1 0 0,0 0 0,1 0 0,-1 0 0,1 0 0,0-1 0,-1 1 0,3 0 0,37 13 0,-35-14 0,0 1 0,0-1 0,0 0 0,0 0 0,0 0 0,0-1 0,0 0 0,-1 0 0,1-1 0,0 0 0,10-4 0,-13 5 0,0-1 0,1 0 0,-1 1 0,0-1 0,0 0 0,0 0 0,0-1 0,0 1 0,0-1 0,-1 0 0,1 1 0,-1-1 0,0 0 0,0 0 0,0 0 0,0-1 0,0 1 0,-1 0 0,0-1 0,2-5 0,-3 8 0,1 0 0,-1 0 0,0 0 0,0 0 0,0 0 0,0 0 0,1 0 0,-2 0 0,1 0 0,0 0 0,0 0 0,0 0 0,0 0 0,0 1 0,-1-1 0,1 0 0,-1 0 0,1 0 0,0 0 0,-1 0 0,0 0 0,1 0 0,-1 1 0,1-1 0,-1 0 0,0 0 0,0 1 0,1-1 0,-2 0 0,0 0 0,0 1 0,0-1 0,0 1 0,0 0 0,-1-1 0,1 1 0,0 0 0,0 0 0,0 1 0,0-1 0,0 0 0,0 1 0,-3 0 0,-3 2 0,0 0 0,1 0 0,-1 1 0,1 0 0,-1 0 0,-8 8 0,10-5 0,1 0 0,-1 0 0,1 0 0,1 1 0,0 0 0,0 0 0,0 0 0,1 0 0,0 0 0,1 1 0,0-1 0,0 1 0,1 0 0,0-1 0,0 10 0,1-13 0,0 0 0,1-1 0,-1 1 0,1 0 0,0-1 0,0 1 0,0-1 0,1 1 0,0-1 0,0 1 0,0-1 0,0 0 0,3 4 0,-3-5 0,1-1 0,-1 0 0,1 1 0,-1-1 0,1 0 0,0 0 0,0-1 0,0 1 0,0-1 0,0 1 0,0-1 0,0 0 0,0 0 0,1 0 0,-1 0 0,0-1 0,1 0 0,-1 1 0,1-1 0,2-1 0,5 0-170,0-1-1,0 0 0,0 0 1,-1-1-1,1-1 0,-1 0 1,11-6-1,29-15-6655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24575,'-4'4'0,"-2"6"0,1 5 0,1 3 0,1 4 0,1 2 0,1 1 0,5-5 0,1-4-8191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11 24575,'0'-4'0,"-4"-2"0,-2 5 0,5 3 0,2 4 0,2 1-8191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212 15 24575,'-23'-8'0,"22"7"0,0 1 0,0-1 0,0 0 0,0 1 0,0-1 0,1 1 0,-1-1 0,0 1 0,0 0 0,0-1 0,0 1 0,0 0 0,0 0 0,-1-1 0,1 1 0,0 0 0,0 0 0,0 0 0,0 0 0,0 0 0,0 1 0,0-1 0,0 0 0,0 0 0,0 1 0,0-1 0,0 1 0,0-1 0,0 1 0,0-1 0,0 1 0,1-1 0,-1 1 0,0 0 0,0-1 0,0 1 0,1 0 0,-1 0 0,1 0 0,-1 0 0,0-1 0,1 1 0,-1 0 0,1 0 0,0 0 0,-1 0 0,1 2 0,-3 6 0,0 0 0,1 0 0,0 1 0,0-1 0,1 1 0,1 11 0,-1-11 0,1-1 0,-1 1 0,0 0 0,-1-1 0,0 1 0,-6 13 0,3-10 0,1-4 0,0 1 0,0-2 0,-1 1 0,-8 12 0,12-20 0,0 0 0,0 1 0,0-1 0,0 0 0,0 0 0,0 0 0,-1 0 0,1 0 0,0 0 0,-1 0 0,1 0 0,0 0 0,-1-1 0,1 1 0,-1-1 0,1 1 0,-1-1 0,0 1 0,1-1 0,-1 0 0,1 0 0,-1 0 0,0 0 0,1 0 0,-1 0 0,1 0 0,-1-1 0,0 1 0,1 0 0,-1-1 0,1 0 0,-1 1 0,-2-2 0,-13-10-1365,0-1-5461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 18 24575,'-3'0'0,"-1"0"0,0 0 0,1 1 0,-1 0 0,1-1 0,-1 1 0,1 0 0,0 1 0,-1-1 0,1 1 0,0 0 0,0-1 0,0 1 0,0 0 0,0 1 0,-5 4 0,4-2 0,0 0 0,0 1 0,0-1 0,1 1 0,0 0 0,0 0 0,0 0 0,-3 12 0,3-9 0,1 0 0,1 0 0,-1 0 0,1 0 0,1 0 0,-1 0 0,2 0 0,-1 0 0,1 0 0,1 0 0,0 0 0,0 0 0,6 16 0,-7-24 0,-1 1 0,1-1 0,0 1 0,0-1 0,0 0 0,0 1 0,0-1 0,0 0 0,0 0 0,1 1 0,-1-1 0,0 0 0,1 0 0,-1 0 0,1-1 0,-1 1 0,1 0 0,-1-1 0,1 1 0,-1 0 0,1-1 0,0 0 0,3 1 0,-2-1 0,0-1 0,0 1 0,0-1 0,0 0 0,0 1 0,0-2 0,0 1 0,0 0 0,0 0 0,-1-1 0,1 0 0,2-2 0,4-2 0,0-1 0,-1-1 0,-1 0 0,1 0 0,-1-1 0,8-13 0,-11 16 0,-1-1 0,1-1 0,-2 1 0,1 0 0,-1-1 0,0 1 0,-1-1 0,0 0 0,0 1 0,0-1 0,-1-9 0,0 13 0,-1-1 0,1 1 0,-1 0 0,0 0 0,0-1 0,0 1 0,0 0 0,-1 0 0,0 0 0,0 0 0,0 1 0,0-1 0,0 0 0,-1 1 0,1 0 0,-1-1 0,0 1 0,0 0 0,-1 0 0,1 1 0,-6-4 0,8 5 0,0 0 0,0 1 0,0-1 0,0 0 0,-1 1 0,1-1 0,0 1 0,0-1 0,-1 1 0,1 0 0,0 0 0,-1 0 0,1-1 0,0 1 0,-1 0 0,1 1 0,0-1 0,0 0 0,-1 0 0,0 1 0,1-1 0,0 1 0,0 0 0,1-1 0,-1 1 0,0 0 0,1-1 0,-1 1 0,1 0 0,-1 0 0,0-1 0,1 1 0,0 0 0,-1 0 0,1 0 0,0 0 0,-1 0 0,1 0 0,0 0 0,0 0 0,0 1 0,-1 3 0,1-1 0,1 1 0,-1-1 0,1 0 0,-1 1 0,1-1 0,1 0 0,-1 1 0,0-1 0,4 5 0,0 0-59,0-1 0,0 0-1,1-1 1,0 1-1,0-1 1,1 0 0,0-1-1,0 0 1,1 0 0,-1 0-1,1-1 1,1 0 0,-1-1-1,1 0 1,-1 0-1,1 0 1,0-2 0,0 1-1,1-1 1,-1 0 0,1-1-1,11 1 1,4-1-6767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24575,'0'-1'0,"1"0"0,-1 0 0,1-1 0,0 1 0,-1 0 0,1 0 0,0 0 0,0 0 0,0 0 0,0 0 0,0 1 0,0-1 0,0 0 0,0 0 0,0 1 0,0-1 0,0 1 0,0-1 0,0 1 0,1-1 0,-1 1 0,0-1 0,0 1 0,1 0 0,-1 0 0,0 0 0,2 0 0,37-3 0,-34 3 0,-1 0 0,1 1 0,0 0 0,-1 0 0,1 0 0,-1 0 0,1 1 0,-1 0 0,10 6 0,-13-8 0,-1 1 0,0 0 0,0 0 0,0 1 0,0-1 0,0 0 0,0 0 0,0 0 0,0 1 0,0-1 0,0 0 0,-1 1 0,1-1 0,0 1 0,-1-1 0,0 1 0,1-1 0,-1 1 0,0-1 0,0 1 0,1-1 0,-1 1 0,0-1 0,-1 1 0,1 0 0,0-1 0,0 1 0,-1-1 0,1 1 0,-1-1 0,1 1 0,-1-1 0,0 0 0,1 1 0,-1-1 0,0 0 0,0 1 0,0-1 0,0 0 0,-2 1 0,-36 47 0,29-39 0,1 0 0,0 1 0,1 1 0,0-1 0,1 1 0,0 0 0,-10 26 0,17-37 0,-1 0 0,1 1 0,-1-1 0,1 0 0,0 0 0,0 0 0,-1 1 0,1-1 0,0 0 0,0 0 0,0 1 0,0-1 0,0 0 0,1 0 0,-1 0 0,0 1 0,1-1 0,-1 0 0,0 0 0,1 0 0,-1 0 0,1 1 0,0-1 0,-1 0 0,1 0 0,0 0 0,0 0 0,0-1 0,1 3 0,1-2 0,-1-1 0,0 1 0,1-1 0,-1 1 0,0-1 0,1 0 0,-1 0 0,1 0 0,-1 0 0,0-1 0,1 1 0,-1-1 0,1 1 0,2-2 0,8-2 0,-1-1 0,1-1 0,-1 0 0,16-10 0,-5 0-1365,-3 3-5461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0 205 24575,'11'-1'0,"-1"0"0,1 0 0,-1-1 0,0-1 0,1 0 0,-1 0 0,0-1 0,-1 0 0,1-1 0,15-10 0,-19 11 0,1 0 0,-1-1 0,0 0 0,0 0 0,-1 0 0,1-1 0,-1 0 0,0 0 0,-1-1 0,1 1 0,-1-1 0,-1 0 0,1 0 0,-1 0 0,2-9 0,-4 14 0,-1 0 0,1 0 0,-1 1 0,1-1 0,-1 0 0,0 0 0,0 0 0,0 0 0,0 0 0,-1 0 0,1 0 0,0 0 0,-1 0 0,1 0 0,-1 0 0,0 0 0,1 0 0,-1 1 0,0-1 0,0 0 0,-1 1 0,1-1 0,0 0 0,0 1 0,-1 0 0,1-1 0,-1 1 0,1 0 0,-1-1 0,1 1 0,-3-1 0,1 1 0,1 1 0,0-1 0,-1 1 0,1-1 0,-1 1 0,1 0 0,-1 0 0,1 0 0,-1 0 0,1 0 0,-1 0 0,1 1 0,-1-1 0,1 1 0,-1 0 0,1 0 0,0 0 0,-1 0 0,1 0 0,0 0 0,0 1 0,0-1 0,0 1 0,-3 2 0,-1 3 0,0 1 0,1-1 0,0 1 0,0 0 0,1 1 0,0-1 0,0 1 0,1 0 0,0 0 0,1 0 0,0 0 0,0 0 0,0 16 0,1-20 0,1 0 0,0 1 0,1-1 0,-1 0 0,1 1 0,0-1 0,0 0 0,1 0 0,-1 0 0,1 0 0,4 7 0,-4-9 0,-1-1 0,1 1 0,0-1 0,0 0 0,1 0 0,-1 0 0,0 0 0,1 0 0,-1 0 0,1 0 0,0-1 0,-1 1 0,1-1 0,0 0 0,0 0 0,0 0 0,0 0 0,0-1 0,0 1 0,6 0 0,-4-2-97,0 1-1,0-1 1,0 1-1,0-1 1,0-1-1,0 1 1,-1-1-1,1 0 1,0 0-1,-1 0 1,0-1-1,1 1 0,4-5 1,12-8-6729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88 24575,'1'0'0,"1"0"0,0 0 0,-1 0 0,1 0 0,-1 0 0,1 0 0,-1 0 0,1 0 0,-1 1 0,1-1 0,-1 1 0,1-1 0,-1 1 0,1 0 0,-1-1 0,0 1 0,1 0 0,-1 0 0,0 0 0,0 0 0,1 0 0,-1 0 0,0 0 0,0 1 0,0-1 0,-1 0 0,1 1 0,0-1 0,1 3 0,-1 1 0,0 0 0,-1 1 0,1-1 0,-1 0 0,0 1 0,-1-1 0,0 7 0,0-9 0,0 1 0,1-1 0,-1 1 0,1 0 0,0-1 0,0 1 0,0 0 0,1-1 0,0 1 0,-1-1 0,1 1 0,0-1 0,3 6 0,-3-8 0,0 0 0,1 0 0,-1 0 0,0 0 0,1-1 0,-1 1 0,1 0 0,-1-1 0,1 1 0,-1-1 0,1 0 0,0 1 0,-1-1 0,1 0 0,-1 0 0,1 0 0,-1 0 0,1 0 0,0-1 0,-1 1 0,1 0 0,-1-1 0,1 1 0,-1-1 0,1 1 0,-1-1 0,1 0 0,-1 0 0,0 0 0,1 1 0,1-4 0,45-33 0,-45 35 0,13-14 0,14-10 0,-29 27 0,0 0 0,0 1 0,0-1 0,0 1 0,-1-1 0,1 0 0,0 1 0,-1-1 0,1 1 0,-1 0 0,1-1 0,-1 1 0,0-1 0,0 1 0,1 0 0,-1-1 0,0 1 0,-1 0 0,1 2 0,1 5 0,-1-7 0,0 0 0,0 1 0,1-1 0,-1 0 0,1 1 0,0-1 0,0 0 0,0 0 0,0 1 0,0-1 0,0 0 0,0 0 0,1 0 0,-1 0 0,1-1 0,-1 1 0,1 0 0,0-1 0,0 1 0,0-1 0,0 1 0,4 1 0,-3-2 0,0-1 0,0 1 0,0-1 0,0 0 0,0 0 0,0 0 0,1 0 0,-1 0 0,0-1 0,0 0 0,0 1 0,0-1 0,0 0 0,0 0 0,3-3 0,5-1 0,-1-1 0,-1 0 0,1-1 0,-1 0 0,0-1 0,0 0 0,-1 0 0,11-15 0,-12 12 0,0 0 0,-1 0 0,-1-1 0,7-18 0,-11 27 0,-1 0 0,1 0 0,0 0 0,-1 0 0,0 0 0,1 0 0,-1 0 0,0-1 0,-1 1 0,1 0 0,-1-4 0,0 6 0,1 0 0,-1 0 0,0 0 0,1-1 0,-1 1 0,0 0 0,0 0 0,0 0 0,0 0 0,1 0 0,-1 0 0,-1 1 0,1-1 0,0 0 0,0 0 0,0 1 0,0-1 0,0 1 0,-1-1 0,1 1 0,0-1 0,-1 1 0,1 0 0,0 0 0,-1 0 0,-1 0 0,-4 0 0,1 1 0,0-1 0,0 2 0,0-1 0,0 1 0,0 0 0,1 0 0,-1 1 0,0-1 0,1 1 0,0 0 0,-1 1 0,-8 7 0,1 0 0,-1 1 0,1 1 0,-17 21 0,13-8-1365,4-4-5461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31 24575,'0'-1'0,"0"1"0,1-1 0,-1 0 0,0 0 0,0 1 0,0-1 0,0 0 0,0 0 0,0 1 0,0-1 0,0 0 0,-1 0 0,1 1 0,0-1 0,0 0 0,-1 0 0,1 1 0,0-1 0,-1 0 0,1 1 0,0-1 0,-1 1 0,1-1 0,-1 0 0,1 1 0,-1-1 0,0 1 0,1-1 0,-1 1 0,0 0 0,1-1 0,-1 1 0,0-1 0,1 1 0,-1 0 0,0 0 0,1 0 0,-1-1 0,0 1 0,0 0 0,1 0 0,-1 0 0,0 0 0,0 0 0,1 0 0,-1 0 0,0 0 0,-1 1 0,0 0 0,-1 0 0,1 0 0,0 0 0,0 0 0,0 0 0,0 0 0,0 1 0,0-1 0,0 1 0,1 0 0,-1-1 0,0 1 0,1 0 0,-3 4 0,2-1 0,0 1 0,0 0 0,1 0 0,0 0 0,0 1 0,0-1 0,1 0 0,-1 0 0,2 0 0,-1 1 0,1-1 0,0 0 0,0 0 0,0 0 0,1 0 0,0 0 0,0 0 0,1 0 0,0-1 0,0 1 0,0-1 0,7 9 0,-9-13 0,0 0 0,0 0 0,0-1 0,0 1 0,1 0 0,-1-1 0,0 1 0,0 0 0,1-1 0,-1 0 0,0 1 0,0-1 0,1 0 0,-1 1 0,0-1 0,1 0 0,-1 0 0,1 0 0,-1 0 0,0-1 0,1 1 0,-1 0 0,0-1 0,0 1 0,2-1 0,0-1 0,0 1 0,0-1 0,0 0 0,0 0 0,-1-1 0,1 1 0,0 0 0,-1-1 0,4-5 0,-1 1 0,-1 0 0,1 0 0,-1-1 0,-1 1 0,1-1 0,-1 0 0,3-14 0,-6 18 0,0 0 0,0-1 0,0 1 0,0 0 0,-1 0 0,1 0 0,-1-1 0,0 1 0,-1 0 0,1 0 0,-5-7 0,6 9 0,-1 0 0,0 1 0,0-1 0,0 0 0,-1 1 0,1-1 0,0 1 0,0 0 0,-1-1 0,1 1 0,-1 0 0,0 0 0,1 0 0,-1 0 0,0 0 0,1 0 0,-1 0 0,0 1 0,0-1 0,0 1 0,1-1 0,-1 1 0,0 0 0,0-1 0,0 1 0,0 0 0,-3 1 0,4-1 0,0 0 0,0 0 0,0 1 0,0-1 0,0 0 0,1 1 0,-1-1 0,0 1 0,0-1 0,0 1 0,0-1 0,0 1 0,1 0 0,-1-1 0,0 1 0,0 0 0,1 0 0,-1-1 0,1 1 0,-1 0 0,0 0 0,1 0 0,0 0 0,-1 0 0,1 0 0,0 0 0,-1 0 0,1 0 0,0 0 0,0 0 0,0 0 0,0 0 0,0 0 0,0 0 0,0 0 0,0 0 0,0 0 0,0 0 0,1 0 0,-1 0 0,0 0 0,1 0 0,-1 0 0,1 0 0,-1-1 0,2 3 0,0 1 0,0 0 0,0 1 0,1-1 0,-1 0 0,1 0 0,0-1 0,0 1 0,7 5 0,-4-5-54,1-1-1,0 0 0,1 0 1,-1 0-1,0-1 1,1 0-1,-1-1 0,1 1 1,0-1-1,-1-1 1,1 0-1,0 0 0,0 0 1,-1-1-1,1 0 0,0-1 1,-1 1-1,1-2 1,-1 1-1,0-1 0,0 0 1,0 0-1,0-1 1,7-5-1,7-5-6771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0 24575,'-2'103'0,"-1"-19"0,12 122 0,-8-199 11,0 0 0,1 0 0,0 0 0,0 0 0,0 0 0,1 0-1,0 0 1,0-1 0,0 0 0,7 9 0,-8-13-50,-1-1 0,1 1 0,0-1 0,-1 1 0,1-1 0,0 0-1,0 0 1,0 1 0,0-2 0,0 1 0,0 0 0,0 0 0,0-1 0,0 1 0,0-1 0,1 1 0,-1-1 0,0 0-1,0 0 1,0 0 0,1 0 0,-1 0 0,0-1 0,0 1 0,0-1 0,0 1 0,1-1 0,-1 0 0,0 0 0,0 0 0,0 0-1,-1 0 1,1 0 0,0-1 0,0 1 0,-1 0 0,3-3 0,12-10-6787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24575,'4'0'0,"6"0"0,4 0 0,5 0 0,3 0 0,2 0 0,1-4 0,-4-1-8191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 1 24575,'-12'162'0,"1"10"0,11-163 17,1 1 0,0-1 1,1 0-1,0 0 0,0 0 0,4 10 0,-5-18-55,-1 1 0,1 0 0,-1-1 0,1 1 0,0-1 0,-1 1-1,1 0 1,0-1 0,0 0 0,0 1 0,0-1 0,0 0 0,1 1 0,-1-1 0,0 0 0,1 0 0,-1 0 0,0 0 0,1 0-1,-1 0 1,1-1 0,0 1 0,-1 0 0,1-1 0,0 1 0,-1-1 0,1 0 0,0 0 0,-1 1 0,1-1 0,0 0 0,0 0-1,-1-1 1,1 1 0,0 0 0,-1 0 0,1-1 0,3-1 0,7-4-6788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41 24575,'0'-5'0,"4"0"0,6 0 0,4 0 0,5 2 0,3 1 0,1-3 0,2 0 0,-4 0-8191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19 24575,'-9'-17'0,"4"16"0,6 12 0,6 24 0,-3 0 0,0 1 0,-3-1 0,-3 50 0,1-20 0,0-48 0,-1-1 0,-6 29 0,0-7 0,63-115 0,-53 75 0,0 0 0,-1-1 0,1 1 0,0 1 0,0-1 0,0 0 0,1 0 0,-1 1 0,0-1 0,1 1 0,-1 0 0,1 0 0,-1 0 0,1 0 0,-1 0 0,1 0 0,0 1 0,0-1 0,4 1 0,-5 0 0,0 1 0,0 0 0,0 0 0,-1-1 0,1 1 0,0 1 0,-1-1 0,1 0 0,-1 0 0,1 0 0,-1 1 0,0-1 0,1 1 0,-1-1 0,0 1 0,0-1 0,0 1 0,0 0 0,0 0 0,-1-1 0,1 1 0,0 0 0,-1 0 0,0 0 0,1 0 0,-1 0 0,0 0 0,0 2 0,2 16-118,10 47 367,-12-65-297,0-1 0,0 1-1,1 0 1,-1-1 0,1 1 0,0 0-1,-1-1 1,1 1 0,0-1 0,0 0-1,0 1 1,0-1 0,0 0-1,0 1 1,0-1 0,1 0 0,-1 0-1,0 0 1,1 0 0,-1 0 0,1 0-1,-1 0 1,1-1 0,-1 1 0,1-1-1,0 1 1,-1-1 0,1 1 0,0-1-1,3 0 1,11-3-6778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0 112 24575,'6'0'0,"-1"0"0,1-1 0,-1 0 0,1 0 0,-1 0 0,1 0 0,-1-1 0,0 0 0,0 0 0,0-1 0,9-4 0,-12 5 0,-1 1 0,1-1 0,0 1 0,0-1 0,-1 0 0,1 0 0,0 0 0,-1 0 0,0 0 0,0 0 0,1 0 0,-1 0 0,0 0 0,-1-1 0,1 1 0,0 0 0,-1-1 0,1 1 0,-1 0 0,0-1 0,0 1 0,0-1 0,0 1 0,0 0 0,0-1 0,-1 1 0,1-1 0,-1 1 0,-1-3 0,2 4 0,0-1 0,0 1 0,0 0 0,-1 0 0,1 0 0,0 0 0,-1 0 0,1 0 0,-1 0 0,1 0 0,-1 0 0,0 1 0,1-1 0,-1 0 0,0 0 0,0 0 0,1 1 0,-1-1 0,0 0 0,0 1 0,0-1 0,0 1 0,0-1 0,0 1 0,0-1 0,0 1 0,0 0 0,0-1 0,0 1 0,0 0 0,0 0 0,0 0 0,-1 0 0,1 0 0,0 0 0,0 0 0,0 0 0,0 0 0,0 1 0,0-1 0,0 0 0,0 1 0,0-1 0,0 1 0,0-1 0,0 1 0,0-1 0,0 1 0,0 0 0,0-1 0,1 1 0,-2 2 0,-3 0 0,1 1 0,0 1 0,0-1 0,0 1 0,1-1 0,-1 1 0,1 0 0,-4 9 0,5-11 0,1 0 0,0 1 0,0-1 0,0 0 0,0 0 0,0 0 0,1 1 0,0-1 0,-1 0 0,1 0 0,0 1 0,1-1 0,-1 0 0,1 1 0,-1-1 0,1 0 0,0 0 0,0 0 0,0 0 0,1 0 0,-1 0 0,1 0 0,-1 0 0,1 0 0,0 0 0,0-1 0,1 1 0,-1-1 0,0 0 0,1 0 0,-1 0 0,1 0 0,0 0 0,3 2 0,1-1 0,0 0 0,0-1 0,0 0 0,0 0 0,0 0 0,0-1 0,1 0 0,-1-1 0,0 0 0,1 0 0,-1 0 0,1-1 0,-1 0 0,12-3 0,-3-1-341,-1-1 0,0-1-1,29-16 1,-7-1-6485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43 105 24575,'14'-12'0,"-7"6"0,1-1 0,-1 0 0,0 0 0,9-11 0,-16 17 0,1 0 0,0 0 0,-1 0 0,1 0 0,0 0 0,-1 0 0,1 0 0,-1 0 0,0 0 0,1 0 0,-1 0 0,0 0 0,0-1 0,1 1 0,-1 0 0,0 0 0,0 0 0,0 0 0,-1 0 0,1 0 0,0-1 0,0 1 0,-1 0 0,1 0 0,0 0 0,-1 0 0,1 0 0,-1 0 0,1 0 0,-1 0 0,0 0 0,1 0 0,-1 0 0,0 1 0,0-1 0,0 0 0,1 0 0,-1 1 0,0-1 0,0 0 0,0 1 0,0-1 0,0 1 0,0-1 0,0 1 0,-2-1 0,1 0 0,-1 1 0,1-1 0,0 0 0,0 1 0,-1 0 0,1-1 0,0 1 0,-1 0 0,1 0 0,0 0 0,-1 0 0,1 1 0,0-1 0,0 1 0,-1-1 0,1 1 0,0 0 0,0 0 0,0 0 0,0 0 0,0 0 0,0 0 0,0 1 0,0-1 0,0 1 0,0-1 0,1 1 0,-1 0 0,1-1 0,-1 1 0,1 0 0,0 0 0,0 0 0,0 0 0,-2 5 0,0-2 0,1 1 0,0 0 0,0 0 0,0 0 0,1 0 0,0 0 0,0 0 0,0 1 0,1-1 0,0 0 0,0 0 0,2 10 0,-2-12 5,1 0-1,1-1 1,-1 1-1,0 0 0,1-1 1,0 0-1,0 1 1,0-1-1,0 0 1,0 0-1,1 0 0,-1 0 1,1-1-1,0 1 1,0-1-1,0 1 1,0-1-1,0 0 1,0 0-1,1 0 0,-1-1 1,1 1-1,-1-1 1,1 0-1,-1 0 1,8 1-1,-3-1-110,-1-1 0,0 0 0,1 0 0,-1-1 0,0 0 0,0 0-1,1 0 1,-1-1 0,0 0 0,0-1 0,0 1 0,-1-1 0,8-5 0,9-7-6720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24575,'0'-2'0,"0"1"0,0 0 0,0 0 0,0 0 0,0 0 0,0 0 0,0 0 0,1-1 0,-1 1 0,0 0 0,1 0 0,-1 0 0,1 0 0,-1 0 0,1 0 0,-1 0 0,1 0 0,0 0 0,0 0 0,-1 1 0,1-1 0,2-1 0,3 5 0,-6 14 0,-1-10 0,-1 1 0,1 1 0,0-1 0,0 0 0,1 0 0,0 15 0,1-22 0,-1-1 0,0 1 0,0 0 0,0 0 0,1 0 0,-1 0 0,0-1 0,1 1 0,-1 0 0,1 0 0,-1-1 0,1 1 0,-1 0 0,1 0 0,-1-1 0,1 1 0,0-1 0,-1 1 0,1-1 0,0 1 0,-1-1 0,1 1 0,0-1 0,1 1 0,0-1 0,0 0 0,0 0 0,0 0 0,1 0 0,-1-1 0,0 1 0,0 0 0,0-1 0,0 0 0,0 1 0,0-1 0,0 0 0,0 0 0,-1 0 0,3-2 0,5-3 0,0-1 0,0 0 0,-1-1 0,14-15 0,-15 15 0,0 1 0,0 0 0,0 0 0,1 0 0,11-6 0,-18 13 0,-1 0 0,0-1 0,1 1 0,-1 0 0,1 0 0,-1 0 0,0 0 0,1 0 0,-1 0 0,1 0 0,-1 0 0,0 0 0,1 0 0,-1 1 0,1-1 0,-1 0 0,0 0 0,1 0 0,-1 0 0,1 0 0,-1 1 0,0-1 0,1 0 0,-1 0 0,0 1 0,0-1 0,1 0 0,-1 1 0,0-1 0,1 0 0,-1 1 0,0-1 0,0 0 0,0 1 0,0-1 0,1 0 0,-1 1 0,8 21 0,-4-12 0,6 5-1365,1-4-5461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63 24575,'-1'1'0,"0"0"0,-1 0 0,1 0 0,0 0 0,0 0 0,0 1 0,0-1 0,0 1 0,0-1 0,0 1 0,0-1 0,0 1 0,1-1 0,-1 1 0,1 0 0,-1-1 0,1 1 0,0 0 0,-1-1 0,1 1 0,0 0 0,0 0 0,0-1 0,0 1 0,1 0 0,-1-1 0,0 1 0,1 0 0,-1-1 0,1 1 0,0 0 0,-1-1 0,1 1 0,0-1 0,0 1 0,0-1 0,0 0 0,0 1 0,0-1 0,1 0 0,-1 0 0,0 0 0,1 0 0,-1 0 0,1 0 0,-1 0 0,1 0 0,-1 0 0,1-1 0,-1 1 0,1-1 0,0 1 0,-1-1 0,1 0 0,0 0 0,0 1 0,-1-1 0,1 0 0,0 0 0,-1-1 0,1 1 0,0 0 0,0-1 0,-1 1 0,1-1 0,-1 1 0,1-1 0,0 0 0,2-1 0,3-3 0,0 0 0,-1 0 0,1 0 0,-1-1 0,0 0 0,0 0 0,5-8 0,-9 12 0,-1 1 0,1-1 0,-1 0 0,1 0 0,-1 0 0,0 0 0,0 0 0,0 0 0,0 0 0,0-1 0,0 1 0,-1 0 0,1-1 0,-1 1 0,1 0 0,-1-1 0,0 1 0,0 0 0,0-1 0,0 1 0,-1 0 0,1-1 0,-1 1 0,1 0 0,-1-1 0,0 1 0,1 0 0,-1 0 0,-2-3 0,1 4 0,0 0 0,1 0 0,-1 0 0,0 0 0,0 1 0,1-1 0,-1 1 0,0-1 0,0 1 0,0 0 0,0 0 0,0-1 0,1 1 0,-1 1 0,0-1 0,0 0 0,0 0 0,0 1 0,0-1 0,1 1 0,-1 0 0,0-1 0,0 1 0,1 0 0,-1 0 0,1 0 0,-1 0 0,1 0 0,-1 0 0,-1 2 0,-46 38 0,42-34-273,1 1 0,0 0 0,0 0 0,-6 10 0,0 5-6553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5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6 24575,'0'-4'0,"0"2"0,0 7 0,0 5 0,0 6 0,0 8 0,-4 8 0,-1 7 0,-1 5 0,2 3 0,1 1 0,6-2 0,1-2 0,5-4 0,4-9 0,9-9 0,5-13 0,-3-8-8191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31 24575,'-4'-5'0,"-2"-4"0,5-2 0,6 6 0,7 7 0,5 12 0,8 12 0,7 13 0,8 13 0,4 9 0,3 11 0,1 5 0,2-2 0,-5-2 0,-1-5 0,-4-10 0,-5-11 0,-9-13-8191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 24575,'0'-1'0,"0"0"0,-1-1 0,1 1 0,0 0 0,0 0 0,0-1 0,0 1 0,0 0 0,1 0 0,-1 0 0,0-1 0,0 1 0,1 0 0,-1 0 0,1 0 0,-1-1 0,1 1 0,0 0 0,-1 0 0,1 0 0,0 0 0,0 0 0,-1 0 0,1 0 0,0 1 0,0-1 0,0 0 0,0 0 0,0 1 0,0-1 0,0 1 0,1-1 0,-1 1 0,0-1 0,0 1 0,0-1 0,1 1 0,-1 0 0,0 0 0,0 0 0,1 0 0,-1 0 0,0 0 0,0 0 0,1 0 0,-1 0 0,0 1 0,0-1 0,0 0 0,1 1 0,-1-1 0,0 1 0,0-1 0,0 1 0,0 0 0,1 0 0,11 6 0,0 0 0,-1 1 0,20 15 0,-27-18 0,36 27 0,-23-16 0,0-1 0,1-1 0,1-1 0,0-1 0,0 0 0,24 8 0,-41-19 4,0 1-1,1-1 1,-1-1-1,0 1 1,1 0-1,-1-1 1,1 1-1,-1-1 1,1 0-1,-1 0 1,0-1 0,1 1-1,-1-1 1,1 0-1,-1 0 1,0 0-1,1 0 1,-1 0-1,0-1 1,0 1-1,0-1 1,0 0-1,0 0 1,0 0-1,-1 0 1,1-1-1,-1 1 1,1-1-1,-1 1 1,0-1-1,0 0 1,0 0-1,1-3 1,3-6-190,-1 0 1,0-1-1,-1 1 0,-1-1 1,0 0-1,-1 0 1,1-17-1,1-16-6640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73 49 24575,'-20'-4'0,"19"3"0,0 0 0,0 1 0,0-1 0,0 1 0,0 0 0,-1-1 0,1 1 0,0 0 0,0-1 0,0 1 0,0 0 0,0 0 0,-1 0 0,1 0 0,0 0 0,0 1 0,0-1 0,0 0 0,0 0 0,-1 1 0,1-1 0,0 1 0,0-1 0,0 1 0,0-1 0,0 1 0,0 0 0,0-1 0,1 1 0,-1 0 0,0 0 0,0 0 0,0-1 0,1 1 0,-1 0 0,0 0 0,1 0 0,-1 0 0,0 2 0,-2 6 0,1-1 0,-1 0 0,2 1 0,-1-1 0,1 1 0,1-1 0,-1 1 0,1 0 0,1-1 0,0 1 0,0-1 0,0 1 0,1-1 0,1 1 0,-1-1 0,1 0 0,1 0 0,4 8 0,-5-10 0,0-1 0,0 1 0,0-1 0,1 0 0,0-1 0,0 1 0,0-1 0,1 1 0,-1-1 0,1-1 0,9 7 0,-10-9 0,-1 1 0,0-1 0,1 0 0,-1 0 0,1 0 0,-1 0 0,1-1 0,0 1 0,-1-1 0,1 0 0,0 0 0,-1 0 0,1-1 0,-1 1 0,1-1 0,-1 0 0,1 0 0,-1 0 0,1 0 0,5-4 0,-2 0 0,0 0 0,0 0 0,0-1 0,0 0 0,-1 0 0,0-1 0,-1 0 0,1 0 0,-1 0 0,-1-1 0,1 0 0,-1 0 0,3-10 0,-3 8 0,0 1 0,-1-1 0,0 1 0,-1-1 0,0 0 0,0 0 0,-1 0 0,0 0 0,-1-1 0,-1 1 0,-1-13 0,2 20 0,0 1 0,-1 0 0,1 0 0,-1-1 0,1 1 0,-1 0 0,0 0 0,0 0 0,0 0 0,0 0 0,0 0 0,0 0 0,0 0 0,-1 0 0,1 1 0,-1-1 0,0 0 0,1 1 0,-1-1 0,0 1 0,0 0 0,0 0 0,0 0 0,0 0 0,0 0 0,0 0 0,0 0 0,0 0 0,0 1 0,-1-1 0,1 1 0,0 0 0,0 0 0,-1 0 0,1 0 0,0 0 0,-1 0 0,1 0 0,0 1 0,0-1 0,0 1 0,-1 0 0,1-1 0,0 1 0,-3 2 0,-4 1 0,1 1 0,-1 0 0,1 1 0,0-1 0,0 1 0,0 1 0,1 0 0,0 0 0,-7 10 0,6-7-114,0 1 1,0 1-1,1-1 0,1 1 0,0 1 1,1-1-1,0 1 0,1 0 0,0 0 1,1 0-1,-1 15 0,5-4-6712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 62 24575,'0'-59'0,"-4"56"0,0 11 0,-2 14 0,5 25 0,1 0 0,7 51 0,-1-28 0,-4-29 0,1 0 0,3 0 0,1-1 0,2 0 0,22 61 0,-29-96 8,0 0 0,0 0 0,1-1 0,0 1 0,0-1 0,0 1 0,1-1 0,-1 0 0,1-1 0,0 1 0,0 0 0,0-1 0,1 0 0,4 3 0,-6-5-61,-1 0 0,1 0 0,0-1 0,0 1 0,-1 0 0,1-1 0,0 0 0,0 0 0,0 0 0,0 0 0,-1 0 0,1 0 0,0-1-1,0 1 1,-1-1 0,1 0 0,0 0 0,-1 0 0,1 0 0,0 0 0,-1-1 0,0 1 0,1-1 0,-1 0 0,0 0 0,0 1 0,3-4 0,11-12-6773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24575,'4'0'0,"6"0"0,5 0 0,3 0 0,4-4 0,2-2 0,0-3 0,-3 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0 24575,'4'8'0,"-1"1"0,0-1 0,0 1 0,2 13 0,-5 30 0,-9 71 0,0 4 0,7-81 0,1-23 0,0 1 0,1-1 0,2 1 0,4 24 0,-6-47 0,0 0 0,0 0 0,0-1 0,0 1 0,0 0 0,1 0 0,-1 0 0,0 0 0,0-1 0,1 1 0,-1 0 0,1 0 0,-1-1 0,1 1 0,-1 0 0,1-1 0,-1 1 0,1 0 0,-1-1 0,1 1 0,0-1 0,-1 1 0,1-1 0,0 1 0,0-1 0,-1 0 0,1 1 0,0-1 0,0 0 0,0 0 0,1 1 0,0-2 0,0 1 0,-1-1 0,1 1 0,0-1 0,0 0 0,-1 0 0,1 0 0,0 0 0,-1 0 0,1 0 0,-1 0 0,0 0 0,3-3 0,34-47 0,-16 14 0,-15 23 0,0 1 0,1 0 0,1 1 0,17-20 0,-26 32 0,0-1 0,1 1 0,-1 0 0,1-1 0,-1 1 0,1-1 0,-1 1 0,1 0 0,-1-1 0,1 1 0,-1 0 0,1 0 0,0-1 0,-1 1 0,1 0 0,-1 0 0,1 0 0,0 0 0,-1 0 0,1 0 0,-1 0 0,1 0 0,0 0 0,-1 0 0,1 0 0,0 0 0,-1 0 0,1 0 0,-1 1 0,2-1 0,11 19 0,1 33 0,-13-49 0,9 43-1365,-3-29-5461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 24575,'-1'1'0,"1"1"0,0-1 0,0 1 0,0-1 0,0 1 0,0-1 0,1 1 0,-1-1 0,0 1 0,1-1 0,-1 1 0,1-1 0,-1 1 0,1-1 0,0 0 0,0 1 0,0-1 0,0 0 0,-1 0 0,2 1 0,-1-1 0,0 0 0,0 0 0,0 0 0,0 0 0,1-1 0,-1 1 0,0 0 0,1 0 0,-1-1 0,1 1 0,-1-1 0,0 1 0,1-1 0,0 0 0,-1 1 0,1-1 0,-1 0 0,1 0 0,-1 0 0,1 0 0,-1-1 0,1 1 0,-1 0 0,1 0 0,2-2 0,0 1 0,0 0 0,0 0 0,0-1 0,-1 0 0,1 1 0,0-2 0,-1 1 0,1 0 0,-1-1 0,1 1 0,-1-1 0,0 0 0,0 0 0,-1 0 0,1 0 0,4-7 0,-6 8 0,-1 1 0,1 0 0,0-1 0,0 1 0,-1-1 0,1 1 0,-1-1 0,1 1 0,-1-1 0,0 1 0,0-1 0,0 1 0,1-1 0,-1 1 0,-1-1 0,1 0 0,0 1 0,0-1 0,-1 1 0,1-1 0,0 1 0,-1-1 0,0 1 0,1-1 0,-1 1 0,0 0 0,0-1 0,1 1 0,-1 0 0,0 0 0,0 0 0,-1-1 0,1 1 0,0 0 0,0 0 0,0 1 0,-3-3 0,2 3 0,-1-1 0,1 0 0,-1 1 0,1 0 0,0-1 0,-1 1 0,1 0 0,-1 0 0,1 1 0,-1-1 0,1 0 0,0 1 0,-1-1 0,1 1 0,-1 0 0,1 0 0,0 0 0,0 0 0,0 0 0,0 0 0,0 1 0,0-1 0,0 1 0,-2 1 0,0 2 0,0 0 0,0 1 0,1-1 0,0 1 0,0-1 0,0 1 0,1 0 0,0 0 0,0 0 0,0 0 0,1 1 0,0-1 0,0 0 0,1 1 0,0-1 0,0 1 0,0-1 0,1 0 0,0 1 0,0-1 0,0 0 0,5 11 0,-6-13 0,1-1 0,1 1 0,-1 0 0,0-1 0,1 1 0,0-1 0,0 1 0,0-1 0,0 0 0,1 0 0,-1 0 0,1 0 0,0 0 0,-1-1 0,1 1 0,1-1 0,-1 0 0,0 0 0,0 0 0,1 0 0,-1 0 0,1-1 0,0 1 0,-1-1 0,1 0 0,0 0 0,0-1 0,0 1 0,0-1 0,-1 0 0,1 0 0,0 0 0,0 0 0,0-1 0,0 0 0,0 1 0,5-3 0,23-12-1365,-2-2-5461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0 106 24575,'4'0'0,"5"4"0,2 5 0,2 2 0,0 2 0,-3 4 0,1-2 0,3-3 0,-2-7 0,3-10 0,1-7 0,-1-10 0,1-5 0,1-2 0,-1-5 0,0 0 0,-3 6-8191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12 24575,'0'27'0,"-1"-13"0,0 0 0,1-1 0,1 1 0,0 0 0,1 0 0,0-1 0,1 1 0,1-1 0,9 23 0,-12-34 0,-1-1 0,1 0 0,-1 0 0,1 1 0,0-1 0,0 0 0,0 0 0,0 0 0,0 0 0,0 0 0,0 0 0,0 0 0,0-1 0,0 1 0,0 0 0,0 0 0,1-1 0,-1 1 0,0-1 0,0 1 0,1-1 0,-1 0 0,0 1 0,1-1 0,-1 0 0,1 0 0,-1 0 0,0 0 0,2 0 0,0-1 0,0-1 0,1 1 0,-1 0 0,-1-1 0,1 0 0,0 0 0,0 0 0,-1 0 0,1 0 0,-1 0 0,4-5 0,6-8 0,-1 0 0,0 0 0,9-21 0,-16 28 0,-3 5 0,0 0 0,1 1 0,-1-1 0,0 0 0,1 0 0,0 1 0,0-1 0,0 1 0,0-1 0,0 1 0,0 0 0,0 0 0,1 0 0,3-3 0,-5 8 0,1-1 0,-1 0 0,1 0 0,-1 1 0,0-1 0,0 0 0,0 1 0,0 0 0,0-1 0,-1 1 0,1-1 0,-1 1 0,0 0 0,1-1 0,-2 5 0,3 4 0,-2-9 0,0 0 0,1-1 0,-1 1 0,0 0 0,1 0 0,-1 0 0,1-1 0,0 1 0,-1 0 0,1-1 0,0 1 0,0 0 0,0-1 0,0 0 0,0 1 0,1-1 0,-1 1 0,0-1 0,1 0 0,-1 0 0,1 0 0,-1 0 0,3 1 0,-3-2 0,1 0 0,0 0 0,-1-1 0,1 1 0,-1 0 0,1-1 0,-1 1 0,1-1 0,-1 0 0,1 1 0,-1-1 0,1 0 0,-1 0 0,0 0 0,1 0 0,-1 0 0,0 0 0,0 0 0,0-1 0,1 0 0,9-12 0,-1 0 0,-1 0 0,11-23 0,-20 37 0,17-32-1365,-1 4-5461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24575,'0'4'0,"0"6"0,0 4 0,0 5 0,0 3 0,0 1 0,0 2 0,0 0 0,4-4 0,2-10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24575,'0'-5'0,"4"0"0,1 4 0,4 2 0,1 1-8191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149 9 24575,'-21'-4'0,"20"3"0,0 0 0,0 1 0,0-1 0,0 1 0,0 0 0,0-1 0,0 1 0,0 0 0,0 0 0,-1-1 0,1 1 0,0 0 0,0 0 0,0 0 0,0 0 0,-1 1 0,1-1 0,0 0 0,0 0 0,0 1 0,0-1 0,0 1 0,0-1 0,0 1 0,0-1 0,0 1 0,0 0 0,0-1 0,0 1 0,0 0 0,0 0 0,1 0 0,-1 0 0,0-1 0,1 1 0,-1 0 0,0 0 0,1 0 0,-1 2 0,-2 5 0,0-1 0,1 0 0,0 0 0,1 1 0,-1 0 0,1-1 0,1 1 0,-1-1 0,2 1 0,1 15 0,-1-14 0,-1 0 0,0 0 0,0 0 0,0-1 0,-1 1 0,-1 0 0,-2 9 0,4-17 4,0 0 0,0 0-1,-1 0 1,1 0 0,0 0 0,-1 0-1,1 0 1,-1 0 0,0-1 0,1 1-1,-1 0 1,1 0 0,-1 0 0,0-1-1,0 1 1,0 0 0,1-1 0,-1 1-1,0-1 1,0 1 0,0-1 0,0 1-1,0-1 1,0 1 0,0-1 0,0 0-1,0 0 1,0 0 0,0 1 0,0-1-1,-2 0 1,0-1-169,0 0 0,-1 0 0,1 0 0,0 0 0,0-1 0,0 1 0,0-1 0,-4-3 0,-6-4-6661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9:53:53.6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1 125 24575,'13'-2'0,"0"0"0,-1-1 0,1 0 0,-1-1 0,1 0 0,17-10 0,7-1 0,13-13 0,-48 27 0,-1 0 0,1-1 0,0 1 0,-1-1 0,0 1 0,1-1 0,-1 0 0,0 1 0,0-1 0,1 0 0,0-3 0,-2 5 0,0-1 0,0 0 0,0 0 0,0 0 0,0 0 0,0 1 0,0-1 0,0 0 0,0 0 0,0 0 0,0 1 0,-1-1 0,1 0 0,0 0 0,-1 0 0,1 1 0,0-1 0,-1 0 0,1 1 0,-1-1 0,1 0 0,-1 1 0,0-1 0,1 1 0,-1-1 0,1 0 0,-1 1 0,0 0 0,-1-1 0,-1-1 0,0 1 0,-1 0 0,1 0 0,-1 0 0,1 1 0,-1-1 0,1 1 0,-1 0 0,0 0 0,1 0 0,-1 1 0,1-1 0,-1 1 0,1 0 0,-1 0 0,1 0 0,0 0 0,-1 1 0,1-1 0,0 1 0,0 0 0,0 0 0,0 0 0,0 0 0,1 0 0,-1 1 0,-4 4 0,5-5 0,0 0 0,1 0 0,-1 0 0,0 1 0,1-1 0,-1 1 0,1-1 0,0 1 0,0-1 0,0 1 0,0-1 0,0 1 0,0 0 0,1 0 0,-1 4 0,1-5 0,0 0 0,1 0 0,-1 0 0,1 0 0,-1 0 0,1 0 0,0 0 0,0-1 0,0 1 0,0 0 0,0-1 0,0 1 0,0 0 0,1-1 0,-1 1 0,1-1 0,-1 0 0,1 1 0,-1-1 0,1 0 0,0 0 0,-1 0 0,1 0 0,3 1 0,6 1-97,1 1-1,-1-2 1,1 1-1,-1-2 1,1 1-1,-1-2 1,1 0-1,0 0 1,0-1-1,-1 0 1,1-1-1,-1 0 0,23-8 1,-6-1-6729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BBD19-9D27-4423-8C2A-566AA19CC388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18B9-B607-47D5-A964-24EA6499A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8B9-B607-47D5-A964-24EA6499A0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5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.png"/><Relationship Id="rId10" Type="http://schemas.openxmlformats.org/officeDocument/2006/relationships/image" Target="../media/image5.png"/><Relationship Id="rId9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.png"/><Relationship Id="rId10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.png"/><Relationship Id="rId10" Type="http://schemas.openxmlformats.org/officeDocument/2006/relationships/image" Target="../media/image8.png"/><Relationship Id="rId9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.xml"/><Relationship Id="rId21" Type="http://schemas.openxmlformats.org/officeDocument/2006/relationships/image" Target="../media/image10.png"/><Relationship Id="rId42" Type="http://schemas.openxmlformats.org/officeDocument/2006/relationships/customXml" Target="../ink/ink29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42.xml"/><Relationship Id="rId84" Type="http://schemas.openxmlformats.org/officeDocument/2006/relationships/customXml" Target="../ink/ink50.xml"/><Relationship Id="rId89" Type="http://schemas.openxmlformats.org/officeDocument/2006/relationships/image" Target="../media/image52.png"/><Relationship Id="rId7" Type="http://schemas.openxmlformats.org/officeDocument/2006/relationships/image" Target="../media/image13.png"/><Relationship Id="rId71" Type="http://schemas.openxmlformats.org/officeDocument/2006/relationships/image" Target="../media/image43.png"/><Relationship Id="rId92" Type="http://schemas.openxmlformats.org/officeDocument/2006/relationships/customXml" Target="../ink/ink54.xml"/><Relationship Id="rId2" Type="http://schemas.openxmlformats.org/officeDocument/2006/relationships/customXml" Target="../ink/ink9.xml"/><Relationship Id="rId16" Type="http://schemas.openxmlformats.org/officeDocument/2006/relationships/customXml" Target="../ink/ink16.xml"/><Relationship Id="rId29" Type="http://schemas.openxmlformats.org/officeDocument/2006/relationships/image" Target="../media/image22.png"/><Relationship Id="rId11" Type="http://schemas.openxmlformats.org/officeDocument/2006/relationships/image" Target="../media/image15.png"/><Relationship Id="rId24" Type="http://schemas.openxmlformats.org/officeDocument/2006/relationships/customXml" Target="../ink/ink20.xml"/><Relationship Id="rId32" Type="http://schemas.openxmlformats.org/officeDocument/2006/relationships/customXml" Target="../ink/ink24.xml"/><Relationship Id="rId37" Type="http://schemas.openxmlformats.org/officeDocument/2006/relationships/image" Target="../media/image26.png"/><Relationship Id="rId40" Type="http://schemas.openxmlformats.org/officeDocument/2006/relationships/customXml" Target="../ink/ink28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8" Type="http://schemas.openxmlformats.org/officeDocument/2006/relationships/customXml" Target="../ink/ink37.xml"/><Relationship Id="rId66" Type="http://schemas.openxmlformats.org/officeDocument/2006/relationships/customXml" Target="../ink/ink41.xml"/><Relationship Id="rId74" Type="http://schemas.openxmlformats.org/officeDocument/2006/relationships/customXml" Target="../ink/ink45.xml"/><Relationship Id="rId79" Type="http://schemas.openxmlformats.org/officeDocument/2006/relationships/image" Target="../media/image47.png"/><Relationship Id="rId87" Type="http://schemas.openxmlformats.org/officeDocument/2006/relationships/image" Target="../media/image51.png"/><Relationship Id="rId102" Type="http://schemas.openxmlformats.org/officeDocument/2006/relationships/customXml" Target="../ink/ink59.xml"/><Relationship Id="rId5" Type="http://schemas.openxmlformats.org/officeDocument/2006/relationships/image" Target="../media/image12.png"/><Relationship Id="rId61" Type="http://schemas.openxmlformats.org/officeDocument/2006/relationships/image" Target="../media/image38.png"/><Relationship Id="rId82" Type="http://schemas.openxmlformats.org/officeDocument/2006/relationships/customXml" Target="../ink/ink49.xml"/><Relationship Id="rId90" Type="http://schemas.openxmlformats.org/officeDocument/2006/relationships/customXml" Target="../ink/ink53.xml"/><Relationship Id="rId95" Type="http://schemas.openxmlformats.org/officeDocument/2006/relationships/image" Target="../media/image55.png"/><Relationship Id="rId19" Type="http://schemas.openxmlformats.org/officeDocument/2006/relationships/image" Target="../media/image9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21.png"/><Relationship Id="rId30" Type="http://schemas.openxmlformats.org/officeDocument/2006/relationships/customXml" Target="../ink/ink23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32.xml"/><Relationship Id="rId56" Type="http://schemas.openxmlformats.org/officeDocument/2006/relationships/customXml" Target="../ink/ink36.xml"/><Relationship Id="rId64" Type="http://schemas.openxmlformats.org/officeDocument/2006/relationships/customXml" Target="../ink/ink40.xml"/><Relationship Id="rId69" Type="http://schemas.openxmlformats.org/officeDocument/2006/relationships/image" Target="../media/image42.png"/><Relationship Id="rId77" Type="http://schemas.openxmlformats.org/officeDocument/2006/relationships/image" Target="../media/image46.png"/><Relationship Id="rId100" Type="http://schemas.openxmlformats.org/officeDocument/2006/relationships/customXml" Target="../ink/ink58.xml"/><Relationship Id="rId8" Type="http://schemas.openxmlformats.org/officeDocument/2006/relationships/customXml" Target="../ink/ink12.xml"/><Relationship Id="rId51" Type="http://schemas.openxmlformats.org/officeDocument/2006/relationships/image" Target="../media/image33.png"/><Relationship Id="rId72" Type="http://schemas.openxmlformats.org/officeDocument/2006/relationships/customXml" Target="../ink/ink44.xml"/><Relationship Id="rId80" Type="http://schemas.openxmlformats.org/officeDocument/2006/relationships/customXml" Target="../ink/ink48.xml"/><Relationship Id="rId85" Type="http://schemas.openxmlformats.org/officeDocument/2006/relationships/image" Target="../media/image50.png"/><Relationship Id="rId93" Type="http://schemas.openxmlformats.org/officeDocument/2006/relationships/image" Target="../media/image54.png"/><Relationship Id="rId98" Type="http://schemas.openxmlformats.org/officeDocument/2006/relationships/customXml" Target="../ink/ink57.xml"/><Relationship Id="rId3" Type="http://schemas.openxmlformats.org/officeDocument/2006/relationships/image" Target="../media/image11.png"/><Relationship Id="rId12" Type="http://schemas.openxmlformats.org/officeDocument/2006/relationships/customXml" Target="../ink/ink14.xml"/><Relationship Id="rId17" Type="http://schemas.openxmlformats.org/officeDocument/2006/relationships/image" Target="../media/image18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27.xml"/><Relationship Id="rId46" Type="http://schemas.openxmlformats.org/officeDocument/2006/relationships/customXml" Target="../ink/ink31.xml"/><Relationship Id="rId59" Type="http://schemas.openxmlformats.org/officeDocument/2006/relationships/image" Target="../media/image37.png"/><Relationship Id="rId67" Type="http://schemas.openxmlformats.org/officeDocument/2006/relationships/image" Target="../media/image41.png"/><Relationship Id="rId103" Type="http://schemas.openxmlformats.org/officeDocument/2006/relationships/image" Target="../media/image59.png"/><Relationship Id="rId20" Type="http://schemas.openxmlformats.org/officeDocument/2006/relationships/customXml" Target="../ink/ink18.xml"/><Relationship Id="rId41" Type="http://schemas.openxmlformats.org/officeDocument/2006/relationships/image" Target="../media/image28.png"/><Relationship Id="rId54" Type="http://schemas.openxmlformats.org/officeDocument/2006/relationships/customXml" Target="../ink/ink35.xml"/><Relationship Id="rId62" Type="http://schemas.openxmlformats.org/officeDocument/2006/relationships/customXml" Target="../ink/ink39.xml"/><Relationship Id="rId70" Type="http://schemas.openxmlformats.org/officeDocument/2006/relationships/customXml" Target="../ink/ink43.xml"/><Relationship Id="rId75" Type="http://schemas.openxmlformats.org/officeDocument/2006/relationships/image" Target="../media/image45.png"/><Relationship Id="rId83" Type="http://schemas.openxmlformats.org/officeDocument/2006/relationships/image" Target="../media/image49.png"/><Relationship Id="rId88" Type="http://schemas.openxmlformats.org/officeDocument/2006/relationships/customXml" Target="../ink/ink52.xml"/><Relationship Id="rId91" Type="http://schemas.openxmlformats.org/officeDocument/2006/relationships/image" Target="../media/image53.png"/><Relationship Id="rId96" Type="http://schemas.openxmlformats.org/officeDocument/2006/relationships/customXml" Target="../ink/ink5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15" Type="http://schemas.openxmlformats.org/officeDocument/2006/relationships/image" Target="../media/image17.png"/><Relationship Id="rId23" Type="http://schemas.openxmlformats.org/officeDocument/2006/relationships/image" Target="../media/image19.png"/><Relationship Id="rId28" Type="http://schemas.openxmlformats.org/officeDocument/2006/relationships/customXml" Target="../ink/ink22.xml"/><Relationship Id="rId36" Type="http://schemas.openxmlformats.org/officeDocument/2006/relationships/customXml" Target="../ink/ink26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13.xml"/><Relationship Id="rId31" Type="http://schemas.openxmlformats.org/officeDocument/2006/relationships/image" Target="../media/image23.png"/><Relationship Id="rId44" Type="http://schemas.openxmlformats.org/officeDocument/2006/relationships/customXml" Target="../ink/ink30.xml"/><Relationship Id="rId52" Type="http://schemas.openxmlformats.org/officeDocument/2006/relationships/customXml" Target="../ink/ink34.xml"/><Relationship Id="rId60" Type="http://schemas.openxmlformats.org/officeDocument/2006/relationships/customXml" Target="../ink/ink38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47.xml"/><Relationship Id="rId81" Type="http://schemas.openxmlformats.org/officeDocument/2006/relationships/image" Target="../media/image48.png"/><Relationship Id="rId86" Type="http://schemas.openxmlformats.org/officeDocument/2006/relationships/customXml" Target="../ink/ink51.xml"/><Relationship Id="rId94" Type="http://schemas.openxmlformats.org/officeDocument/2006/relationships/customXml" Target="../ink/ink55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4" Type="http://schemas.openxmlformats.org/officeDocument/2006/relationships/customXml" Target="../ink/ink10.xml"/><Relationship Id="rId9" Type="http://schemas.openxmlformats.org/officeDocument/2006/relationships/image" Target="../media/image14.png"/><Relationship Id="rId13" Type="http://schemas.openxmlformats.org/officeDocument/2006/relationships/image" Target="../media/image16.png"/><Relationship Id="rId18" Type="http://schemas.openxmlformats.org/officeDocument/2006/relationships/customXml" Target="../ink/ink17.xml"/><Relationship Id="rId39" Type="http://schemas.openxmlformats.org/officeDocument/2006/relationships/image" Target="../media/image27.png"/><Relationship Id="rId34" Type="http://schemas.openxmlformats.org/officeDocument/2006/relationships/customXml" Target="../ink/ink25.xml"/><Relationship Id="rId50" Type="http://schemas.openxmlformats.org/officeDocument/2006/relationships/customXml" Target="../ink/ink33.xml"/><Relationship Id="rId55" Type="http://schemas.openxmlformats.org/officeDocument/2006/relationships/image" Target="../media/image35.png"/><Relationship Id="rId76" Type="http://schemas.openxmlformats.org/officeDocument/2006/relationships/customXml" Target="../ink/ink46.xml"/><Relationship Id="rId97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.xml"/><Relationship Id="rId21" Type="http://schemas.openxmlformats.org/officeDocument/2006/relationships/image" Target="../media/image76.png"/><Relationship Id="rId42" Type="http://schemas.openxmlformats.org/officeDocument/2006/relationships/customXml" Target="../ink/ink80.xml"/><Relationship Id="rId47" Type="http://schemas.openxmlformats.org/officeDocument/2006/relationships/image" Target="../media/image28.png"/><Relationship Id="rId63" Type="http://schemas.openxmlformats.org/officeDocument/2006/relationships/image" Target="../media/image36.png"/><Relationship Id="rId68" Type="http://schemas.openxmlformats.org/officeDocument/2006/relationships/customXml" Target="../ink/ink93.xml"/><Relationship Id="rId84" Type="http://schemas.openxmlformats.org/officeDocument/2006/relationships/customXml" Target="../ink/ink101.xml"/><Relationship Id="rId89" Type="http://schemas.openxmlformats.org/officeDocument/2006/relationships/image" Target="../media/image49.png"/><Relationship Id="rId2" Type="http://schemas.openxmlformats.org/officeDocument/2006/relationships/customXml" Target="../ink/ink60.xml"/><Relationship Id="rId16" Type="http://schemas.openxmlformats.org/officeDocument/2006/relationships/customXml" Target="../ink/ink67.xml"/><Relationship Id="rId29" Type="http://schemas.openxmlformats.org/officeDocument/2006/relationships/image" Target="../media/image19.png"/><Relationship Id="rId107" Type="http://schemas.openxmlformats.org/officeDocument/2006/relationships/image" Target="../media/image58.png"/><Relationship Id="rId11" Type="http://schemas.openxmlformats.org/officeDocument/2006/relationships/image" Target="../media/image71.png"/><Relationship Id="rId24" Type="http://schemas.openxmlformats.org/officeDocument/2006/relationships/customXml" Target="../ink/ink71.xml"/><Relationship Id="rId32" Type="http://schemas.openxmlformats.org/officeDocument/2006/relationships/customXml" Target="../ink/ink75.xml"/><Relationship Id="rId37" Type="http://schemas.openxmlformats.org/officeDocument/2006/relationships/image" Target="../media/image23.png"/><Relationship Id="rId40" Type="http://schemas.openxmlformats.org/officeDocument/2006/relationships/customXml" Target="../ink/ink79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8" Type="http://schemas.openxmlformats.org/officeDocument/2006/relationships/customXml" Target="../ink/ink88.xml"/><Relationship Id="rId66" Type="http://schemas.openxmlformats.org/officeDocument/2006/relationships/customXml" Target="../ink/ink92.xml"/><Relationship Id="rId74" Type="http://schemas.openxmlformats.org/officeDocument/2006/relationships/customXml" Target="../ink/ink96.xml"/><Relationship Id="rId79" Type="http://schemas.openxmlformats.org/officeDocument/2006/relationships/image" Target="../media/image44.png"/><Relationship Id="rId87" Type="http://schemas.openxmlformats.org/officeDocument/2006/relationships/image" Target="../media/image48.png"/><Relationship Id="rId102" Type="http://schemas.openxmlformats.org/officeDocument/2006/relationships/customXml" Target="../ink/ink110.xml"/><Relationship Id="rId5" Type="http://schemas.openxmlformats.org/officeDocument/2006/relationships/image" Target="../media/image69.png"/><Relationship Id="rId61" Type="http://schemas.openxmlformats.org/officeDocument/2006/relationships/image" Target="../media/image35.png"/><Relationship Id="rId82" Type="http://schemas.openxmlformats.org/officeDocument/2006/relationships/customXml" Target="../ink/ink100.xml"/><Relationship Id="rId90" Type="http://schemas.openxmlformats.org/officeDocument/2006/relationships/customXml" Target="../ink/ink104.xml"/><Relationship Id="rId95" Type="http://schemas.openxmlformats.org/officeDocument/2006/relationships/image" Target="../media/image52.png"/><Relationship Id="rId19" Type="http://schemas.openxmlformats.org/officeDocument/2006/relationships/image" Target="../media/image75.png"/><Relationship Id="rId14" Type="http://schemas.openxmlformats.org/officeDocument/2006/relationships/customXml" Target="../ink/ink66.xml"/><Relationship Id="rId22" Type="http://schemas.openxmlformats.org/officeDocument/2006/relationships/customXml" Target="../ink/ink70.xml"/><Relationship Id="rId27" Type="http://schemas.openxmlformats.org/officeDocument/2006/relationships/image" Target="../media/image10.png"/><Relationship Id="rId30" Type="http://schemas.openxmlformats.org/officeDocument/2006/relationships/customXml" Target="../ink/ink74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83.xml"/><Relationship Id="rId56" Type="http://schemas.openxmlformats.org/officeDocument/2006/relationships/customXml" Target="../ink/ink87.xml"/><Relationship Id="rId64" Type="http://schemas.openxmlformats.org/officeDocument/2006/relationships/customXml" Target="../ink/ink91.xml"/><Relationship Id="rId69" Type="http://schemas.openxmlformats.org/officeDocument/2006/relationships/image" Target="../media/image39.png"/><Relationship Id="rId77" Type="http://schemas.openxmlformats.org/officeDocument/2006/relationships/image" Target="../media/image43.png"/><Relationship Id="rId100" Type="http://schemas.openxmlformats.org/officeDocument/2006/relationships/customXml" Target="../ink/ink109.xml"/><Relationship Id="rId105" Type="http://schemas.openxmlformats.org/officeDocument/2006/relationships/image" Target="../media/image57.png"/><Relationship Id="rId8" Type="http://schemas.openxmlformats.org/officeDocument/2006/relationships/customXml" Target="../ink/ink63.xml"/><Relationship Id="rId51" Type="http://schemas.openxmlformats.org/officeDocument/2006/relationships/image" Target="../media/image30.png"/><Relationship Id="rId72" Type="http://schemas.openxmlformats.org/officeDocument/2006/relationships/customXml" Target="../ink/ink95.xml"/><Relationship Id="rId80" Type="http://schemas.openxmlformats.org/officeDocument/2006/relationships/customXml" Target="../ink/ink99.xml"/><Relationship Id="rId85" Type="http://schemas.openxmlformats.org/officeDocument/2006/relationships/image" Target="../media/image47.png"/><Relationship Id="rId93" Type="http://schemas.openxmlformats.org/officeDocument/2006/relationships/image" Target="../media/image51.png"/><Relationship Id="rId98" Type="http://schemas.openxmlformats.org/officeDocument/2006/relationships/customXml" Target="../ink/ink108.xml"/><Relationship Id="rId3" Type="http://schemas.openxmlformats.org/officeDocument/2006/relationships/image" Target="../media/image68.png"/><Relationship Id="rId12" Type="http://schemas.openxmlformats.org/officeDocument/2006/relationships/customXml" Target="../ink/ink65.xml"/><Relationship Id="rId17" Type="http://schemas.openxmlformats.org/officeDocument/2006/relationships/image" Target="../media/image74.png"/><Relationship Id="rId25" Type="http://schemas.openxmlformats.org/officeDocument/2006/relationships/image" Target="../media/image9.png"/><Relationship Id="rId33" Type="http://schemas.openxmlformats.org/officeDocument/2006/relationships/image" Target="../media/image21.png"/><Relationship Id="rId38" Type="http://schemas.openxmlformats.org/officeDocument/2006/relationships/customXml" Target="../ink/ink78.xml"/><Relationship Id="rId46" Type="http://schemas.openxmlformats.org/officeDocument/2006/relationships/customXml" Target="../ink/ink82.xml"/><Relationship Id="rId59" Type="http://schemas.openxmlformats.org/officeDocument/2006/relationships/image" Target="../media/image34.png"/><Relationship Id="rId67" Type="http://schemas.openxmlformats.org/officeDocument/2006/relationships/image" Target="../media/image38.png"/><Relationship Id="rId103" Type="http://schemas.openxmlformats.org/officeDocument/2006/relationships/image" Target="../media/image56.png"/><Relationship Id="rId108" Type="http://schemas.openxmlformats.org/officeDocument/2006/relationships/customXml" Target="../ink/ink113.xml"/><Relationship Id="rId20" Type="http://schemas.openxmlformats.org/officeDocument/2006/relationships/customXml" Target="../ink/ink69.xml"/><Relationship Id="rId41" Type="http://schemas.openxmlformats.org/officeDocument/2006/relationships/image" Target="../media/image25.png"/><Relationship Id="rId54" Type="http://schemas.openxmlformats.org/officeDocument/2006/relationships/customXml" Target="../ink/ink86.xml"/><Relationship Id="rId62" Type="http://schemas.openxmlformats.org/officeDocument/2006/relationships/customXml" Target="../ink/ink90.xml"/><Relationship Id="rId70" Type="http://schemas.openxmlformats.org/officeDocument/2006/relationships/customXml" Target="../ink/ink94.xml"/><Relationship Id="rId75" Type="http://schemas.openxmlformats.org/officeDocument/2006/relationships/image" Target="../media/image42.png"/><Relationship Id="rId83" Type="http://schemas.openxmlformats.org/officeDocument/2006/relationships/image" Target="../media/image46.png"/><Relationship Id="rId88" Type="http://schemas.openxmlformats.org/officeDocument/2006/relationships/customXml" Target="../ink/ink103.xml"/><Relationship Id="rId91" Type="http://schemas.openxmlformats.org/officeDocument/2006/relationships/image" Target="../media/image50.png"/><Relationship Id="rId96" Type="http://schemas.openxmlformats.org/officeDocument/2006/relationships/customXml" Target="../ink/ink10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2.xml"/><Relationship Id="rId15" Type="http://schemas.openxmlformats.org/officeDocument/2006/relationships/image" Target="../media/image73.png"/><Relationship Id="rId23" Type="http://schemas.openxmlformats.org/officeDocument/2006/relationships/image" Target="../media/image77.png"/><Relationship Id="rId28" Type="http://schemas.openxmlformats.org/officeDocument/2006/relationships/customXml" Target="../ink/ink73.xml"/><Relationship Id="rId36" Type="http://schemas.openxmlformats.org/officeDocument/2006/relationships/customXml" Target="../ink/ink77.xml"/><Relationship Id="rId49" Type="http://schemas.openxmlformats.org/officeDocument/2006/relationships/image" Target="../media/image29.png"/><Relationship Id="rId57" Type="http://schemas.openxmlformats.org/officeDocument/2006/relationships/image" Target="../media/image33.png"/><Relationship Id="rId106" Type="http://schemas.openxmlformats.org/officeDocument/2006/relationships/customXml" Target="../ink/ink112.xml"/><Relationship Id="rId10" Type="http://schemas.openxmlformats.org/officeDocument/2006/relationships/customXml" Target="../ink/ink64.xml"/><Relationship Id="rId31" Type="http://schemas.openxmlformats.org/officeDocument/2006/relationships/image" Target="../media/image20.png"/><Relationship Id="rId44" Type="http://schemas.openxmlformats.org/officeDocument/2006/relationships/customXml" Target="../ink/ink81.xml"/><Relationship Id="rId52" Type="http://schemas.openxmlformats.org/officeDocument/2006/relationships/customXml" Target="../ink/ink85.xml"/><Relationship Id="rId60" Type="http://schemas.openxmlformats.org/officeDocument/2006/relationships/customXml" Target="../ink/ink89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98.xml"/><Relationship Id="rId81" Type="http://schemas.openxmlformats.org/officeDocument/2006/relationships/image" Target="../media/image45.png"/><Relationship Id="rId86" Type="http://schemas.openxmlformats.org/officeDocument/2006/relationships/customXml" Target="../ink/ink102.xml"/><Relationship Id="rId94" Type="http://schemas.openxmlformats.org/officeDocument/2006/relationships/customXml" Target="../ink/ink106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4" Type="http://schemas.openxmlformats.org/officeDocument/2006/relationships/customXml" Target="../ink/ink61.xml"/><Relationship Id="rId9" Type="http://schemas.openxmlformats.org/officeDocument/2006/relationships/image" Target="../media/image70.png"/><Relationship Id="rId13" Type="http://schemas.openxmlformats.org/officeDocument/2006/relationships/image" Target="../media/image72.png"/><Relationship Id="rId18" Type="http://schemas.openxmlformats.org/officeDocument/2006/relationships/customXml" Target="../ink/ink68.xml"/><Relationship Id="rId39" Type="http://schemas.openxmlformats.org/officeDocument/2006/relationships/image" Target="../media/image24.png"/><Relationship Id="rId109" Type="http://schemas.openxmlformats.org/officeDocument/2006/relationships/image" Target="../media/image59.png"/><Relationship Id="rId34" Type="http://schemas.openxmlformats.org/officeDocument/2006/relationships/customXml" Target="../ink/ink76.xml"/><Relationship Id="rId50" Type="http://schemas.openxmlformats.org/officeDocument/2006/relationships/customXml" Target="../ink/ink84.xml"/><Relationship Id="rId55" Type="http://schemas.openxmlformats.org/officeDocument/2006/relationships/image" Target="../media/image32.png"/><Relationship Id="rId76" Type="http://schemas.openxmlformats.org/officeDocument/2006/relationships/customXml" Target="../ink/ink97.xml"/><Relationship Id="rId97" Type="http://schemas.openxmlformats.org/officeDocument/2006/relationships/image" Target="../media/image53.png"/><Relationship Id="rId104" Type="http://schemas.openxmlformats.org/officeDocument/2006/relationships/customXml" Target="../ink/ink111.xml"/><Relationship Id="rId7" Type="http://schemas.openxmlformats.org/officeDocument/2006/relationships/image" Target="../media/image13.png"/><Relationship Id="rId71" Type="http://schemas.openxmlformats.org/officeDocument/2006/relationships/image" Target="../media/image40.png"/><Relationship Id="rId92" Type="http://schemas.openxmlformats.org/officeDocument/2006/relationships/customXml" Target="../ink/ink105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6.xml"/><Relationship Id="rId21" Type="http://schemas.openxmlformats.org/officeDocument/2006/relationships/image" Target="../media/image79.png"/><Relationship Id="rId42" Type="http://schemas.openxmlformats.org/officeDocument/2006/relationships/customXml" Target="../ink/ink134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147.xml"/><Relationship Id="rId84" Type="http://schemas.openxmlformats.org/officeDocument/2006/relationships/customXml" Target="../ink/ink155.xml"/><Relationship Id="rId89" Type="http://schemas.openxmlformats.org/officeDocument/2006/relationships/image" Target="../media/image46.png"/><Relationship Id="rId112" Type="http://schemas.openxmlformats.org/officeDocument/2006/relationships/customXml" Target="../ink/ink169.xml"/><Relationship Id="rId16" Type="http://schemas.openxmlformats.org/officeDocument/2006/relationships/customXml" Target="../ink/ink121.xml"/><Relationship Id="rId107" Type="http://schemas.openxmlformats.org/officeDocument/2006/relationships/image" Target="../media/image55.png"/><Relationship Id="rId11" Type="http://schemas.openxmlformats.org/officeDocument/2006/relationships/image" Target="../media/image71.png"/><Relationship Id="rId24" Type="http://schemas.openxmlformats.org/officeDocument/2006/relationships/customXml" Target="../ink/ink125.xml"/><Relationship Id="rId32" Type="http://schemas.openxmlformats.org/officeDocument/2006/relationships/customXml" Target="../ink/ink129.xml"/><Relationship Id="rId37" Type="http://schemas.openxmlformats.org/officeDocument/2006/relationships/image" Target="../media/image20.png"/><Relationship Id="rId40" Type="http://schemas.openxmlformats.org/officeDocument/2006/relationships/customXml" Target="../ink/ink133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142.xml"/><Relationship Id="rId66" Type="http://schemas.openxmlformats.org/officeDocument/2006/relationships/customXml" Target="../ink/ink146.xml"/><Relationship Id="rId74" Type="http://schemas.openxmlformats.org/officeDocument/2006/relationships/customXml" Target="../ink/ink150.xml"/><Relationship Id="rId79" Type="http://schemas.openxmlformats.org/officeDocument/2006/relationships/image" Target="../media/image41.png"/><Relationship Id="rId87" Type="http://schemas.openxmlformats.org/officeDocument/2006/relationships/image" Target="../media/image45.png"/><Relationship Id="rId102" Type="http://schemas.openxmlformats.org/officeDocument/2006/relationships/customXml" Target="../ink/ink164.xml"/><Relationship Id="rId110" Type="http://schemas.openxmlformats.org/officeDocument/2006/relationships/customXml" Target="../ink/ink168.xml"/><Relationship Id="rId115" Type="http://schemas.openxmlformats.org/officeDocument/2006/relationships/image" Target="../media/image59.png"/><Relationship Id="rId5" Type="http://schemas.openxmlformats.org/officeDocument/2006/relationships/image" Target="../media/image69.png"/><Relationship Id="rId61" Type="http://schemas.openxmlformats.org/officeDocument/2006/relationships/image" Target="../media/image32.png"/><Relationship Id="rId82" Type="http://schemas.openxmlformats.org/officeDocument/2006/relationships/customXml" Target="../ink/ink154.xml"/><Relationship Id="rId90" Type="http://schemas.openxmlformats.org/officeDocument/2006/relationships/customXml" Target="../ink/ink158.xml"/><Relationship Id="rId95" Type="http://schemas.openxmlformats.org/officeDocument/2006/relationships/image" Target="../media/image49.png"/><Relationship Id="rId19" Type="http://schemas.openxmlformats.org/officeDocument/2006/relationships/image" Target="../media/image78.png"/><Relationship Id="rId14" Type="http://schemas.openxmlformats.org/officeDocument/2006/relationships/customXml" Target="../ink/ink120.xml"/><Relationship Id="rId22" Type="http://schemas.openxmlformats.org/officeDocument/2006/relationships/customXml" Target="../ink/ink124.xml"/><Relationship Id="rId27" Type="http://schemas.openxmlformats.org/officeDocument/2006/relationships/image" Target="../media/image82.png"/><Relationship Id="rId30" Type="http://schemas.openxmlformats.org/officeDocument/2006/relationships/customXml" Target="../ink/ink128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137.xml"/><Relationship Id="rId56" Type="http://schemas.openxmlformats.org/officeDocument/2006/relationships/customXml" Target="../ink/ink141.xml"/><Relationship Id="rId64" Type="http://schemas.openxmlformats.org/officeDocument/2006/relationships/customXml" Target="../ink/ink145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100" Type="http://schemas.openxmlformats.org/officeDocument/2006/relationships/customXml" Target="../ink/ink163.xml"/><Relationship Id="rId105" Type="http://schemas.openxmlformats.org/officeDocument/2006/relationships/image" Target="../media/image54.png"/><Relationship Id="rId113" Type="http://schemas.openxmlformats.org/officeDocument/2006/relationships/image" Target="../media/image58.png"/><Relationship Id="rId8" Type="http://schemas.openxmlformats.org/officeDocument/2006/relationships/customXml" Target="../ink/ink117.xml"/><Relationship Id="rId51" Type="http://schemas.openxmlformats.org/officeDocument/2006/relationships/image" Target="../media/image27.png"/><Relationship Id="rId72" Type="http://schemas.openxmlformats.org/officeDocument/2006/relationships/customXml" Target="../ink/ink149.xml"/><Relationship Id="rId80" Type="http://schemas.openxmlformats.org/officeDocument/2006/relationships/customXml" Target="../ink/ink153.xml"/><Relationship Id="rId85" Type="http://schemas.openxmlformats.org/officeDocument/2006/relationships/image" Target="../media/image44.png"/><Relationship Id="rId93" Type="http://schemas.openxmlformats.org/officeDocument/2006/relationships/image" Target="../media/image48.png"/><Relationship Id="rId98" Type="http://schemas.openxmlformats.org/officeDocument/2006/relationships/customXml" Target="../ink/ink162.xml"/><Relationship Id="rId3" Type="http://schemas.openxmlformats.org/officeDocument/2006/relationships/image" Target="../media/image68.png"/><Relationship Id="rId12" Type="http://schemas.openxmlformats.org/officeDocument/2006/relationships/customXml" Target="../ink/ink119.xml"/><Relationship Id="rId17" Type="http://schemas.openxmlformats.org/officeDocument/2006/relationships/image" Target="../media/image74.png"/><Relationship Id="rId25" Type="http://schemas.openxmlformats.org/officeDocument/2006/relationships/image" Target="../media/image81.png"/><Relationship Id="rId33" Type="http://schemas.openxmlformats.org/officeDocument/2006/relationships/image" Target="../media/image10.png"/><Relationship Id="rId38" Type="http://schemas.openxmlformats.org/officeDocument/2006/relationships/customXml" Target="../ink/ink132.xml"/><Relationship Id="rId46" Type="http://schemas.openxmlformats.org/officeDocument/2006/relationships/customXml" Target="../ink/ink136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103" Type="http://schemas.openxmlformats.org/officeDocument/2006/relationships/image" Target="../media/image53.png"/><Relationship Id="rId108" Type="http://schemas.openxmlformats.org/officeDocument/2006/relationships/customXml" Target="../ink/ink167.xml"/><Relationship Id="rId20" Type="http://schemas.openxmlformats.org/officeDocument/2006/relationships/customXml" Target="../ink/ink123.xml"/><Relationship Id="rId41" Type="http://schemas.openxmlformats.org/officeDocument/2006/relationships/image" Target="../media/image22.png"/><Relationship Id="rId54" Type="http://schemas.openxmlformats.org/officeDocument/2006/relationships/customXml" Target="../ink/ink140.xml"/><Relationship Id="rId62" Type="http://schemas.openxmlformats.org/officeDocument/2006/relationships/customXml" Target="../ink/ink144.xml"/><Relationship Id="rId70" Type="http://schemas.openxmlformats.org/officeDocument/2006/relationships/customXml" Target="../ink/ink148.xml"/><Relationship Id="rId75" Type="http://schemas.openxmlformats.org/officeDocument/2006/relationships/image" Target="../media/image39.png"/><Relationship Id="rId83" Type="http://schemas.openxmlformats.org/officeDocument/2006/relationships/image" Target="../media/image43.png"/><Relationship Id="rId88" Type="http://schemas.openxmlformats.org/officeDocument/2006/relationships/customXml" Target="../ink/ink157.xml"/><Relationship Id="rId91" Type="http://schemas.openxmlformats.org/officeDocument/2006/relationships/image" Target="../media/image47.png"/><Relationship Id="rId96" Type="http://schemas.openxmlformats.org/officeDocument/2006/relationships/customXml" Target="../ink/ink161.xml"/><Relationship Id="rId111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6.xml"/><Relationship Id="rId15" Type="http://schemas.openxmlformats.org/officeDocument/2006/relationships/image" Target="../media/image73.png"/><Relationship Id="rId23" Type="http://schemas.openxmlformats.org/officeDocument/2006/relationships/image" Target="../media/image80.png"/><Relationship Id="rId28" Type="http://schemas.openxmlformats.org/officeDocument/2006/relationships/customXml" Target="../ink/ink127.xml"/><Relationship Id="rId36" Type="http://schemas.openxmlformats.org/officeDocument/2006/relationships/customXml" Target="../ink/ink131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6" Type="http://schemas.openxmlformats.org/officeDocument/2006/relationships/customXml" Target="../ink/ink166.xml"/><Relationship Id="rId114" Type="http://schemas.openxmlformats.org/officeDocument/2006/relationships/customXml" Target="../ink/ink170.xml"/><Relationship Id="rId10" Type="http://schemas.openxmlformats.org/officeDocument/2006/relationships/customXml" Target="../ink/ink118.xml"/><Relationship Id="rId31" Type="http://schemas.openxmlformats.org/officeDocument/2006/relationships/image" Target="../media/image9.png"/><Relationship Id="rId44" Type="http://schemas.openxmlformats.org/officeDocument/2006/relationships/customXml" Target="../ink/ink135.xml"/><Relationship Id="rId52" Type="http://schemas.openxmlformats.org/officeDocument/2006/relationships/customXml" Target="../ink/ink139.xml"/><Relationship Id="rId60" Type="http://schemas.openxmlformats.org/officeDocument/2006/relationships/customXml" Target="../ink/ink143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152.xml"/><Relationship Id="rId81" Type="http://schemas.openxmlformats.org/officeDocument/2006/relationships/image" Target="../media/image42.png"/><Relationship Id="rId86" Type="http://schemas.openxmlformats.org/officeDocument/2006/relationships/customXml" Target="../ink/ink156.xml"/><Relationship Id="rId94" Type="http://schemas.openxmlformats.org/officeDocument/2006/relationships/customXml" Target="../ink/ink160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4" Type="http://schemas.openxmlformats.org/officeDocument/2006/relationships/customXml" Target="../ink/ink115.xml"/><Relationship Id="rId9" Type="http://schemas.openxmlformats.org/officeDocument/2006/relationships/image" Target="../media/image70.png"/><Relationship Id="rId13" Type="http://schemas.openxmlformats.org/officeDocument/2006/relationships/image" Target="../media/image72.png"/><Relationship Id="rId18" Type="http://schemas.openxmlformats.org/officeDocument/2006/relationships/customXml" Target="../ink/ink122.xml"/><Relationship Id="rId39" Type="http://schemas.openxmlformats.org/officeDocument/2006/relationships/image" Target="../media/image21.png"/><Relationship Id="rId109" Type="http://schemas.openxmlformats.org/officeDocument/2006/relationships/image" Target="../media/image56.png"/><Relationship Id="rId34" Type="http://schemas.openxmlformats.org/officeDocument/2006/relationships/customXml" Target="../ink/ink130.xml"/><Relationship Id="rId50" Type="http://schemas.openxmlformats.org/officeDocument/2006/relationships/customXml" Target="../ink/ink138.xml"/><Relationship Id="rId55" Type="http://schemas.openxmlformats.org/officeDocument/2006/relationships/image" Target="../media/image29.png"/><Relationship Id="rId76" Type="http://schemas.openxmlformats.org/officeDocument/2006/relationships/customXml" Target="../ink/ink151.xml"/><Relationship Id="rId97" Type="http://schemas.openxmlformats.org/officeDocument/2006/relationships/image" Target="../media/image50.png"/><Relationship Id="rId104" Type="http://schemas.openxmlformats.org/officeDocument/2006/relationships/customXml" Target="../ink/ink165.xml"/><Relationship Id="rId7" Type="http://schemas.openxmlformats.org/officeDocument/2006/relationships/image" Target="../media/image13.png"/><Relationship Id="rId71" Type="http://schemas.openxmlformats.org/officeDocument/2006/relationships/image" Target="../media/image37.png"/><Relationship Id="rId92" Type="http://schemas.openxmlformats.org/officeDocument/2006/relationships/customXml" Target="../ink/ink159.xml"/><Relationship Id="rId2" Type="http://schemas.openxmlformats.org/officeDocument/2006/relationships/customXml" Target="../ink/ink114.xml"/><Relationship Id="rId29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3.xml"/><Relationship Id="rId117" Type="http://schemas.openxmlformats.org/officeDocument/2006/relationships/image" Target="../media/image58.png"/><Relationship Id="rId21" Type="http://schemas.openxmlformats.org/officeDocument/2006/relationships/image" Target="../media/image79.png"/><Relationship Id="rId42" Type="http://schemas.openxmlformats.org/officeDocument/2006/relationships/customXml" Target="../ink/ink19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204.xml"/><Relationship Id="rId84" Type="http://schemas.openxmlformats.org/officeDocument/2006/relationships/customXml" Target="../ink/ink212.xml"/><Relationship Id="rId89" Type="http://schemas.openxmlformats.org/officeDocument/2006/relationships/image" Target="../media/image44.png"/><Relationship Id="rId112" Type="http://schemas.openxmlformats.org/officeDocument/2006/relationships/customXml" Target="../ink/ink226.xml"/><Relationship Id="rId16" Type="http://schemas.openxmlformats.org/officeDocument/2006/relationships/customXml" Target="../ink/ink178.xml"/><Relationship Id="rId107" Type="http://schemas.openxmlformats.org/officeDocument/2006/relationships/image" Target="../media/image53.png"/><Relationship Id="rId11" Type="http://schemas.openxmlformats.org/officeDocument/2006/relationships/image" Target="../media/image71.png"/><Relationship Id="rId24" Type="http://schemas.openxmlformats.org/officeDocument/2006/relationships/customXml" Target="../ink/ink182.xml"/><Relationship Id="rId32" Type="http://schemas.openxmlformats.org/officeDocument/2006/relationships/customXml" Target="../ink/ink186.xml"/><Relationship Id="rId37" Type="http://schemas.openxmlformats.org/officeDocument/2006/relationships/image" Target="../media/image10.png"/><Relationship Id="rId40" Type="http://schemas.openxmlformats.org/officeDocument/2006/relationships/customXml" Target="../ink/ink19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199.xml"/><Relationship Id="rId66" Type="http://schemas.openxmlformats.org/officeDocument/2006/relationships/customXml" Target="../ink/ink203.xml"/><Relationship Id="rId74" Type="http://schemas.openxmlformats.org/officeDocument/2006/relationships/customXml" Target="../ink/ink207.xml"/><Relationship Id="rId79" Type="http://schemas.openxmlformats.org/officeDocument/2006/relationships/image" Target="../media/image39.png"/><Relationship Id="rId87" Type="http://schemas.openxmlformats.org/officeDocument/2006/relationships/image" Target="../media/image43.png"/><Relationship Id="rId102" Type="http://schemas.openxmlformats.org/officeDocument/2006/relationships/customXml" Target="../ink/ink221.xml"/><Relationship Id="rId110" Type="http://schemas.openxmlformats.org/officeDocument/2006/relationships/customXml" Target="../ink/ink225.xml"/><Relationship Id="rId115" Type="http://schemas.openxmlformats.org/officeDocument/2006/relationships/image" Target="../media/image57.png"/><Relationship Id="rId5" Type="http://schemas.openxmlformats.org/officeDocument/2006/relationships/image" Target="../media/image69.png"/><Relationship Id="rId61" Type="http://schemas.openxmlformats.org/officeDocument/2006/relationships/image" Target="../media/image30.png"/><Relationship Id="rId82" Type="http://schemas.openxmlformats.org/officeDocument/2006/relationships/customXml" Target="../ink/ink211.xml"/><Relationship Id="rId90" Type="http://schemas.openxmlformats.org/officeDocument/2006/relationships/customXml" Target="../ink/ink215.xml"/><Relationship Id="rId95" Type="http://schemas.openxmlformats.org/officeDocument/2006/relationships/image" Target="../media/image47.png"/><Relationship Id="rId19" Type="http://schemas.openxmlformats.org/officeDocument/2006/relationships/image" Target="../media/image78.png"/><Relationship Id="rId14" Type="http://schemas.openxmlformats.org/officeDocument/2006/relationships/customXml" Target="../ink/ink177.xml"/><Relationship Id="rId22" Type="http://schemas.openxmlformats.org/officeDocument/2006/relationships/customXml" Target="../ink/ink181.xml"/><Relationship Id="rId27" Type="http://schemas.openxmlformats.org/officeDocument/2006/relationships/image" Target="../media/image85.png"/><Relationship Id="rId30" Type="http://schemas.openxmlformats.org/officeDocument/2006/relationships/customXml" Target="../ink/ink185.xml"/><Relationship Id="rId35" Type="http://schemas.openxmlformats.org/officeDocument/2006/relationships/image" Target="../media/image9.png"/><Relationship Id="rId43" Type="http://schemas.openxmlformats.org/officeDocument/2006/relationships/image" Target="../media/image21.png"/><Relationship Id="rId48" Type="http://schemas.openxmlformats.org/officeDocument/2006/relationships/customXml" Target="../ink/ink194.xml"/><Relationship Id="rId56" Type="http://schemas.openxmlformats.org/officeDocument/2006/relationships/customXml" Target="../ink/ink198.xml"/><Relationship Id="rId64" Type="http://schemas.openxmlformats.org/officeDocument/2006/relationships/customXml" Target="../ink/ink20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100" Type="http://schemas.openxmlformats.org/officeDocument/2006/relationships/customXml" Target="../ink/ink220.xml"/><Relationship Id="rId105" Type="http://schemas.openxmlformats.org/officeDocument/2006/relationships/image" Target="../media/image52.png"/><Relationship Id="rId113" Type="http://schemas.openxmlformats.org/officeDocument/2006/relationships/image" Target="../media/image56.png"/><Relationship Id="rId118" Type="http://schemas.openxmlformats.org/officeDocument/2006/relationships/customXml" Target="../ink/ink229.xml"/><Relationship Id="rId8" Type="http://schemas.openxmlformats.org/officeDocument/2006/relationships/customXml" Target="../ink/ink174.xml"/><Relationship Id="rId51" Type="http://schemas.openxmlformats.org/officeDocument/2006/relationships/image" Target="../media/image25.png"/><Relationship Id="rId72" Type="http://schemas.openxmlformats.org/officeDocument/2006/relationships/customXml" Target="../ink/ink206.xml"/><Relationship Id="rId80" Type="http://schemas.openxmlformats.org/officeDocument/2006/relationships/customXml" Target="../ink/ink210.xml"/><Relationship Id="rId85" Type="http://schemas.openxmlformats.org/officeDocument/2006/relationships/image" Target="../media/image42.png"/><Relationship Id="rId93" Type="http://schemas.openxmlformats.org/officeDocument/2006/relationships/image" Target="../media/image46.png"/><Relationship Id="rId98" Type="http://schemas.openxmlformats.org/officeDocument/2006/relationships/customXml" Target="../ink/ink219.xml"/><Relationship Id="rId3" Type="http://schemas.openxmlformats.org/officeDocument/2006/relationships/image" Target="../media/image68.png"/><Relationship Id="rId12" Type="http://schemas.openxmlformats.org/officeDocument/2006/relationships/customXml" Target="../ink/ink176.xml"/><Relationship Id="rId17" Type="http://schemas.openxmlformats.org/officeDocument/2006/relationships/image" Target="../media/image74.png"/><Relationship Id="rId25" Type="http://schemas.openxmlformats.org/officeDocument/2006/relationships/image" Target="../media/image84.png"/><Relationship Id="rId33" Type="http://schemas.openxmlformats.org/officeDocument/2006/relationships/image" Target="../media/image88.png"/><Relationship Id="rId38" Type="http://schemas.openxmlformats.org/officeDocument/2006/relationships/customXml" Target="../ink/ink189.xml"/><Relationship Id="rId46" Type="http://schemas.openxmlformats.org/officeDocument/2006/relationships/customXml" Target="../ink/ink19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103" Type="http://schemas.openxmlformats.org/officeDocument/2006/relationships/image" Target="../media/image51.png"/><Relationship Id="rId108" Type="http://schemas.openxmlformats.org/officeDocument/2006/relationships/customXml" Target="../ink/ink224.xml"/><Relationship Id="rId116" Type="http://schemas.openxmlformats.org/officeDocument/2006/relationships/customXml" Target="../ink/ink228.xml"/><Relationship Id="rId20" Type="http://schemas.openxmlformats.org/officeDocument/2006/relationships/customXml" Target="../ink/ink180.xml"/><Relationship Id="rId41" Type="http://schemas.openxmlformats.org/officeDocument/2006/relationships/image" Target="../media/image20.png"/><Relationship Id="rId54" Type="http://schemas.openxmlformats.org/officeDocument/2006/relationships/customXml" Target="../ink/ink197.xml"/><Relationship Id="rId62" Type="http://schemas.openxmlformats.org/officeDocument/2006/relationships/customXml" Target="../ink/ink201.xml"/><Relationship Id="rId70" Type="http://schemas.openxmlformats.org/officeDocument/2006/relationships/customXml" Target="../ink/ink20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214.xml"/><Relationship Id="rId91" Type="http://schemas.openxmlformats.org/officeDocument/2006/relationships/image" Target="../media/image45.png"/><Relationship Id="rId96" Type="http://schemas.openxmlformats.org/officeDocument/2006/relationships/customXml" Target="../ink/ink218.xml"/><Relationship Id="rId111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3.xml"/><Relationship Id="rId15" Type="http://schemas.openxmlformats.org/officeDocument/2006/relationships/image" Target="../media/image73.png"/><Relationship Id="rId23" Type="http://schemas.openxmlformats.org/officeDocument/2006/relationships/image" Target="../media/image80.png"/><Relationship Id="rId28" Type="http://schemas.openxmlformats.org/officeDocument/2006/relationships/customXml" Target="../ink/ink184.xml"/><Relationship Id="rId36" Type="http://schemas.openxmlformats.org/officeDocument/2006/relationships/customXml" Target="../ink/ink18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223.xml"/><Relationship Id="rId114" Type="http://schemas.openxmlformats.org/officeDocument/2006/relationships/customXml" Target="../ink/ink227.xml"/><Relationship Id="rId119" Type="http://schemas.openxmlformats.org/officeDocument/2006/relationships/image" Target="../media/image59.png"/><Relationship Id="rId10" Type="http://schemas.openxmlformats.org/officeDocument/2006/relationships/customXml" Target="../ink/ink175.xml"/><Relationship Id="rId31" Type="http://schemas.openxmlformats.org/officeDocument/2006/relationships/image" Target="../media/image87.png"/><Relationship Id="rId44" Type="http://schemas.openxmlformats.org/officeDocument/2006/relationships/customXml" Target="../ink/ink192.xml"/><Relationship Id="rId52" Type="http://schemas.openxmlformats.org/officeDocument/2006/relationships/customXml" Target="../ink/ink196.xml"/><Relationship Id="rId60" Type="http://schemas.openxmlformats.org/officeDocument/2006/relationships/customXml" Target="../ink/ink20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209.xml"/><Relationship Id="rId81" Type="http://schemas.openxmlformats.org/officeDocument/2006/relationships/image" Target="../media/image40.png"/><Relationship Id="rId86" Type="http://schemas.openxmlformats.org/officeDocument/2006/relationships/customXml" Target="../ink/ink213.xml"/><Relationship Id="rId94" Type="http://schemas.openxmlformats.org/officeDocument/2006/relationships/customXml" Target="../ink/ink21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172.xml"/><Relationship Id="rId9" Type="http://schemas.openxmlformats.org/officeDocument/2006/relationships/image" Target="../media/image70.png"/><Relationship Id="rId13" Type="http://schemas.openxmlformats.org/officeDocument/2006/relationships/image" Target="../media/image72.png"/><Relationship Id="rId18" Type="http://schemas.openxmlformats.org/officeDocument/2006/relationships/customXml" Target="../ink/ink17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87.xml"/><Relationship Id="rId50" Type="http://schemas.openxmlformats.org/officeDocument/2006/relationships/customXml" Target="../ink/ink195.xml"/><Relationship Id="rId55" Type="http://schemas.openxmlformats.org/officeDocument/2006/relationships/image" Target="../media/image27.png"/><Relationship Id="rId76" Type="http://schemas.openxmlformats.org/officeDocument/2006/relationships/customXml" Target="../ink/ink208.xml"/><Relationship Id="rId97" Type="http://schemas.openxmlformats.org/officeDocument/2006/relationships/image" Target="../media/image48.png"/><Relationship Id="rId104" Type="http://schemas.openxmlformats.org/officeDocument/2006/relationships/customXml" Target="../ink/ink222.xml"/><Relationship Id="rId7" Type="http://schemas.openxmlformats.org/officeDocument/2006/relationships/image" Target="../media/image13.png"/><Relationship Id="rId71" Type="http://schemas.openxmlformats.org/officeDocument/2006/relationships/image" Target="../media/image35.png"/><Relationship Id="rId92" Type="http://schemas.openxmlformats.org/officeDocument/2006/relationships/customXml" Target="../ink/ink216.xml"/><Relationship Id="rId2" Type="http://schemas.openxmlformats.org/officeDocument/2006/relationships/customXml" Target="../ink/ink171.xml"/><Relationship Id="rId29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2.xml"/><Relationship Id="rId117" Type="http://schemas.openxmlformats.org/officeDocument/2006/relationships/image" Target="../media/image52.png"/><Relationship Id="rId21" Type="http://schemas.openxmlformats.org/officeDocument/2006/relationships/image" Target="../media/image79.png"/><Relationship Id="rId42" Type="http://schemas.openxmlformats.org/officeDocument/2006/relationships/customXml" Target="../ink/ink250.xml"/><Relationship Id="rId47" Type="http://schemas.openxmlformats.org/officeDocument/2006/relationships/image" Target="../media/image9.png"/><Relationship Id="rId63" Type="http://schemas.openxmlformats.org/officeDocument/2006/relationships/image" Target="../media/image25.png"/><Relationship Id="rId68" Type="http://schemas.openxmlformats.org/officeDocument/2006/relationships/customXml" Target="../ink/ink263.xml"/><Relationship Id="rId84" Type="http://schemas.openxmlformats.org/officeDocument/2006/relationships/customXml" Target="../ink/ink271.xml"/><Relationship Id="rId89" Type="http://schemas.openxmlformats.org/officeDocument/2006/relationships/image" Target="../media/image38.png"/><Relationship Id="rId112" Type="http://schemas.openxmlformats.org/officeDocument/2006/relationships/customXml" Target="../ink/ink285.xml"/><Relationship Id="rId16" Type="http://schemas.openxmlformats.org/officeDocument/2006/relationships/customXml" Target="../ink/ink237.xml"/><Relationship Id="rId107" Type="http://schemas.openxmlformats.org/officeDocument/2006/relationships/image" Target="../media/image47.png"/><Relationship Id="rId11" Type="http://schemas.openxmlformats.org/officeDocument/2006/relationships/image" Target="../media/image71.png"/><Relationship Id="rId32" Type="http://schemas.openxmlformats.org/officeDocument/2006/relationships/customXml" Target="../ink/ink245.xml"/><Relationship Id="rId37" Type="http://schemas.openxmlformats.org/officeDocument/2006/relationships/image" Target="../media/image92.png"/><Relationship Id="rId53" Type="http://schemas.openxmlformats.org/officeDocument/2006/relationships/image" Target="../media/image20.png"/><Relationship Id="rId58" Type="http://schemas.openxmlformats.org/officeDocument/2006/relationships/customXml" Target="../ink/ink258.xml"/><Relationship Id="rId74" Type="http://schemas.openxmlformats.org/officeDocument/2006/relationships/customXml" Target="../ink/ink266.xml"/><Relationship Id="rId79" Type="http://schemas.openxmlformats.org/officeDocument/2006/relationships/image" Target="../media/image33.png"/><Relationship Id="rId102" Type="http://schemas.openxmlformats.org/officeDocument/2006/relationships/customXml" Target="../ink/ink280.xml"/><Relationship Id="rId123" Type="http://schemas.openxmlformats.org/officeDocument/2006/relationships/image" Target="../media/image55.png"/><Relationship Id="rId128" Type="http://schemas.openxmlformats.org/officeDocument/2006/relationships/customXml" Target="../ink/ink293.xml"/><Relationship Id="rId5" Type="http://schemas.openxmlformats.org/officeDocument/2006/relationships/image" Target="../media/image69.png"/><Relationship Id="rId90" Type="http://schemas.openxmlformats.org/officeDocument/2006/relationships/customXml" Target="../ink/ink274.xml"/><Relationship Id="rId95" Type="http://schemas.openxmlformats.org/officeDocument/2006/relationships/image" Target="../media/image41.png"/><Relationship Id="rId19" Type="http://schemas.openxmlformats.org/officeDocument/2006/relationships/image" Target="../media/image78.png"/><Relationship Id="rId14" Type="http://schemas.openxmlformats.org/officeDocument/2006/relationships/customXml" Target="../ink/ink236.xml"/><Relationship Id="rId22" Type="http://schemas.openxmlformats.org/officeDocument/2006/relationships/customXml" Target="../ink/ink240.xml"/><Relationship Id="rId27" Type="http://schemas.openxmlformats.org/officeDocument/2006/relationships/image" Target="../media/image85.png"/><Relationship Id="rId30" Type="http://schemas.openxmlformats.org/officeDocument/2006/relationships/customXml" Target="../ink/ink244.xml"/><Relationship Id="rId35" Type="http://schemas.openxmlformats.org/officeDocument/2006/relationships/image" Target="../media/image91.png"/><Relationship Id="rId43" Type="http://schemas.openxmlformats.org/officeDocument/2006/relationships/image" Target="../media/image95.png"/><Relationship Id="rId48" Type="http://schemas.openxmlformats.org/officeDocument/2006/relationships/customXml" Target="../ink/ink253.xml"/><Relationship Id="rId56" Type="http://schemas.openxmlformats.org/officeDocument/2006/relationships/customXml" Target="../ink/ink257.xml"/><Relationship Id="rId64" Type="http://schemas.openxmlformats.org/officeDocument/2006/relationships/customXml" Target="../ink/ink261.xml"/><Relationship Id="rId69" Type="http://schemas.openxmlformats.org/officeDocument/2006/relationships/image" Target="../media/image28.png"/><Relationship Id="rId77" Type="http://schemas.openxmlformats.org/officeDocument/2006/relationships/image" Target="../media/image32.png"/><Relationship Id="rId100" Type="http://schemas.openxmlformats.org/officeDocument/2006/relationships/customXml" Target="../ink/ink279.xml"/><Relationship Id="rId105" Type="http://schemas.openxmlformats.org/officeDocument/2006/relationships/image" Target="../media/image46.png"/><Relationship Id="rId113" Type="http://schemas.openxmlformats.org/officeDocument/2006/relationships/image" Target="../media/image50.png"/><Relationship Id="rId118" Type="http://schemas.openxmlformats.org/officeDocument/2006/relationships/customXml" Target="../ink/ink288.xml"/><Relationship Id="rId126" Type="http://schemas.openxmlformats.org/officeDocument/2006/relationships/customXml" Target="../ink/ink292.xml"/><Relationship Id="rId8" Type="http://schemas.openxmlformats.org/officeDocument/2006/relationships/customXml" Target="../ink/ink233.xml"/><Relationship Id="rId51" Type="http://schemas.openxmlformats.org/officeDocument/2006/relationships/image" Target="../media/image19.png"/><Relationship Id="rId72" Type="http://schemas.openxmlformats.org/officeDocument/2006/relationships/customXml" Target="../ink/ink265.xml"/><Relationship Id="rId80" Type="http://schemas.openxmlformats.org/officeDocument/2006/relationships/customXml" Target="../ink/ink269.xml"/><Relationship Id="rId85" Type="http://schemas.openxmlformats.org/officeDocument/2006/relationships/image" Target="../media/image36.png"/><Relationship Id="rId93" Type="http://schemas.openxmlformats.org/officeDocument/2006/relationships/image" Target="../media/image40.png"/><Relationship Id="rId98" Type="http://schemas.openxmlformats.org/officeDocument/2006/relationships/customXml" Target="../ink/ink278.xml"/><Relationship Id="rId121" Type="http://schemas.openxmlformats.org/officeDocument/2006/relationships/image" Target="../media/image54.png"/><Relationship Id="rId3" Type="http://schemas.openxmlformats.org/officeDocument/2006/relationships/image" Target="../media/image68.png"/><Relationship Id="rId12" Type="http://schemas.openxmlformats.org/officeDocument/2006/relationships/customXml" Target="../ink/ink235.xml"/><Relationship Id="rId17" Type="http://schemas.openxmlformats.org/officeDocument/2006/relationships/image" Target="../media/image74.png"/><Relationship Id="rId25" Type="http://schemas.openxmlformats.org/officeDocument/2006/relationships/image" Target="../media/image84.png"/><Relationship Id="rId33" Type="http://schemas.openxmlformats.org/officeDocument/2006/relationships/image" Target="../media/image90.png"/><Relationship Id="rId38" Type="http://schemas.openxmlformats.org/officeDocument/2006/relationships/customXml" Target="../ink/ink248.xml"/><Relationship Id="rId46" Type="http://schemas.openxmlformats.org/officeDocument/2006/relationships/customXml" Target="../ink/ink252.xml"/><Relationship Id="rId59" Type="http://schemas.openxmlformats.org/officeDocument/2006/relationships/image" Target="../media/image23.png"/><Relationship Id="rId67" Type="http://schemas.openxmlformats.org/officeDocument/2006/relationships/image" Target="../media/image27.png"/><Relationship Id="rId103" Type="http://schemas.openxmlformats.org/officeDocument/2006/relationships/image" Target="../media/image45.png"/><Relationship Id="rId108" Type="http://schemas.openxmlformats.org/officeDocument/2006/relationships/customXml" Target="../ink/ink283.xml"/><Relationship Id="rId116" Type="http://schemas.openxmlformats.org/officeDocument/2006/relationships/customXml" Target="../ink/ink287.xml"/><Relationship Id="rId124" Type="http://schemas.openxmlformats.org/officeDocument/2006/relationships/customXml" Target="../ink/ink291.xml"/><Relationship Id="rId129" Type="http://schemas.openxmlformats.org/officeDocument/2006/relationships/image" Target="../media/image58.png"/><Relationship Id="rId20" Type="http://schemas.openxmlformats.org/officeDocument/2006/relationships/customXml" Target="../ink/ink239.xml"/><Relationship Id="rId41" Type="http://schemas.openxmlformats.org/officeDocument/2006/relationships/image" Target="../media/image94.png"/><Relationship Id="rId54" Type="http://schemas.openxmlformats.org/officeDocument/2006/relationships/customXml" Target="../ink/ink256.xml"/><Relationship Id="rId62" Type="http://schemas.openxmlformats.org/officeDocument/2006/relationships/customXml" Target="../ink/ink260.xml"/><Relationship Id="rId70" Type="http://schemas.openxmlformats.org/officeDocument/2006/relationships/customXml" Target="../ink/ink264.xml"/><Relationship Id="rId75" Type="http://schemas.openxmlformats.org/officeDocument/2006/relationships/image" Target="../media/image31.png"/><Relationship Id="rId83" Type="http://schemas.openxmlformats.org/officeDocument/2006/relationships/image" Target="../media/image35.png"/><Relationship Id="rId88" Type="http://schemas.openxmlformats.org/officeDocument/2006/relationships/customXml" Target="../ink/ink273.xml"/><Relationship Id="rId91" Type="http://schemas.openxmlformats.org/officeDocument/2006/relationships/image" Target="../media/image39.png"/><Relationship Id="rId96" Type="http://schemas.openxmlformats.org/officeDocument/2006/relationships/customXml" Target="../ink/ink277.xml"/><Relationship Id="rId111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2.xml"/><Relationship Id="rId15" Type="http://schemas.openxmlformats.org/officeDocument/2006/relationships/image" Target="../media/image73.png"/><Relationship Id="rId23" Type="http://schemas.openxmlformats.org/officeDocument/2006/relationships/image" Target="../media/image80.png"/><Relationship Id="rId28" Type="http://schemas.openxmlformats.org/officeDocument/2006/relationships/customXml" Target="../ink/ink243.xml"/><Relationship Id="rId36" Type="http://schemas.openxmlformats.org/officeDocument/2006/relationships/customXml" Target="../ink/ink247.xml"/><Relationship Id="rId49" Type="http://schemas.openxmlformats.org/officeDocument/2006/relationships/image" Target="../media/image10.png"/><Relationship Id="rId57" Type="http://schemas.openxmlformats.org/officeDocument/2006/relationships/image" Target="../media/image22.png"/><Relationship Id="rId106" Type="http://schemas.openxmlformats.org/officeDocument/2006/relationships/customXml" Target="../ink/ink282.xml"/><Relationship Id="rId114" Type="http://schemas.openxmlformats.org/officeDocument/2006/relationships/customXml" Target="../ink/ink286.xml"/><Relationship Id="rId119" Type="http://schemas.openxmlformats.org/officeDocument/2006/relationships/image" Target="../media/image53.png"/><Relationship Id="rId127" Type="http://schemas.openxmlformats.org/officeDocument/2006/relationships/image" Target="../media/image57.png"/><Relationship Id="rId10" Type="http://schemas.openxmlformats.org/officeDocument/2006/relationships/customXml" Target="../ink/ink234.xml"/><Relationship Id="rId31" Type="http://schemas.openxmlformats.org/officeDocument/2006/relationships/image" Target="../media/image89.png"/><Relationship Id="rId44" Type="http://schemas.openxmlformats.org/officeDocument/2006/relationships/customXml" Target="../ink/ink251.xml"/><Relationship Id="rId52" Type="http://schemas.openxmlformats.org/officeDocument/2006/relationships/customXml" Target="../ink/ink255.xml"/><Relationship Id="rId60" Type="http://schemas.openxmlformats.org/officeDocument/2006/relationships/customXml" Target="../ink/ink259.xml"/><Relationship Id="rId65" Type="http://schemas.openxmlformats.org/officeDocument/2006/relationships/image" Target="../media/image26.png"/><Relationship Id="rId73" Type="http://schemas.openxmlformats.org/officeDocument/2006/relationships/image" Target="../media/image30.png"/><Relationship Id="rId78" Type="http://schemas.openxmlformats.org/officeDocument/2006/relationships/customXml" Target="../ink/ink268.xml"/><Relationship Id="rId81" Type="http://schemas.openxmlformats.org/officeDocument/2006/relationships/image" Target="../media/image34.png"/><Relationship Id="rId86" Type="http://schemas.openxmlformats.org/officeDocument/2006/relationships/customXml" Target="../ink/ink272.xml"/><Relationship Id="rId94" Type="http://schemas.openxmlformats.org/officeDocument/2006/relationships/customXml" Target="../ink/ink276.xml"/><Relationship Id="rId99" Type="http://schemas.openxmlformats.org/officeDocument/2006/relationships/image" Target="../media/image43.png"/><Relationship Id="rId101" Type="http://schemas.openxmlformats.org/officeDocument/2006/relationships/image" Target="../media/image44.png"/><Relationship Id="rId122" Type="http://schemas.openxmlformats.org/officeDocument/2006/relationships/customXml" Target="../ink/ink290.xml"/><Relationship Id="rId130" Type="http://schemas.openxmlformats.org/officeDocument/2006/relationships/customXml" Target="../ink/ink294.xml"/><Relationship Id="rId4" Type="http://schemas.openxmlformats.org/officeDocument/2006/relationships/customXml" Target="../ink/ink231.xml"/><Relationship Id="rId9" Type="http://schemas.openxmlformats.org/officeDocument/2006/relationships/image" Target="../media/image70.png"/><Relationship Id="rId13" Type="http://schemas.openxmlformats.org/officeDocument/2006/relationships/image" Target="../media/image72.png"/><Relationship Id="rId18" Type="http://schemas.openxmlformats.org/officeDocument/2006/relationships/customXml" Target="../ink/ink238.xml"/><Relationship Id="rId39" Type="http://schemas.openxmlformats.org/officeDocument/2006/relationships/image" Target="../media/image93.png"/><Relationship Id="rId109" Type="http://schemas.openxmlformats.org/officeDocument/2006/relationships/image" Target="../media/image48.png"/><Relationship Id="rId34" Type="http://schemas.openxmlformats.org/officeDocument/2006/relationships/customXml" Target="../ink/ink246.xml"/><Relationship Id="rId50" Type="http://schemas.openxmlformats.org/officeDocument/2006/relationships/customXml" Target="../ink/ink254.xml"/><Relationship Id="rId55" Type="http://schemas.openxmlformats.org/officeDocument/2006/relationships/image" Target="../media/image21.png"/><Relationship Id="rId76" Type="http://schemas.openxmlformats.org/officeDocument/2006/relationships/customXml" Target="../ink/ink267.xml"/><Relationship Id="rId97" Type="http://schemas.openxmlformats.org/officeDocument/2006/relationships/image" Target="../media/image42.png"/><Relationship Id="rId104" Type="http://schemas.openxmlformats.org/officeDocument/2006/relationships/customXml" Target="../ink/ink281.xml"/><Relationship Id="rId120" Type="http://schemas.openxmlformats.org/officeDocument/2006/relationships/customXml" Target="../ink/ink289.xml"/><Relationship Id="rId125" Type="http://schemas.openxmlformats.org/officeDocument/2006/relationships/image" Target="../media/image56.png"/><Relationship Id="rId7" Type="http://schemas.openxmlformats.org/officeDocument/2006/relationships/image" Target="../media/image13.png"/><Relationship Id="rId71" Type="http://schemas.openxmlformats.org/officeDocument/2006/relationships/image" Target="../media/image29.png"/><Relationship Id="rId92" Type="http://schemas.openxmlformats.org/officeDocument/2006/relationships/customXml" Target="../ink/ink275.xml"/><Relationship Id="rId2" Type="http://schemas.openxmlformats.org/officeDocument/2006/relationships/customXml" Target="../ink/ink230.xml"/><Relationship Id="rId29" Type="http://schemas.openxmlformats.org/officeDocument/2006/relationships/image" Target="../media/image86.png"/><Relationship Id="rId24" Type="http://schemas.openxmlformats.org/officeDocument/2006/relationships/customXml" Target="../ink/ink241.xml"/><Relationship Id="rId40" Type="http://schemas.openxmlformats.org/officeDocument/2006/relationships/customXml" Target="../ink/ink249.xml"/><Relationship Id="rId45" Type="http://schemas.openxmlformats.org/officeDocument/2006/relationships/image" Target="../media/image96.png"/><Relationship Id="rId66" Type="http://schemas.openxmlformats.org/officeDocument/2006/relationships/customXml" Target="../ink/ink262.xml"/><Relationship Id="rId87" Type="http://schemas.openxmlformats.org/officeDocument/2006/relationships/image" Target="../media/image37.png"/><Relationship Id="rId110" Type="http://schemas.openxmlformats.org/officeDocument/2006/relationships/customXml" Target="../ink/ink284.xml"/><Relationship Id="rId115" Type="http://schemas.openxmlformats.org/officeDocument/2006/relationships/image" Target="../media/image51.png"/><Relationship Id="rId131" Type="http://schemas.openxmlformats.org/officeDocument/2006/relationships/image" Target="../media/image59.png"/><Relationship Id="rId61" Type="http://schemas.openxmlformats.org/officeDocument/2006/relationships/image" Target="../media/image24.png"/><Relationship Id="rId82" Type="http://schemas.openxmlformats.org/officeDocument/2006/relationships/customXml" Target="../ink/ink270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7.xml"/><Relationship Id="rId117" Type="http://schemas.openxmlformats.org/officeDocument/2006/relationships/image" Target="../media/image52.png"/><Relationship Id="rId21" Type="http://schemas.openxmlformats.org/officeDocument/2006/relationships/image" Target="../media/image79.png"/><Relationship Id="rId42" Type="http://schemas.openxmlformats.org/officeDocument/2006/relationships/customXml" Target="../ink/ink315.xml"/><Relationship Id="rId47" Type="http://schemas.openxmlformats.org/officeDocument/2006/relationships/customXml" Target="../ink/ink317.xml"/><Relationship Id="rId63" Type="http://schemas.openxmlformats.org/officeDocument/2006/relationships/image" Target="../media/image25.png"/><Relationship Id="rId68" Type="http://schemas.openxmlformats.org/officeDocument/2006/relationships/customXml" Target="../ink/ink328.xml"/><Relationship Id="rId84" Type="http://schemas.openxmlformats.org/officeDocument/2006/relationships/customXml" Target="../ink/ink336.xml"/><Relationship Id="rId89" Type="http://schemas.openxmlformats.org/officeDocument/2006/relationships/image" Target="../media/image38.png"/><Relationship Id="rId112" Type="http://schemas.openxmlformats.org/officeDocument/2006/relationships/customXml" Target="../ink/ink350.xml"/><Relationship Id="rId16" Type="http://schemas.openxmlformats.org/officeDocument/2006/relationships/customXml" Target="../ink/ink302.xml"/><Relationship Id="rId107" Type="http://schemas.openxmlformats.org/officeDocument/2006/relationships/image" Target="../media/image47.png"/><Relationship Id="rId11" Type="http://schemas.openxmlformats.org/officeDocument/2006/relationships/image" Target="../media/image71.png"/><Relationship Id="rId32" Type="http://schemas.openxmlformats.org/officeDocument/2006/relationships/customXml" Target="../ink/ink310.xml"/><Relationship Id="rId37" Type="http://schemas.openxmlformats.org/officeDocument/2006/relationships/image" Target="../media/image98.png"/><Relationship Id="rId53" Type="http://schemas.openxmlformats.org/officeDocument/2006/relationships/image" Target="../media/image20.png"/><Relationship Id="rId58" Type="http://schemas.openxmlformats.org/officeDocument/2006/relationships/customXml" Target="../ink/ink323.xml"/><Relationship Id="rId74" Type="http://schemas.openxmlformats.org/officeDocument/2006/relationships/customXml" Target="../ink/ink331.xml"/><Relationship Id="rId79" Type="http://schemas.openxmlformats.org/officeDocument/2006/relationships/image" Target="../media/image33.png"/><Relationship Id="rId102" Type="http://schemas.openxmlformats.org/officeDocument/2006/relationships/customXml" Target="../ink/ink345.xml"/><Relationship Id="rId123" Type="http://schemas.openxmlformats.org/officeDocument/2006/relationships/image" Target="../media/image55.png"/><Relationship Id="rId128" Type="http://schemas.openxmlformats.org/officeDocument/2006/relationships/customXml" Target="../ink/ink358.xml"/><Relationship Id="rId5" Type="http://schemas.openxmlformats.org/officeDocument/2006/relationships/image" Target="../media/image69.png"/><Relationship Id="rId90" Type="http://schemas.openxmlformats.org/officeDocument/2006/relationships/customXml" Target="../ink/ink339.xml"/><Relationship Id="rId95" Type="http://schemas.openxmlformats.org/officeDocument/2006/relationships/image" Target="../media/image41.png"/><Relationship Id="rId19" Type="http://schemas.openxmlformats.org/officeDocument/2006/relationships/image" Target="../media/image78.png"/><Relationship Id="rId14" Type="http://schemas.openxmlformats.org/officeDocument/2006/relationships/customXml" Target="../ink/ink301.xml"/><Relationship Id="rId22" Type="http://schemas.openxmlformats.org/officeDocument/2006/relationships/customXml" Target="../ink/ink305.xml"/><Relationship Id="rId27" Type="http://schemas.openxmlformats.org/officeDocument/2006/relationships/image" Target="../media/image85.png"/><Relationship Id="rId30" Type="http://schemas.openxmlformats.org/officeDocument/2006/relationships/customXml" Target="../ink/ink309.xml"/><Relationship Id="rId35" Type="http://schemas.openxmlformats.org/officeDocument/2006/relationships/image" Target="../media/image97.png"/><Relationship Id="rId43" Type="http://schemas.openxmlformats.org/officeDocument/2006/relationships/image" Target="../media/image101.png"/><Relationship Id="rId48" Type="http://schemas.openxmlformats.org/officeDocument/2006/relationships/customXml" Target="../ink/ink318.xml"/><Relationship Id="rId56" Type="http://schemas.openxmlformats.org/officeDocument/2006/relationships/customXml" Target="../ink/ink322.xml"/><Relationship Id="rId64" Type="http://schemas.openxmlformats.org/officeDocument/2006/relationships/customXml" Target="../ink/ink326.xml"/><Relationship Id="rId69" Type="http://schemas.openxmlformats.org/officeDocument/2006/relationships/image" Target="../media/image28.png"/><Relationship Id="rId77" Type="http://schemas.openxmlformats.org/officeDocument/2006/relationships/image" Target="../media/image32.png"/><Relationship Id="rId100" Type="http://schemas.openxmlformats.org/officeDocument/2006/relationships/customXml" Target="../ink/ink344.xml"/><Relationship Id="rId105" Type="http://schemas.openxmlformats.org/officeDocument/2006/relationships/image" Target="../media/image46.png"/><Relationship Id="rId113" Type="http://schemas.openxmlformats.org/officeDocument/2006/relationships/image" Target="../media/image50.png"/><Relationship Id="rId118" Type="http://schemas.openxmlformats.org/officeDocument/2006/relationships/customXml" Target="../ink/ink353.xml"/><Relationship Id="rId126" Type="http://schemas.openxmlformats.org/officeDocument/2006/relationships/customXml" Target="../ink/ink357.xml"/><Relationship Id="rId8" Type="http://schemas.openxmlformats.org/officeDocument/2006/relationships/customXml" Target="../ink/ink298.xml"/><Relationship Id="rId51" Type="http://schemas.openxmlformats.org/officeDocument/2006/relationships/image" Target="../media/image19.png"/><Relationship Id="rId72" Type="http://schemas.openxmlformats.org/officeDocument/2006/relationships/customXml" Target="../ink/ink330.xml"/><Relationship Id="rId80" Type="http://schemas.openxmlformats.org/officeDocument/2006/relationships/customXml" Target="../ink/ink334.xml"/><Relationship Id="rId85" Type="http://schemas.openxmlformats.org/officeDocument/2006/relationships/image" Target="../media/image36.png"/><Relationship Id="rId93" Type="http://schemas.openxmlformats.org/officeDocument/2006/relationships/image" Target="../media/image40.png"/><Relationship Id="rId98" Type="http://schemas.openxmlformats.org/officeDocument/2006/relationships/customXml" Target="../ink/ink343.xml"/><Relationship Id="rId121" Type="http://schemas.openxmlformats.org/officeDocument/2006/relationships/image" Target="../media/image54.png"/><Relationship Id="rId3" Type="http://schemas.openxmlformats.org/officeDocument/2006/relationships/image" Target="../media/image68.png"/><Relationship Id="rId12" Type="http://schemas.openxmlformats.org/officeDocument/2006/relationships/customXml" Target="../ink/ink300.xml"/><Relationship Id="rId17" Type="http://schemas.openxmlformats.org/officeDocument/2006/relationships/image" Target="../media/image74.png"/><Relationship Id="rId25" Type="http://schemas.openxmlformats.org/officeDocument/2006/relationships/image" Target="../media/image84.png"/><Relationship Id="rId33" Type="http://schemas.openxmlformats.org/officeDocument/2006/relationships/image" Target="../media/image90.png"/><Relationship Id="rId38" Type="http://schemas.openxmlformats.org/officeDocument/2006/relationships/customXml" Target="../ink/ink313.xml"/><Relationship Id="rId46" Type="http://schemas.openxmlformats.org/officeDocument/2006/relationships/image" Target="../media/image910.png"/><Relationship Id="rId59" Type="http://schemas.openxmlformats.org/officeDocument/2006/relationships/image" Target="../media/image23.png"/><Relationship Id="rId67" Type="http://schemas.openxmlformats.org/officeDocument/2006/relationships/image" Target="../media/image27.png"/><Relationship Id="rId103" Type="http://schemas.openxmlformats.org/officeDocument/2006/relationships/image" Target="../media/image45.png"/><Relationship Id="rId108" Type="http://schemas.openxmlformats.org/officeDocument/2006/relationships/customXml" Target="../ink/ink348.xml"/><Relationship Id="rId116" Type="http://schemas.openxmlformats.org/officeDocument/2006/relationships/customXml" Target="../ink/ink352.xml"/><Relationship Id="rId124" Type="http://schemas.openxmlformats.org/officeDocument/2006/relationships/customXml" Target="../ink/ink356.xml"/><Relationship Id="rId129" Type="http://schemas.openxmlformats.org/officeDocument/2006/relationships/image" Target="../media/image58.png"/><Relationship Id="rId20" Type="http://schemas.openxmlformats.org/officeDocument/2006/relationships/customXml" Target="../ink/ink304.xml"/><Relationship Id="rId41" Type="http://schemas.openxmlformats.org/officeDocument/2006/relationships/image" Target="../media/image100.png"/><Relationship Id="rId54" Type="http://schemas.openxmlformats.org/officeDocument/2006/relationships/customXml" Target="../ink/ink321.xml"/><Relationship Id="rId62" Type="http://schemas.openxmlformats.org/officeDocument/2006/relationships/customXml" Target="../ink/ink325.xml"/><Relationship Id="rId70" Type="http://schemas.openxmlformats.org/officeDocument/2006/relationships/customXml" Target="../ink/ink329.xml"/><Relationship Id="rId75" Type="http://schemas.openxmlformats.org/officeDocument/2006/relationships/image" Target="../media/image31.png"/><Relationship Id="rId83" Type="http://schemas.openxmlformats.org/officeDocument/2006/relationships/image" Target="../media/image35.png"/><Relationship Id="rId88" Type="http://schemas.openxmlformats.org/officeDocument/2006/relationships/customXml" Target="../ink/ink338.xml"/><Relationship Id="rId91" Type="http://schemas.openxmlformats.org/officeDocument/2006/relationships/image" Target="../media/image39.png"/><Relationship Id="rId96" Type="http://schemas.openxmlformats.org/officeDocument/2006/relationships/customXml" Target="../ink/ink342.xml"/><Relationship Id="rId111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97.xml"/><Relationship Id="rId15" Type="http://schemas.openxmlformats.org/officeDocument/2006/relationships/image" Target="../media/image73.png"/><Relationship Id="rId23" Type="http://schemas.openxmlformats.org/officeDocument/2006/relationships/image" Target="../media/image80.png"/><Relationship Id="rId28" Type="http://schemas.openxmlformats.org/officeDocument/2006/relationships/customXml" Target="../ink/ink308.xml"/><Relationship Id="rId36" Type="http://schemas.openxmlformats.org/officeDocument/2006/relationships/customXml" Target="../ink/ink312.xml"/><Relationship Id="rId49" Type="http://schemas.openxmlformats.org/officeDocument/2006/relationships/image" Target="../media/image10.png"/><Relationship Id="rId57" Type="http://schemas.openxmlformats.org/officeDocument/2006/relationships/image" Target="../media/image22.png"/><Relationship Id="rId106" Type="http://schemas.openxmlformats.org/officeDocument/2006/relationships/customXml" Target="../ink/ink347.xml"/><Relationship Id="rId114" Type="http://schemas.openxmlformats.org/officeDocument/2006/relationships/customXml" Target="../ink/ink351.xml"/><Relationship Id="rId119" Type="http://schemas.openxmlformats.org/officeDocument/2006/relationships/image" Target="../media/image53.png"/><Relationship Id="rId127" Type="http://schemas.openxmlformats.org/officeDocument/2006/relationships/image" Target="../media/image57.png"/><Relationship Id="rId10" Type="http://schemas.openxmlformats.org/officeDocument/2006/relationships/customXml" Target="../ink/ink299.xml"/><Relationship Id="rId31" Type="http://schemas.openxmlformats.org/officeDocument/2006/relationships/image" Target="../media/image89.png"/><Relationship Id="rId44" Type="http://schemas.openxmlformats.org/officeDocument/2006/relationships/customXml" Target="../ink/ink316.xml"/><Relationship Id="rId52" Type="http://schemas.openxmlformats.org/officeDocument/2006/relationships/customXml" Target="../ink/ink320.xml"/><Relationship Id="rId60" Type="http://schemas.openxmlformats.org/officeDocument/2006/relationships/customXml" Target="../ink/ink324.xml"/><Relationship Id="rId65" Type="http://schemas.openxmlformats.org/officeDocument/2006/relationships/image" Target="../media/image26.png"/><Relationship Id="rId73" Type="http://schemas.openxmlformats.org/officeDocument/2006/relationships/image" Target="../media/image30.png"/><Relationship Id="rId78" Type="http://schemas.openxmlformats.org/officeDocument/2006/relationships/customXml" Target="../ink/ink333.xml"/><Relationship Id="rId81" Type="http://schemas.openxmlformats.org/officeDocument/2006/relationships/image" Target="../media/image34.png"/><Relationship Id="rId86" Type="http://schemas.openxmlformats.org/officeDocument/2006/relationships/customXml" Target="../ink/ink337.xml"/><Relationship Id="rId94" Type="http://schemas.openxmlformats.org/officeDocument/2006/relationships/customXml" Target="../ink/ink341.xml"/><Relationship Id="rId99" Type="http://schemas.openxmlformats.org/officeDocument/2006/relationships/image" Target="../media/image43.png"/><Relationship Id="rId101" Type="http://schemas.openxmlformats.org/officeDocument/2006/relationships/image" Target="../media/image44.png"/><Relationship Id="rId122" Type="http://schemas.openxmlformats.org/officeDocument/2006/relationships/customXml" Target="../ink/ink355.xml"/><Relationship Id="rId130" Type="http://schemas.openxmlformats.org/officeDocument/2006/relationships/customXml" Target="../ink/ink359.xml"/><Relationship Id="rId4" Type="http://schemas.openxmlformats.org/officeDocument/2006/relationships/customXml" Target="../ink/ink296.xml"/><Relationship Id="rId9" Type="http://schemas.openxmlformats.org/officeDocument/2006/relationships/image" Target="../media/image70.png"/><Relationship Id="rId13" Type="http://schemas.openxmlformats.org/officeDocument/2006/relationships/image" Target="../media/image72.png"/><Relationship Id="rId18" Type="http://schemas.openxmlformats.org/officeDocument/2006/relationships/customXml" Target="../ink/ink303.xml"/><Relationship Id="rId39" Type="http://schemas.openxmlformats.org/officeDocument/2006/relationships/image" Target="../media/image99.png"/><Relationship Id="rId109" Type="http://schemas.openxmlformats.org/officeDocument/2006/relationships/image" Target="../media/image48.png"/><Relationship Id="rId34" Type="http://schemas.openxmlformats.org/officeDocument/2006/relationships/customXml" Target="../ink/ink311.xml"/><Relationship Id="rId50" Type="http://schemas.openxmlformats.org/officeDocument/2006/relationships/customXml" Target="../ink/ink319.xml"/><Relationship Id="rId55" Type="http://schemas.openxmlformats.org/officeDocument/2006/relationships/image" Target="../media/image21.png"/><Relationship Id="rId76" Type="http://schemas.openxmlformats.org/officeDocument/2006/relationships/customXml" Target="../ink/ink332.xml"/><Relationship Id="rId97" Type="http://schemas.openxmlformats.org/officeDocument/2006/relationships/image" Target="../media/image42.png"/><Relationship Id="rId104" Type="http://schemas.openxmlformats.org/officeDocument/2006/relationships/customXml" Target="../ink/ink346.xml"/><Relationship Id="rId120" Type="http://schemas.openxmlformats.org/officeDocument/2006/relationships/customXml" Target="../ink/ink354.xml"/><Relationship Id="rId125" Type="http://schemas.openxmlformats.org/officeDocument/2006/relationships/image" Target="../media/image56.png"/><Relationship Id="rId7" Type="http://schemas.openxmlformats.org/officeDocument/2006/relationships/image" Target="../media/image13.png"/><Relationship Id="rId71" Type="http://schemas.openxmlformats.org/officeDocument/2006/relationships/image" Target="../media/image29.png"/><Relationship Id="rId92" Type="http://schemas.openxmlformats.org/officeDocument/2006/relationships/customXml" Target="../ink/ink340.xml"/><Relationship Id="rId2" Type="http://schemas.openxmlformats.org/officeDocument/2006/relationships/customXml" Target="../ink/ink295.xml"/><Relationship Id="rId29" Type="http://schemas.openxmlformats.org/officeDocument/2006/relationships/image" Target="../media/image86.png"/><Relationship Id="rId24" Type="http://schemas.openxmlformats.org/officeDocument/2006/relationships/customXml" Target="../ink/ink306.xml"/><Relationship Id="rId40" Type="http://schemas.openxmlformats.org/officeDocument/2006/relationships/customXml" Target="../ink/ink314.xml"/><Relationship Id="rId45" Type="http://schemas.openxmlformats.org/officeDocument/2006/relationships/image" Target="../media/image102.png"/><Relationship Id="rId66" Type="http://schemas.openxmlformats.org/officeDocument/2006/relationships/customXml" Target="../ink/ink327.xml"/><Relationship Id="rId87" Type="http://schemas.openxmlformats.org/officeDocument/2006/relationships/image" Target="../media/image37.png"/><Relationship Id="rId110" Type="http://schemas.openxmlformats.org/officeDocument/2006/relationships/customXml" Target="../ink/ink349.xml"/><Relationship Id="rId115" Type="http://schemas.openxmlformats.org/officeDocument/2006/relationships/image" Target="../media/image51.png"/><Relationship Id="rId131" Type="http://schemas.openxmlformats.org/officeDocument/2006/relationships/image" Target="../media/image59.png"/><Relationship Id="rId61" Type="http://schemas.openxmlformats.org/officeDocument/2006/relationships/image" Target="../media/image24.png"/><Relationship Id="rId82" Type="http://schemas.openxmlformats.org/officeDocument/2006/relationships/customXml" Target="../ink/ink3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D48B60-268F-04B7-89D9-C418592E9087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76470" y="785277"/>
            <a:ext cx="1183368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By 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 we have to break down the multiplication rule (or any other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into separate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disjoint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cases, the number of possibilities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intrested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the sum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number of possibilities in each of these cases.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D699D70-BBDF-41A9-0CDA-A158A845776F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460E-E635-0DBC-9ADB-7092E3E93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43ACA71-DAA1-B2CD-6E7F-E8CEF3AE25DE}"/>
              </a:ext>
            </a:extLst>
          </p:cNvPr>
          <p:cNvSpPr txBox="1"/>
          <p:nvPr/>
        </p:nvSpPr>
        <p:spPr>
          <a:xfrm>
            <a:off x="176470" y="785277"/>
            <a:ext cx="118414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obvious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one):</a:t>
            </a: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three drawers we have, in turn: five balls, four balls and three balls.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choose one 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among the first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drawers?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944BD5E-394E-53A1-3C24-E1A43CC16744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</p:spTree>
    <p:extLst>
      <p:ext uri="{BB962C8B-B14F-4D97-AF65-F5344CB8AC3E}">
        <p14:creationId xmlns:p14="http://schemas.microsoft.com/office/powerpoint/2010/main" val="159538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EA2AD-5947-0154-23E0-C9C75D55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3A28D9D-D368-615A-65E7-BD804669237F}"/>
              </a:ext>
            </a:extLst>
          </p:cNvPr>
          <p:cNvSpPr txBox="1"/>
          <p:nvPr/>
        </p:nvSpPr>
        <p:spPr>
          <a:xfrm>
            <a:off x="176469" y="2354937"/>
            <a:ext cx="115360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From the first drawer we choose one of the five balls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the second drawer we choo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 of the four balls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In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total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 ways.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B175761-A633-8515-08BE-FC610037F548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1AFAF82-37F5-E976-87E9-27B8DFCC4E8A}"/>
              </a:ext>
            </a:extLst>
          </p:cNvPr>
          <p:cNvSpPr txBox="1"/>
          <p:nvPr/>
        </p:nvSpPr>
        <p:spPr>
          <a:xfrm>
            <a:off x="176470" y="785277"/>
            <a:ext cx="118414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obvious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one):</a:t>
            </a: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three drawers we have, in turn: five balls, four balls and three balls.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choose one 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among the first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drawers?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09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B084-98D2-894F-925B-0E95127B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05B3898-AE7B-D939-3CA1-68331C362AFF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08A864D-DCDB-4687-6976-E17525F2DC32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</p:spTree>
    <p:extLst>
      <p:ext uri="{BB962C8B-B14F-4D97-AF65-F5344CB8AC3E}">
        <p14:creationId xmlns:p14="http://schemas.microsoft.com/office/powerpoint/2010/main" val="3364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E2F85-45E6-69CE-827C-8EDF193F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30B64AF-F689-A1EC-9579-7AD79FD3EC63}"/>
              </a:ext>
            </a:extLst>
          </p:cNvPr>
          <p:cNvSpPr txBox="1"/>
          <p:nvPr/>
        </p:nvSpPr>
        <p:spPr>
          <a:xfrm>
            <a:off x="176469" y="1616274"/>
            <a:ext cx="552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attempt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down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underlinings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":</a:t>
            </a:r>
          </a:p>
        </p:txBody>
      </p: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25FD16F6-F8A4-5A84-8148-BB06977383A2}"/>
              </a:ext>
            </a:extLst>
          </p:cNvPr>
          <p:cNvCxnSpPr/>
          <p:nvPr/>
        </p:nvCxnSpPr>
        <p:spPr>
          <a:xfrm>
            <a:off x="319520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07950D91-55AE-9756-12DB-6E8C9E1D1A07}"/>
              </a:ext>
            </a:extLst>
          </p:cNvPr>
          <p:cNvCxnSpPr/>
          <p:nvPr/>
        </p:nvCxnSpPr>
        <p:spPr>
          <a:xfrm>
            <a:off x="425071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83256BA1-6D33-8CF6-6F52-2D4B18610433}"/>
              </a:ext>
            </a:extLst>
          </p:cNvPr>
          <p:cNvCxnSpPr/>
          <p:nvPr/>
        </p:nvCxnSpPr>
        <p:spPr>
          <a:xfrm>
            <a:off x="5297082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F8996F29-53A7-9F4F-A8CA-E7D6B9761DC8}"/>
              </a:ext>
            </a:extLst>
          </p:cNvPr>
          <p:cNvCxnSpPr/>
          <p:nvPr/>
        </p:nvCxnSpPr>
        <p:spPr>
          <a:xfrm>
            <a:off x="633013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F493624B-55B6-55E9-B5E8-CD59BE571B74}"/>
              </a:ext>
            </a:extLst>
          </p:cNvPr>
          <p:cNvCxnSpPr/>
          <p:nvPr/>
        </p:nvCxnSpPr>
        <p:spPr>
          <a:xfrm>
            <a:off x="738564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33AAD60-AB0C-41B1-ADB3-CCEB01211927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1F9A7E0-868A-7F45-92FA-2974CA9D0850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6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73F3E-8B2E-6418-5FBD-482AA5EE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E9DE1D5D-3D74-4301-A31A-638A5A8EA837}"/>
              </a:ext>
            </a:extLst>
          </p:cNvPr>
          <p:cNvCxnSpPr/>
          <p:nvPr/>
        </p:nvCxnSpPr>
        <p:spPr>
          <a:xfrm>
            <a:off x="319520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6924C3BD-6490-4DA8-FB06-61BE85631E83}"/>
              </a:ext>
            </a:extLst>
          </p:cNvPr>
          <p:cNvCxnSpPr/>
          <p:nvPr/>
        </p:nvCxnSpPr>
        <p:spPr>
          <a:xfrm>
            <a:off x="425071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807FFEAD-B835-F6D7-7D86-6E43A6439523}"/>
              </a:ext>
            </a:extLst>
          </p:cNvPr>
          <p:cNvCxnSpPr/>
          <p:nvPr/>
        </p:nvCxnSpPr>
        <p:spPr>
          <a:xfrm>
            <a:off x="5297082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7D301135-E43A-5667-AA00-284EDB33A8AD}"/>
              </a:ext>
            </a:extLst>
          </p:cNvPr>
          <p:cNvCxnSpPr/>
          <p:nvPr/>
        </p:nvCxnSpPr>
        <p:spPr>
          <a:xfrm>
            <a:off x="633013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874DB5C8-8F37-F44A-72F6-B63DF39944E4}"/>
              </a:ext>
            </a:extLst>
          </p:cNvPr>
          <p:cNvCxnSpPr/>
          <p:nvPr/>
        </p:nvCxnSpPr>
        <p:spPr>
          <a:xfrm>
            <a:off x="738564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FB3D35E-88FC-2C2C-0B49-8C9C69BDECD5}"/>
                  </a:ext>
                </a:extLst>
              </p:cNvPr>
              <p:cNvSpPr txBox="1"/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parity depends on the last digit – we start from it.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put one of five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0, 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4, 6, 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FB3D35E-88FC-2C2C-0B49-8C9C69BDE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blipFill>
                <a:blip r:embed="rId2"/>
                <a:stretch>
                  <a:fillRect l="-1222" t="-5839" r="-22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40E85F7-5FFC-F391-3A05-D5C054ADA527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6B5296A-5AEE-5EAC-2140-15BF936E13C3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73D7DA6-B95B-7EBD-95C1-B925CDB127DB}"/>
              </a:ext>
            </a:extLst>
          </p:cNvPr>
          <p:cNvSpPr txBox="1"/>
          <p:nvPr/>
        </p:nvSpPr>
        <p:spPr>
          <a:xfrm>
            <a:off x="176469" y="1616274"/>
            <a:ext cx="552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attempt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down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underlinings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":</a:t>
            </a:r>
          </a:p>
        </p:txBody>
      </p:sp>
    </p:spTree>
    <p:extLst>
      <p:ext uri="{BB962C8B-B14F-4D97-AF65-F5344CB8AC3E}">
        <p14:creationId xmlns:p14="http://schemas.microsoft.com/office/powerpoint/2010/main" val="2248675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2DC4C-CA02-3147-677F-3A4AF5AE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941C8EF5-2DD4-DC3B-50F5-CB894259A070}"/>
              </a:ext>
            </a:extLst>
          </p:cNvPr>
          <p:cNvCxnSpPr/>
          <p:nvPr/>
        </p:nvCxnSpPr>
        <p:spPr>
          <a:xfrm>
            <a:off x="319520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97F3257B-4FE4-C85E-AF49-5348A2AC7055}"/>
              </a:ext>
            </a:extLst>
          </p:cNvPr>
          <p:cNvCxnSpPr/>
          <p:nvPr/>
        </p:nvCxnSpPr>
        <p:spPr>
          <a:xfrm>
            <a:off x="425071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D67C77F3-D63B-D9EF-7CD3-544DBFDBAD6A}"/>
              </a:ext>
            </a:extLst>
          </p:cNvPr>
          <p:cNvCxnSpPr/>
          <p:nvPr/>
        </p:nvCxnSpPr>
        <p:spPr>
          <a:xfrm>
            <a:off x="5297082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31DA0A1B-3557-6FBC-63AA-276FCA368FBF}"/>
              </a:ext>
            </a:extLst>
          </p:cNvPr>
          <p:cNvCxnSpPr/>
          <p:nvPr/>
        </p:nvCxnSpPr>
        <p:spPr>
          <a:xfrm>
            <a:off x="633013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F5F68F47-DFCA-CBE7-B2A9-70566C9A59EB}"/>
              </a:ext>
            </a:extLst>
          </p:cNvPr>
          <p:cNvCxnSpPr/>
          <p:nvPr/>
        </p:nvCxnSpPr>
        <p:spPr>
          <a:xfrm>
            <a:off x="738564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23CE001A-CD1F-51A3-AAF9-2A587B194383}"/>
              </a:ext>
            </a:extLst>
          </p:cNvPr>
          <p:cNvCxnSpPr/>
          <p:nvPr/>
        </p:nvCxnSpPr>
        <p:spPr>
          <a:xfrm>
            <a:off x="319520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5D847DE4-7661-BD93-41A5-B839886FD2F2}"/>
              </a:ext>
            </a:extLst>
          </p:cNvPr>
          <p:cNvCxnSpPr/>
          <p:nvPr/>
        </p:nvCxnSpPr>
        <p:spPr>
          <a:xfrm>
            <a:off x="425071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DCD6A601-F963-7354-2BFD-621024371381}"/>
              </a:ext>
            </a:extLst>
          </p:cNvPr>
          <p:cNvCxnSpPr/>
          <p:nvPr/>
        </p:nvCxnSpPr>
        <p:spPr>
          <a:xfrm>
            <a:off x="5297082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CC00E883-9C45-474A-06CE-6137FFF966A1}"/>
              </a:ext>
            </a:extLst>
          </p:cNvPr>
          <p:cNvCxnSpPr/>
          <p:nvPr/>
        </p:nvCxnSpPr>
        <p:spPr>
          <a:xfrm>
            <a:off x="633013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C22FD469-331F-6BB0-C76B-A793E23EC0FE}"/>
              </a:ext>
            </a:extLst>
          </p:cNvPr>
          <p:cNvCxnSpPr/>
          <p:nvPr/>
        </p:nvCxnSpPr>
        <p:spPr>
          <a:xfrm>
            <a:off x="738564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a 23">
            <a:extLst>
              <a:ext uri="{FF2B5EF4-FFF2-40B4-BE49-F238E27FC236}">
                <a16:creationId xmlns:a16="http://schemas.microsoft.com/office/drawing/2014/main" id="{48EF816A-39C6-E89F-BDEF-D46DA3EBB6CB}"/>
              </a:ext>
            </a:extLst>
          </p:cNvPr>
          <p:cNvGrpSpPr/>
          <p:nvPr/>
        </p:nvGrpSpPr>
        <p:grpSpPr>
          <a:xfrm>
            <a:off x="7721784" y="4136184"/>
            <a:ext cx="196200" cy="409680"/>
            <a:chOff x="7721784" y="4136184"/>
            <a:chExt cx="19620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C5EB1490-B4C5-3166-196C-7CABC6936368}"/>
                    </a:ext>
                  </a:extLst>
                </p14:cNvPr>
                <p14:cNvContentPartPr/>
                <p14:nvPr/>
              </p14:nvContentPartPr>
              <p14:xfrm>
                <a:off x="7721784" y="4164624"/>
                <a:ext cx="167040" cy="38124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C5EB1490-B4C5-3166-196C-7CABC693636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15664" y="4158504"/>
                  <a:ext cx="179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A5FC4A11-47A1-B6CF-B6D1-221F65F9E356}"/>
                    </a:ext>
                  </a:extLst>
                </p14:cNvPr>
                <p14:cNvContentPartPr/>
                <p14:nvPr/>
              </p14:nvContentPartPr>
              <p14:xfrm>
                <a:off x="7763184" y="4136184"/>
                <a:ext cx="154800" cy="3348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A5FC4A11-47A1-B6CF-B6D1-221F65F9E3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57064" y="4130064"/>
                  <a:ext cx="167040" cy="45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E25F60BF-BA42-006F-4795-0CF4EF345C8B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5FE7D239-F695-6B80-ED7D-21B1B9933A26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D4CB6C3E-0268-3AD4-9728-CE45F584EE24}"/>
              </a:ext>
            </a:extLst>
          </p:cNvPr>
          <p:cNvSpPr txBox="1"/>
          <p:nvPr/>
        </p:nvSpPr>
        <p:spPr>
          <a:xfrm>
            <a:off x="176469" y="1616274"/>
            <a:ext cx="552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attempt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down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underlinings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F82A9E6F-0FD9-49B3-A952-032E3FB83508}"/>
                  </a:ext>
                </a:extLst>
              </p:cNvPr>
              <p:cNvSpPr txBox="1"/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parity depends on the last digit – we start from it.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put one of five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0, 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4, 6, 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F82A9E6F-0FD9-49B3-A952-032E3FB83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blipFill>
                <a:blip r:embed="rId11"/>
                <a:stretch>
                  <a:fillRect l="-1222" t="-5839" r="-22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74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7A98-B595-CB93-CA1C-052D4747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A9824202-3ADF-B7CC-0C5C-83CDCA089A52}"/>
              </a:ext>
            </a:extLst>
          </p:cNvPr>
          <p:cNvCxnSpPr/>
          <p:nvPr/>
        </p:nvCxnSpPr>
        <p:spPr>
          <a:xfrm>
            <a:off x="319520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6A89BB93-A3A6-F3BE-C43F-C74FE9A313B9}"/>
              </a:ext>
            </a:extLst>
          </p:cNvPr>
          <p:cNvCxnSpPr/>
          <p:nvPr/>
        </p:nvCxnSpPr>
        <p:spPr>
          <a:xfrm>
            <a:off x="425071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D7AA4A4A-42DE-0028-5BFC-92C4BF14CF36}"/>
              </a:ext>
            </a:extLst>
          </p:cNvPr>
          <p:cNvCxnSpPr/>
          <p:nvPr/>
        </p:nvCxnSpPr>
        <p:spPr>
          <a:xfrm>
            <a:off x="5297082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D044A0D4-BF26-E320-3210-33F82E4A2500}"/>
              </a:ext>
            </a:extLst>
          </p:cNvPr>
          <p:cNvCxnSpPr/>
          <p:nvPr/>
        </p:nvCxnSpPr>
        <p:spPr>
          <a:xfrm>
            <a:off x="633013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792B8FE5-F597-0704-FDE1-026480289DB2}"/>
              </a:ext>
            </a:extLst>
          </p:cNvPr>
          <p:cNvCxnSpPr/>
          <p:nvPr/>
        </p:nvCxnSpPr>
        <p:spPr>
          <a:xfrm>
            <a:off x="738564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F81073E9-14A2-41A6-8731-9B93E0152D30}"/>
              </a:ext>
            </a:extLst>
          </p:cNvPr>
          <p:cNvCxnSpPr/>
          <p:nvPr/>
        </p:nvCxnSpPr>
        <p:spPr>
          <a:xfrm>
            <a:off x="319520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589883F-FA0B-089A-6143-ACF33B7AD66F}"/>
              </a:ext>
            </a:extLst>
          </p:cNvPr>
          <p:cNvCxnSpPr/>
          <p:nvPr/>
        </p:nvCxnSpPr>
        <p:spPr>
          <a:xfrm>
            <a:off x="425071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13E32BA8-5FA9-73DB-7258-84899B7C04DF}"/>
              </a:ext>
            </a:extLst>
          </p:cNvPr>
          <p:cNvCxnSpPr/>
          <p:nvPr/>
        </p:nvCxnSpPr>
        <p:spPr>
          <a:xfrm>
            <a:off x="5297082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299C11C9-48C6-947F-8AEB-62233EF0EAA5}"/>
              </a:ext>
            </a:extLst>
          </p:cNvPr>
          <p:cNvCxnSpPr/>
          <p:nvPr/>
        </p:nvCxnSpPr>
        <p:spPr>
          <a:xfrm>
            <a:off x="633013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CCAEB544-E8C9-89A7-96FD-F04B0C03D35B}"/>
              </a:ext>
            </a:extLst>
          </p:cNvPr>
          <p:cNvCxnSpPr/>
          <p:nvPr/>
        </p:nvCxnSpPr>
        <p:spPr>
          <a:xfrm>
            <a:off x="738564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a 23">
            <a:extLst>
              <a:ext uri="{FF2B5EF4-FFF2-40B4-BE49-F238E27FC236}">
                <a16:creationId xmlns:a16="http://schemas.microsoft.com/office/drawing/2014/main" id="{B058C63D-7035-8B24-6487-B3B98CC1189E}"/>
              </a:ext>
            </a:extLst>
          </p:cNvPr>
          <p:cNvGrpSpPr/>
          <p:nvPr/>
        </p:nvGrpSpPr>
        <p:grpSpPr>
          <a:xfrm>
            <a:off x="7721784" y="4136184"/>
            <a:ext cx="196200" cy="409680"/>
            <a:chOff x="7721784" y="4136184"/>
            <a:chExt cx="19620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E4C8A5BE-BAA8-25C0-234C-F8622D560D9D}"/>
                    </a:ext>
                  </a:extLst>
                </p14:cNvPr>
                <p14:cNvContentPartPr/>
                <p14:nvPr/>
              </p14:nvContentPartPr>
              <p14:xfrm>
                <a:off x="7721784" y="4164624"/>
                <a:ext cx="167040" cy="38124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E4C8A5BE-BAA8-25C0-234C-F8622D560D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15664" y="4158504"/>
                  <a:ext cx="179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7958F52E-5F14-6D43-7FA5-C859B2C2ECB1}"/>
                    </a:ext>
                  </a:extLst>
                </p14:cNvPr>
                <p14:cNvContentPartPr/>
                <p14:nvPr/>
              </p14:nvContentPartPr>
              <p14:xfrm>
                <a:off x="7763184" y="4136184"/>
                <a:ext cx="154800" cy="3348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7958F52E-5F14-6D43-7FA5-C859B2C2ECB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57064" y="4130064"/>
                  <a:ext cx="167040" cy="45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C2ED9A0D-1199-C0E7-4E0E-882AA80D0E9C}"/>
              </a:ext>
            </a:extLst>
          </p:cNvPr>
          <p:cNvSpPr txBox="1"/>
          <p:nvPr/>
        </p:nvSpPr>
        <p:spPr>
          <a:xfrm>
            <a:off x="170634" y="4908278"/>
            <a:ext cx="9740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Question: How many digits can we now put in the first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51CA5167-D705-9F8F-1087-82B48E6BFE95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653CA5DD-9987-BFD5-BE80-18129102C24B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28963B83-1390-1BAF-95EC-780F8A263D4E}"/>
              </a:ext>
            </a:extLst>
          </p:cNvPr>
          <p:cNvSpPr txBox="1"/>
          <p:nvPr/>
        </p:nvSpPr>
        <p:spPr>
          <a:xfrm>
            <a:off x="176469" y="1616274"/>
            <a:ext cx="552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attempt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down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underlinings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C610407E-6F0E-1A87-CD9D-0EFF21153245}"/>
                  </a:ext>
                </a:extLst>
              </p:cNvPr>
              <p:cNvSpPr txBox="1"/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parity depends on the last digit – we start from it.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put one of five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0, 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4, 6, 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C610407E-6F0E-1A87-CD9D-0EFF21153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blipFill>
                <a:blip r:embed="rId11"/>
                <a:stretch>
                  <a:fillRect l="-1222" t="-5839" r="-22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580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2575-3F16-16DF-2CF1-9D107E40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95130885-2FF4-5980-F833-B013FA5A8E65}"/>
              </a:ext>
            </a:extLst>
          </p:cNvPr>
          <p:cNvCxnSpPr/>
          <p:nvPr/>
        </p:nvCxnSpPr>
        <p:spPr>
          <a:xfrm>
            <a:off x="319520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C677A62E-4DA6-775B-4D45-D15578F8FF2B}"/>
              </a:ext>
            </a:extLst>
          </p:cNvPr>
          <p:cNvCxnSpPr/>
          <p:nvPr/>
        </p:nvCxnSpPr>
        <p:spPr>
          <a:xfrm>
            <a:off x="425071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895F921E-13ED-E0D6-7C2B-B5510B026F67}"/>
              </a:ext>
            </a:extLst>
          </p:cNvPr>
          <p:cNvCxnSpPr/>
          <p:nvPr/>
        </p:nvCxnSpPr>
        <p:spPr>
          <a:xfrm>
            <a:off x="5297082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440CE320-DDF2-CF23-0C53-126F7147C34E}"/>
              </a:ext>
            </a:extLst>
          </p:cNvPr>
          <p:cNvCxnSpPr/>
          <p:nvPr/>
        </p:nvCxnSpPr>
        <p:spPr>
          <a:xfrm>
            <a:off x="633013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B7E5BD1F-EE4A-9813-19B8-EB64EED35E2E}"/>
              </a:ext>
            </a:extLst>
          </p:cNvPr>
          <p:cNvCxnSpPr/>
          <p:nvPr/>
        </p:nvCxnSpPr>
        <p:spPr>
          <a:xfrm>
            <a:off x="738564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44521AA4-1466-AA2D-A1D6-AD9E320D185A}"/>
              </a:ext>
            </a:extLst>
          </p:cNvPr>
          <p:cNvCxnSpPr/>
          <p:nvPr/>
        </p:nvCxnSpPr>
        <p:spPr>
          <a:xfrm>
            <a:off x="319520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BE32AE4E-2D33-03C5-137B-63A81018D64A}"/>
              </a:ext>
            </a:extLst>
          </p:cNvPr>
          <p:cNvCxnSpPr/>
          <p:nvPr/>
        </p:nvCxnSpPr>
        <p:spPr>
          <a:xfrm>
            <a:off x="425071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D454DDCA-A462-B490-6D3A-753AC101F9A4}"/>
              </a:ext>
            </a:extLst>
          </p:cNvPr>
          <p:cNvCxnSpPr/>
          <p:nvPr/>
        </p:nvCxnSpPr>
        <p:spPr>
          <a:xfrm>
            <a:off x="5297082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97094008-CEC1-A920-DCA9-FE0F0DE0CE7E}"/>
              </a:ext>
            </a:extLst>
          </p:cNvPr>
          <p:cNvCxnSpPr/>
          <p:nvPr/>
        </p:nvCxnSpPr>
        <p:spPr>
          <a:xfrm>
            <a:off x="633013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A7CFA2FC-C120-E376-F006-B09A60694089}"/>
              </a:ext>
            </a:extLst>
          </p:cNvPr>
          <p:cNvCxnSpPr/>
          <p:nvPr/>
        </p:nvCxnSpPr>
        <p:spPr>
          <a:xfrm>
            <a:off x="738564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a 23">
            <a:extLst>
              <a:ext uri="{FF2B5EF4-FFF2-40B4-BE49-F238E27FC236}">
                <a16:creationId xmlns:a16="http://schemas.microsoft.com/office/drawing/2014/main" id="{9FC62AF0-F33C-E246-3147-0D2688195385}"/>
              </a:ext>
            </a:extLst>
          </p:cNvPr>
          <p:cNvGrpSpPr/>
          <p:nvPr/>
        </p:nvGrpSpPr>
        <p:grpSpPr>
          <a:xfrm>
            <a:off x="7721784" y="4136184"/>
            <a:ext cx="196200" cy="409680"/>
            <a:chOff x="7721784" y="4136184"/>
            <a:chExt cx="19620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CB98D670-72D0-9C2F-114D-0D48E1EEB035}"/>
                    </a:ext>
                  </a:extLst>
                </p14:cNvPr>
                <p14:cNvContentPartPr/>
                <p14:nvPr/>
              </p14:nvContentPartPr>
              <p14:xfrm>
                <a:off x="7721784" y="4164624"/>
                <a:ext cx="167040" cy="38124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CB98D670-72D0-9C2F-114D-0D48E1EEB0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15664" y="4158504"/>
                  <a:ext cx="179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21A9950C-E68F-FCCB-CA64-2EE9231D5D2A}"/>
                    </a:ext>
                  </a:extLst>
                </p14:cNvPr>
                <p14:cNvContentPartPr/>
                <p14:nvPr/>
              </p14:nvContentPartPr>
              <p14:xfrm>
                <a:off x="7763184" y="4136184"/>
                <a:ext cx="154800" cy="3348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21A9950C-E68F-FCCB-CA64-2EE9231D5D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57064" y="4130064"/>
                  <a:ext cx="16704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AB4F91B3-D649-F285-978F-0E98430AA176}"/>
                  </a:ext>
                </a:extLst>
              </p:cNvPr>
              <p:cNvSpPr txBox="1"/>
              <p:nvPr/>
            </p:nvSpPr>
            <p:spPr>
              <a:xfrm>
                <a:off x="170634" y="5369943"/>
                <a:ext cx="88334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default, we can insert one of nine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1−9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AB4F91B3-D649-F285-978F-0E98430AA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34" y="5369943"/>
                <a:ext cx="8833444" cy="461665"/>
              </a:xfrm>
              <a:prstGeom prst="rect">
                <a:avLst/>
              </a:prstGeom>
              <a:blipFill>
                <a:blip r:embed="rId11"/>
                <a:stretch>
                  <a:fillRect l="-1104" t="-11842" r="-6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ole tekstowe 20">
            <a:extLst>
              <a:ext uri="{FF2B5EF4-FFF2-40B4-BE49-F238E27FC236}">
                <a16:creationId xmlns:a16="http://schemas.microsoft.com/office/drawing/2014/main" id="{498DE7CB-3E5D-3D76-4F26-B5196B8362B0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B7774209-07F0-4436-07FA-93A6517575C8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2E6B5D6F-8BBF-D454-FC0E-F0A3AE94B05C}"/>
              </a:ext>
            </a:extLst>
          </p:cNvPr>
          <p:cNvSpPr txBox="1"/>
          <p:nvPr/>
        </p:nvSpPr>
        <p:spPr>
          <a:xfrm>
            <a:off x="176469" y="1616274"/>
            <a:ext cx="552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attempt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down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underlinings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72078F33-25BC-2E9A-659F-99D54C2898F5}"/>
                  </a:ext>
                </a:extLst>
              </p:cNvPr>
              <p:cNvSpPr txBox="1"/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parity depends on the last digit – we start from it.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put one of five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0, 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4, 6, 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72078F33-25BC-2E9A-659F-99D54C289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blipFill>
                <a:blip r:embed="rId12"/>
                <a:stretch>
                  <a:fillRect l="-1222" t="-5839" r="-22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43A1B06-DA6E-7AA2-B067-965B3B6868E5}"/>
              </a:ext>
            </a:extLst>
          </p:cNvPr>
          <p:cNvSpPr txBox="1"/>
          <p:nvPr/>
        </p:nvSpPr>
        <p:spPr>
          <a:xfrm>
            <a:off x="170634" y="4908278"/>
            <a:ext cx="9740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Question: How many digits can we now put in the first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2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F9F3-CCF8-73DC-2397-93E47281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A1F168F4-97D5-E3FE-B20D-CB5E2307F7EE}"/>
              </a:ext>
            </a:extLst>
          </p:cNvPr>
          <p:cNvCxnSpPr/>
          <p:nvPr/>
        </p:nvCxnSpPr>
        <p:spPr>
          <a:xfrm>
            <a:off x="319520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068152FB-B489-BD44-FC2E-0D17BF32600D}"/>
              </a:ext>
            </a:extLst>
          </p:cNvPr>
          <p:cNvCxnSpPr/>
          <p:nvPr/>
        </p:nvCxnSpPr>
        <p:spPr>
          <a:xfrm>
            <a:off x="4250716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F55905FF-42CA-BD2C-2913-FA3BC13CBA09}"/>
              </a:ext>
            </a:extLst>
          </p:cNvPr>
          <p:cNvCxnSpPr/>
          <p:nvPr/>
        </p:nvCxnSpPr>
        <p:spPr>
          <a:xfrm>
            <a:off x="5297082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6A32D9E7-3D61-BC9F-6A5E-643083744F3C}"/>
              </a:ext>
            </a:extLst>
          </p:cNvPr>
          <p:cNvCxnSpPr/>
          <p:nvPr/>
        </p:nvCxnSpPr>
        <p:spPr>
          <a:xfrm>
            <a:off x="633013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C581B35C-1B97-77F1-3661-FDD659D3406B}"/>
              </a:ext>
            </a:extLst>
          </p:cNvPr>
          <p:cNvCxnSpPr/>
          <p:nvPr/>
        </p:nvCxnSpPr>
        <p:spPr>
          <a:xfrm>
            <a:off x="7385640" y="2980944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D58F0B20-AF08-5254-44AD-E97986B05057}"/>
              </a:ext>
            </a:extLst>
          </p:cNvPr>
          <p:cNvCxnSpPr/>
          <p:nvPr/>
        </p:nvCxnSpPr>
        <p:spPr>
          <a:xfrm>
            <a:off x="319520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F446CF7C-2174-1B9C-DAC6-1CAACF80799F}"/>
              </a:ext>
            </a:extLst>
          </p:cNvPr>
          <p:cNvCxnSpPr/>
          <p:nvPr/>
        </p:nvCxnSpPr>
        <p:spPr>
          <a:xfrm>
            <a:off x="4250716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A1D856B8-176A-EF11-1A5D-05250BA1D059}"/>
              </a:ext>
            </a:extLst>
          </p:cNvPr>
          <p:cNvCxnSpPr/>
          <p:nvPr/>
        </p:nvCxnSpPr>
        <p:spPr>
          <a:xfrm>
            <a:off x="5297082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85AB608B-BCA7-8F84-6F57-7BADBEEC3A5B}"/>
              </a:ext>
            </a:extLst>
          </p:cNvPr>
          <p:cNvCxnSpPr/>
          <p:nvPr/>
        </p:nvCxnSpPr>
        <p:spPr>
          <a:xfrm>
            <a:off x="633013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C2932FE-3275-6BA3-D6C0-FB2EAF458F6F}"/>
              </a:ext>
            </a:extLst>
          </p:cNvPr>
          <p:cNvCxnSpPr/>
          <p:nvPr/>
        </p:nvCxnSpPr>
        <p:spPr>
          <a:xfrm>
            <a:off x="7385640" y="472440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a 23">
            <a:extLst>
              <a:ext uri="{FF2B5EF4-FFF2-40B4-BE49-F238E27FC236}">
                <a16:creationId xmlns:a16="http://schemas.microsoft.com/office/drawing/2014/main" id="{9C6AE22B-0C61-934E-AB72-E5FDE7F8E802}"/>
              </a:ext>
            </a:extLst>
          </p:cNvPr>
          <p:cNvGrpSpPr/>
          <p:nvPr/>
        </p:nvGrpSpPr>
        <p:grpSpPr>
          <a:xfrm>
            <a:off x="7721784" y="4136184"/>
            <a:ext cx="196200" cy="409680"/>
            <a:chOff x="7721784" y="4136184"/>
            <a:chExt cx="19620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8385152D-4DE2-5A5D-2216-3C630DDD465E}"/>
                    </a:ext>
                  </a:extLst>
                </p14:cNvPr>
                <p14:cNvContentPartPr/>
                <p14:nvPr/>
              </p14:nvContentPartPr>
              <p14:xfrm>
                <a:off x="7721784" y="4164624"/>
                <a:ext cx="167040" cy="38124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8385152D-4DE2-5A5D-2216-3C630DDD46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15664" y="4158504"/>
                  <a:ext cx="179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17CA5E87-9801-8FDF-3961-05417E93CFEA}"/>
                    </a:ext>
                  </a:extLst>
                </p14:cNvPr>
                <p14:cNvContentPartPr/>
                <p14:nvPr/>
              </p14:nvContentPartPr>
              <p14:xfrm>
                <a:off x="7763184" y="4136184"/>
                <a:ext cx="154800" cy="3348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17CA5E87-9801-8FDF-3961-05417E93CF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57064" y="4130064"/>
                  <a:ext cx="16704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4EBAD9B5-4C7D-182E-01B9-2DFBEEC8088B}"/>
                  </a:ext>
                </a:extLst>
              </p:cNvPr>
              <p:cNvSpPr txBox="1"/>
              <p:nvPr/>
            </p:nvSpPr>
            <p:spPr>
              <a:xfrm>
                <a:off x="170634" y="5841890"/>
                <a:ext cx="120077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there is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at the end, we still have nine possibilities, but if, for example,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a two, we only have eight possibilities for the first digit.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4EBAD9B5-4C7D-182E-01B9-2DFBEEC8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34" y="5841890"/>
                <a:ext cx="12007774" cy="830997"/>
              </a:xfrm>
              <a:prstGeom prst="rect">
                <a:avLst/>
              </a:prstGeom>
              <a:blipFill>
                <a:blip r:embed="rId11"/>
                <a:stretch>
                  <a:fillRect l="-812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pole tekstowe 24">
            <a:extLst>
              <a:ext uri="{FF2B5EF4-FFF2-40B4-BE49-F238E27FC236}">
                <a16:creationId xmlns:a16="http://schemas.microsoft.com/office/drawing/2014/main" id="{A39428C7-ED3C-BDFE-F1F1-F8C4EB1A2757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7329F51C-6668-415F-FE4E-5BF1B2EBA46E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A22676E1-14F1-B368-F4E2-03DDFC9FDC70}"/>
              </a:ext>
            </a:extLst>
          </p:cNvPr>
          <p:cNvSpPr txBox="1"/>
          <p:nvPr/>
        </p:nvSpPr>
        <p:spPr>
          <a:xfrm>
            <a:off x="176469" y="1616274"/>
            <a:ext cx="552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attempt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down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underlinings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pole tekstowe 27">
                <a:extLst>
                  <a:ext uri="{FF2B5EF4-FFF2-40B4-BE49-F238E27FC236}">
                    <a16:creationId xmlns:a16="http://schemas.microsoft.com/office/drawing/2014/main" id="{990A1E22-1DAF-F85B-F76B-3E6406C9D467}"/>
                  </a:ext>
                </a:extLst>
              </p:cNvPr>
              <p:cNvSpPr txBox="1"/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parity depends on the last digit – we start from it.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put one of five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0, 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4, 6, 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pole tekstowe 27">
                <a:extLst>
                  <a:ext uri="{FF2B5EF4-FFF2-40B4-BE49-F238E27FC236}">
                    <a16:creationId xmlns:a16="http://schemas.microsoft.com/office/drawing/2014/main" id="{990A1E22-1DAF-F85B-F76B-3E6406C9D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232548"/>
                <a:ext cx="7976992" cy="830997"/>
              </a:xfrm>
              <a:prstGeom prst="rect">
                <a:avLst/>
              </a:prstGeom>
              <a:blipFill>
                <a:blip r:embed="rId12"/>
                <a:stretch>
                  <a:fillRect l="-1222" t="-5839" r="-22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C2294B26-78CD-AA2A-3CF2-92A95D172113}"/>
                  </a:ext>
                </a:extLst>
              </p:cNvPr>
              <p:cNvSpPr txBox="1"/>
              <p:nvPr/>
            </p:nvSpPr>
            <p:spPr>
              <a:xfrm>
                <a:off x="170634" y="5369943"/>
                <a:ext cx="88334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default, we can insert one of nine digits there: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1−9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C2294B26-78CD-AA2A-3CF2-92A95D172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34" y="5369943"/>
                <a:ext cx="8833444" cy="461665"/>
              </a:xfrm>
              <a:prstGeom prst="rect">
                <a:avLst/>
              </a:prstGeom>
              <a:blipFill>
                <a:blip r:embed="rId13"/>
                <a:stretch>
                  <a:fillRect l="-1104" t="-11842" r="-6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ole tekstowe 29">
            <a:extLst>
              <a:ext uri="{FF2B5EF4-FFF2-40B4-BE49-F238E27FC236}">
                <a16:creationId xmlns:a16="http://schemas.microsoft.com/office/drawing/2014/main" id="{CE2EDEC6-BB59-BCBD-3B3E-C6D12B72376D}"/>
              </a:ext>
            </a:extLst>
          </p:cNvPr>
          <p:cNvSpPr txBox="1"/>
          <p:nvPr/>
        </p:nvSpPr>
        <p:spPr>
          <a:xfrm>
            <a:off x="170634" y="4908278"/>
            <a:ext cx="9740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Question: How many digits can we now put in the first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57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AE68-B081-84B4-FA10-33BC157A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289440E-BEC8-5EE4-57AE-8E3869A80F55}"/>
              </a:ext>
            </a:extLst>
          </p:cNvPr>
          <p:cNvSpPr txBox="1"/>
          <p:nvPr/>
        </p:nvSpPr>
        <p:spPr>
          <a:xfrm>
            <a:off x="176469" y="1616274"/>
            <a:ext cx="12034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Conclusion: if, while analyzing a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we notice that 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cannot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using only the multiplication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and that a different number must be used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 given step depending on the case, then we consider these cases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separately and sum the results.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8E82603-EDC2-0BF5-79E3-677673BC2C7D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8E42D85-DDFF-E91B-3355-8BBB38ED928A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1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C885-7D3A-7F9C-D7E3-0247AE0E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29FE9953-E137-A1F8-DD02-BA521CAC6E9A}"/>
              </a:ext>
            </a:extLst>
          </p:cNvPr>
          <p:cNvSpPr txBox="1"/>
          <p:nvPr/>
        </p:nvSpPr>
        <p:spPr>
          <a:xfrm>
            <a:off x="176469" y="161627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248EAC31-5050-D122-AF26-E0CABDD4ED48}"/>
              </a:ext>
            </a:extLst>
          </p:cNvPr>
          <p:cNvCxnSpPr/>
          <p:nvPr/>
        </p:nvCxnSpPr>
        <p:spPr>
          <a:xfrm>
            <a:off x="323178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FF389204-363E-8529-EA2B-FDA59D8FE58E}"/>
              </a:ext>
            </a:extLst>
          </p:cNvPr>
          <p:cNvCxnSpPr/>
          <p:nvPr/>
        </p:nvCxnSpPr>
        <p:spPr>
          <a:xfrm>
            <a:off x="428729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26AE5A09-610A-79F8-7C90-5C378FFF5748}"/>
              </a:ext>
            </a:extLst>
          </p:cNvPr>
          <p:cNvCxnSpPr/>
          <p:nvPr/>
        </p:nvCxnSpPr>
        <p:spPr>
          <a:xfrm>
            <a:off x="5333658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EB8CAC6E-AF7D-91D6-B35B-A5FE00DBA182}"/>
              </a:ext>
            </a:extLst>
          </p:cNvPr>
          <p:cNvCxnSpPr/>
          <p:nvPr/>
        </p:nvCxnSpPr>
        <p:spPr>
          <a:xfrm>
            <a:off x="636670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8AC2512-9D0B-C6E5-E393-1C31D647EC41}"/>
              </a:ext>
            </a:extLst>
          </p:cNvPr>
          <p:cNvCxnSpPr/>
          <p:nvPr/>
        </p:nvCxnSpPr>
        <p:spPr>
          <a:xfrm>
            <a:off x="742221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C211FB92-4C40-A840-EC47-3E2D0350B87F}"/>
              </a:ext>
            </a:extLst>
          </p:cNvPr>
          <p:cNvCxnSpPr/>
          <p:nvPr/>
        </p:nvCxnSpPr>
        <p:spPr>
          <a:xfrm>
            <a:off x="26382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9D0E78A2-6A13-3872-67AE-1C4A9654011A}"/>
              </a:ext>
            </a:extLst>
          </p:cNvPr>
          <p:cNvCxnSpPr/>
          <p:nvPr/>
        </p:nvCxnSpPr>
        <p:spPr>
          <a:xfrm>
            <a:off x="131933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60DBD516-6B22-49D6-64CD-34CF63DE53E2}"/>
              </a:ext>
            </a:extLst>
          </p:cNvPr>
          <p:cNvCxnSpPr/>
          <p:nvPr/>
        </p:nvCxnSpPr>
        <p:spPr>
          <a:xfrm>
            <a:off x="2365699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8993A379-CC67-7C7D-0867-2CE242157F54}"/>
              </a:ext>
            </a:extLst>
          </p:cNvPr>
          <p:cNvCxnSpPr/>
          <p:nvPr/>
        </p:nvCxnSpPr>
        <p:spPr>
          <a:xfrm>
            <a:off x="339874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5111812B-B195-4AE8-5A36-0F29BFE4DD41}"/>
              </a:ext>
            </a:extLst>
          </p:cNvPr>
          <p:cNvCxnSpPr/>
          <p:nvPr/>
        </p:nvCxnSpPr>
        <p:spPr>
          <a:xfrm>
            <a:off x="445425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4AD5DE56-BC14-7596-60C7-35CF71D9FF8D}"/>
              </a:ext>
            </a:extLst>
          </p:cNvPr>
          <p:cNvCxnSpPr/>
          <p:nvPr/>
        </p:nvCxnSpPr>
        <p:spPr>
          <a:xfrm>
            <a:off x="670345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A5517B6F-515C-76FA-1C1B-540D1A9A788E}"/>
              </a:ext>
            </a:extLst>
          </p:cNvPr>
          <p:cNvCxnSpPr/>
          <p:nvPr/>
        </p:nvCxnSpPr>
        <p:spPr>
          <a:xfrm>
            <a:off x="775896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E89CCB79-7377-1C4A-1D7B-26F0BC42CA14}"/>
              </a:ext>
            </a:extLst>
          </p:cNvPr>
          <p:cNvCxnSpPr/>
          <p:nvPr/>
        </p:nvCxnSpPr>
        <p:spPr>
          <a:xfrm>
            <a:off x="8805330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E946BB4-7BE1-8B84-65D6-F11C65E1CB97}"/>
              </a:ext>
            </a:extLst>
          </p:cNvPr>
          <p:cNvCxnSpPr/>
          <p:nvPr/>
        </p:nvCxnSpPr>
        <p:spPr>
          <a:xfrm>
            <a:off x="983837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90F66E85-2F23-4EC3-2D4D-BF848A04C9A3}"/>
              </a:ext>
            </a:extLst>
          </p:cNvPr>
          <p:cNvCxnSpPr/>
          <p:nvPr/>
        </p:nvCxnSpPr>
        <p:spPr>
          <a:xfrm>
            <a:off x="1089388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8EDFB87E-FB86-6BB7-07DA-D896442F1BEF}"/>
                  </a:ext>
                </a:extLst>
              </p14:cNvPr>
              <p14:cNvContentPartPr/>
              <p14:nvPr/>
            </p14:nvContentPartPr>
            <p14:xfrm>
              <a:off x="4937904" y="3394224"/>
              <a:ext cx="119880" cy="1267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8EDFB87E-FB86-6BB7-07DA-D896442F1B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1784" y="3388104"/>
                <a:ext cx="13212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a 29">
            <a:extLst>
              <a:ext uri="{FF2B5EF4-FFF2-40B4-BE49-F238E27FC236}">
                <a16:creationId xmlns:a16="http://schemas.microsoft.com/office/drawing/2014/main" id="{B4EA9F61-D60C-E0BA-97BC-E3DA1985CAA8}"/>
              </a:ext>
            </a:extLst>
          </p:cNvPr>
          <p:cNvGrpSpPr/>
          <p:nvPr/>
        </p:nvGrpSpPr>
        <p:grpSpPr>
          <a:xfrm>
            <a:off x="10970064" y="3428784"/>
            <a:ext cx="322920" cy="224280"/>
            <a:chOff x="10970064" y="3428784"/>
            <a:chExt cx="3229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6E564EB2-96CA-B695-8225-787282448C3C}"/>
                    </a:ext>
                  </a:extLst>
                </p14:cNvPr>
                <p14:cNvContentPartPr/>
                <p14:nvPr/>
              </p14:nvContentPartPr>
              <p14:xfrm>
                <a:off x="10970064" y="3433104"/>
                <a:ext cx="63000" cy="16020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6E564EB2-96CA-B695-8225-787282448C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63944" y="3426984"/>
                  <a:ext cx="7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9596A501-9DA7-5D92-E568-E88177C81819}"/>
                    </a:ext>
                  </a:extLst>
                </p14:cNvPr>
                <p14:cNvContentPartPr/>
                <p14:nvPr/>
              </p14:nvContentPartPr>
              <p14:xfrm>
                <a:off x="11087784" y="3575304"/>
                <a:ext cx="3960" cy="777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9596A501-9DA7-5D92-E568-E88177C818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1664" y="3569184"/>
                  <a:ext cx="1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EF811664-2A33-12BC-6AB5-BDA4EBBE5EEB}"/>
                    </a:ext>
                  </a:extLst>
                </p14:cNvPr>
                <p14:cNvContentPartPr/>
                <p14:nvPr/>
              </p14:nvContentPartPr>
              <p14:xfrm>
                <a:off x="11146464" y="3428784"/>
                <a:ext cx="70200" cy="1400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EF811664-2A33-12BC-6AB5-BDA4EBBE5E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0344" y="3422664"/>
                  <a:ext cx="8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7E4CDF87-5755-B744-7A46-23B708AB3DD2}"/>
                    </a:ext>
                  </a:extLst>
                </p14:cNvPr>
                <p14:cNvContentPartPr/>
                <p14:nvPr/>
              </p14:nvContentPartPr>
              <p14:xfrm>
                <a:off x="11276064" y="3565944"/>
                <a:ext cx="16920" cy="5904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7E4CDF87-5755-B744-7A46-23B708AB3D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69944" y="3559824"/>
                  <a:ext cx="291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7EDE30C6-815F-DED2-BFC4-C956884C9674}"/>
              </a:ext>
            </a:extLst>
          </p:cNvPr>
          <p:cNvGrpSpPr/>
          <p:nvPr/>
        </p:nvGrpSpPr>
        <p:grpSpPr>
          <a:xfrm>
            <a:off x="11383704" y="3404664"/>
            <a:ext cx="310320" cy="248400"/>
            <a:chOff x="11383704" y="3404664"/>
            <a:chExt cx="310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C439D530-FDD8-8531-7C44-D8D174D090DC}"/>
                    </a:ext>
                  </a:extLst>
                </p14:cNvPr>
                <p14:cNvContentPartPr/>
                <p14:nvPr/>
              </p14:nvContentPartPr>
              <p14:xfrm>
                <a:off x="11383704" y="3404664"/>
                <a:ext cx="73800" cy="17784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C439D530-FDD8-8531-7C44-D8D174D090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77584" y="3398544"/>
                  <a:ext cx="86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8E5E81B2-0B40-1A0A-AEE2-1CD80A0FC995}"/>
                    </a:ext>
                  </a:extLst>
                </p14:cNvPr>
                <p14:cNvContentPartPr/>
                <p14:nvPr/>
              </p14:nvContentPartPr>
              <p14:xfrm>
                <a:off x="11504664" y="3575304"/>
                <a:ext cx="16920" cy="7776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8E5E81B2-0B40-1A0A-AEE2-1CD80A0FC9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8544" y="3569184"/>
                  <a:ext cx="2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11878530-968C-4DDD-0B42-3BC420B4F38C}"/>
                    </a:ext>
                  </a:extLst>
                </p14:cNvPr>
                <p14:cNvContentPartPr/>
                <p14:nvPr/>
              </p14:nvContentPartPr>
              <p14:xfrm>
                <a:off x="11593584" y="3438504"/>
                <a:ext cx="100440" cy="19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11878530-968C-4DDD-0B42-3BC420B4F3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7464" y="3432384"/>
                  <a:ext cx="112680" cy="20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1CC2C7B-4D26-B586-1933-94F3C1D902D5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F43F2FF6-DD1A-56B1-F51C-6B781CEDE444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97" name="Grupa 96">
            <a:extLst>
              <a:ext uri="{FF2B5EF4-FFF2-40B4-BE49-F238E27FC236}">
                <a16:creationId xmlns:a16="http://schemas.microsoft.com/office/drawing/2014/main" id="{B74933C7-6503-3CE9-F5AB-54E6BC479BE1}"/>
              </a:ext>
            </a:extLst>
          </p:cNvPr>
          <p:cNvGrpSpPr/>
          <p:nvPr/>
        </p:nvGrpSpPr>
        <p:grpSpPr>
          <a:xfrm>
            <a:off x="3361311" y="2321228"/>
            <a:ext cx="237240" cy="347760"/>
            <a:chOff x="4084465" y="2320445"/>
            <a:chExt cx="237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9" name="Pismo odręczne 58">
                  <a:extLst>
                    <a:ext uri="{FF2B5EF4-FFF2-40B4-BE49-F238E27FC236}">
                      <a16:creationId xmlns:a16="http://schemas.microsoft.com/office/drawing/2014/main" id="{C4E456E3-AB46-2BD2-775F-114348168C70}"/>
                    </a:ext>
                  </a:extLst>
                </p14:cNvPr>
                <p14:cNvContentPartPr/>
                <p14:nvPr/>
              </p14:nvContentPartPr>
              <p14:xfrm>
                <a:off x="4131625" y="2320445"/>
                <a:ext cx="190080" cy="288720"/>
              </p14:xfrm>
            </p:contentPart>
          </mc:Choice>
          <mc:Fallback>
            <p:pic>
              <p:nvPicPr>
                <p:cNvPr id="59" name="Pismo odręczne 58">
                  <a:extLst>
                    <a:ext uri="{FF2B5EF4-FFF2-40B4-BE49-F238E27FC236}">
                      <a16:creationId xmlns:a16="http://schemas.microsoft.com/office/drawing/2014/main" id="{C4E456E3-AB46-2BD2-775F-114348168C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25505" y="2314325"/>
                  <a:ext cx="202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6" name="Pismo odręczne 95">
                  <a:extLst>
                    <a:ext uri="{FF2B5EF4-FFF2-40B4-BE49-F238E27FC236}">
                      <a16:creationId xmlns:a16="http://schemas.microsoft.com/office/drawing/2014/main" id="{919BFC71-F0F8-2F7A-011C-7EFEDA44D92F}"/>
                    </a:ext>
                  </a:extLst>
                </p14:cNvPr>
                <p14:cNvContentPartPr/>
                <p14:nvPr/>
              </p14:nvContentPartPr>
              <p14:xfrm>
                <a:off x="4084465" y="2544725"/>
                <a:ext cx="110880" cy="123480"/>
              </p14:xfrm>
            </p:contentPart>
          </mc:Choice>
          <mc:Fallback>
            <p:pic>
              <p:nvPicPr>
                <p:cNvPr id="96" name="Pismo odręczne 95">
                  <a:extLst>
                    <a:ext uri="{FF2B5EF4-FFF2-40B4-BE49-F238E27FC236}">
                      <a16:creationId xmlns:a16="http://schemas.microsoft.com/office/drawing/2014/main" id="{919BFC71-F0F8-2F7A-011C-7EFEDA44D9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8345" y="2538605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a 130">
            <a:extLst>
              <a:ext uri="{FF2B5EF4-FFF2-40B4-BE49-F238E27FC236}">
                <a16:creationId xmlns:a16="http://schemas.microsoft.com/office/drawing/2014/main" id="{DC47903D-9EB5-78A7-DBFD-579190DDD336}"/>
              </a:ext>
            </a:extLst>
          </p:cNvPr>
          <p:cNvGrpSpPr/>
          <p:nvPr/>
        </p:nvGrpSpPr>
        <p:grpSpPr>
          <a:xfrm>
            <a:off x="3725991" y="2380268"/>
            <a:ext cx="801360" cy="288000"/>
            <a:chOff x="4449145" y="2379485"/>
            <a:chExt cx="8013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9" name="Pismo odręczne 98">
                  <a:extLst>
                    <a:ext uri="{FF2B5EF4-FFF2-40B4-BE49-F238E27FC236}">
                      <a16:creationId xmlns:a16="http://schemas.microsoft.com/office/drawing/2014/main" id="{189176B6-0797-2994-2C93-F28F64EF9F8E}"/>
                    </a:ext>
                  </a:extLst>
                </p14:cNvPr>
                <p14:cNvContentPartPr/>
                <p14:nvPr/>
              </p14:nvContentPartPr>
              <p14:xfrm>
                <a:off x="4449145" y="2501525"/>
                <a:ext cx="45360" cy="94680"/>
              </p14:xfrm>
            </p:contentPart>
          </mc:Choice>
          <mc:Fallback>
            <p:pic>
              <p:nvPicPr>
                <p:cNvPr id="99" name="Pismo odręczne 98">
                  <a:extLst>
                    <a:ext uri="{FF2B5EF4-FFF2-40B4-BE49-F238E27FC236}">
                      <a16:creationId xmlns:a16="http://schemas.microsoft.com/office/drawing/2014/main" id="{189176B6-0797-2994-2C93-F28F64EF9F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3025" y="2495405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0" name="Pismo odręczne 99">
                  <a:extLst>
                    <a:ext uri="{FF2B5EF4-FFF2-40B4-BE49-F238E27FC236}">
                      <a16:creationId xmlns:a16="http://schemas.microsoft.com/office/drawing/2014/main" id="{D6D3A0E3-34B4-7A62-CD1F-B16187F444D9}"/>
                    </a:ext>
                  </a:extLst>
                </p14:cNvPr>
                <p14:cNvContentPartPr/>
                <p14:nvPr/>
              </p14:nvContentPartPr>
              <p14:xfrm>
                <a:off x="4494145" y="2397845"/>
                <a:ext cx="360" cy="1800"/>
              </p14:xfrm>
            </p:contentPart>
          </mc:Choice>
          <mc:Fallback>
            <p:pic>
              <p:nvPicPr>
                <p:cNvPr id="100" name="Pismo odręczne 99">
                  <a:extLst>
                    <a:ext uri="{FF2B5EF4-FFF2-40B4-BE49-F238E27FC236}">
                      <a16:creationId xmlns:a16="http://schemas.microsoft.com/office/drawing/2014/main" id="{D6D3A0E3-34B4-7A62-CD1F-B16187F444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88025" y="2391725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1" name="Pismo odręczne 100">
                  <a:extLst>
                    <a:ext uri="{FF2B5EF4-FFF2-40B4-BE49-F238E27FC236}">
                      <a16:creationId xmlns:a16="http://schemas.microsoft.com/office/drawing/2014/main" id="{938F3046-5E6F-F4E0-8CFD-48EC30F52CFA}"/>
                    </a:ext>
                  </a:extLst>
                </p14:cNvPr>
                <p14:cNvContentPartPr/>
                <p14:nvPr/>
              </p14:nvContentPartPr>
              <p14:xfrm>
                <a:off x="4552465" y="2383805"/>
                <a:ext cx="80640" cy="283680"/>
              </p14:xfrm>
            </p:contentPart>
          </mc:Choice>
          <mc:Fallback>
            <p:pic>
              <p:nvPicPr>
                <p:cNvPr id="101" name="Pismo odręczne 100">
                  <a:extLst>
                    <a:ext uri="{FF2B5EF4-FFF2-40B4-BE49-F238E27FC236}">
                      <a16:creationId xmlns:a16="http://schemas.microsoft.com/office/drawing/2014/main" id="{938F3046-5E6F-F4E0-8CFD-48EC30F52C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46345" y="2377685"/>
                  <a:ext cx="92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2" name="Pismo odręczne 101">
                  <a:extLst>
                    <a:ext uri="{FF2B5EF4-FFF2-40B4-BE49-F238E27FC236}">
                      <a16:creationId xmlns:a16="http://schemas.microsoft.com/office/drawing/2014/main" id="{9FCE4140-FB40-08C5-BEC0-BAEA406C1F77}"/>
                    </a:ext>
                  </a:extLst>
                </p14:cNvPr>
                <p14:cNvContentPartPr/>
                <p14:nvPr/>
              </p14:nvContentPartPr>
              <p14:xfrm>
                <a:off x="4528705" y="2524925"/>
                <a:ext cx="135360" cy="54720"/>
              </p14:xfrm>
            </p:contentPart>
          </mc:Choice>
          <mc:Fallback>
            <p:pic>
              <p:nvPicPr>
                <p:cNvPr id="102" name="Pismo odręczne 101">
                  <a:extLst>
                    <a:ext uri="{FF2B5EF4-FFF2-40B4-BE49-F238E27FC236}">
                      <a16:creationId xmlns:a16="http://schemas.microsoft.com/office/drawing/2014/main" id="{9FCE4140-FB40-08C5-BEC0-BAEA406C1F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22585" y="2518805"/>
                  <a:ext cx="14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4" name="Pismo odręczne 103">
                  <a:extLst>
                    <a:ext uri="{FF2B5EF4-FFF2-40B4-BE49-F238E27FC236}">
                      <a16:creationId xmlns:a16="http://schemas.microsoft.com/office/drawing/2014/main" id="{99D2FBA2-7816-F5C2-0291-9CA1E6F8710F}"/>
                    </a:ext>
                  </a:extLst>
                </p14:cNvPr>
                <p14:cNvContentPartPr/>
                <p14:nvPr/>
              </p14:nvContentPartPr>
              <p14:xfrm>
                <a:off x="4794385" y="2388485"/>
                <a:ext cx="30600" cy="172080"/>
              </p14:xfrm>
            </p:contentPart>
          </mc:Choice>
          <mc:Fallback>
            <p:pic>
              <p:nvPicPr>
                <p:cNvPr id="104" name="Pismo odręczne 103">
                  <a:extLst>
                    <a:ext uri="{FF2B5EF4-FFF2-40B4-BE49-F238E27FC236}">
                      <a16:creationId xmlns:a16="http://schemas.microsoft.com/office/drawing/2014/main" id="{99D2FBA2-7816-F5C2-0291-9CA1E6F871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88265" y="2382365"/>
                  <a:ext cx="4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5" name="Pismo odręczne 104">
                  <a:extLst>
                    <a:ext uri="{FF2B5EF4-FFF2-40B4-BE49-F238E27FC236}">
                      <a16:creationId xmlns:a16="http://schemas.microsoft.com/office/drawing/2014/main" id="{6C8364D8-7175-4B6C-15C7-84B74174A2FF}"/>
                    </a:ext>
                  </a:extLst>
                </p14:cNvPr>
                <p14:cNvContentPartPr/>
                <p14:nvPr/>
              </p14:nvContentPartPr>
              <p14:xfrm>
                <a:off x="4770265" y="2448965"/>
                <a:ext cx="50040" cy="18360"/>
              </p14:xfrm>
            </p:contentPart>
          </mc:Choice>
          <mc:Fallback>
            <p:pic>
              <p:nvPicPr>
                <p:cNvPr id="105" name="Pismo odręczne 104">
                  <a:extLst>
                    <a:ext uri="{FF2B5EF4-FFF2-40B4-BE49-F238E27FC236}">
                      <a16:creationId xmlns:a16="http://schemas.microsoft.com/office/drawing/2014/main" id="{6C8364D8-7175-4B6C-15C7-84B74174A2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64145" y="2442845"/>
                  <a:ext cx="62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9" name="Pismo odręczne 108">
                  <a:extLst>
                    <a:ext uri="{FF2B5EF4-FFF2-40B4-BE49-F238E27FC236}">
                      <a16:creationId xmlns:a16="http://schemas.microsoft.com/office/drawing/2014/main" id="{4B9D3428-01EC-05FC-632A-182A4CE3E9A0}"/>
                    </a:ext>
                  </a:extLst>
                </p14:cNvPr>
                <p14:cNvContentPartPr/>
                <p14:nvPr/>
              </p14:nvContentPartPr>
              <p14:xfrm>
                <a:off x="4847305" y="2379485"/>
                <a:ext cx="82800" cy="186840"/>
              </p14:xfrm>
            </p:contentPart>
          </mc:Choice>
          <mc:Fallback>
            <p:pic>
              <p:nvPicPr>
                <p:cNvPr id="109" name="Pismo odręczne 108">
                  <a:extLst>
                    <a:ext uri="{FF2B5EF4-FFF2-40B4-BE49-F238E27FC236}">
                      <a16:creationId xmlns:a16="http://schemas.microsoft.com/office/drawing/2014/main" id="{4B9D3428-01EC-05FC-632A-182A4CE3E9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41185" y="2373365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8" name="Pismo odręczne 127">
                  <a:extLst>
                    <a:ext uri="{FF2B5EF4-FFF2-40B4-BE49-F238E27FC236}">
                      <a16:creationId xmlns:a16="http://schemas.microsoft.com/office/drawing/2014/main" id="{CD8A8A10-6947-C800-4F75-1115C725BE58}"/>
                    </a:ext>
                  </a:extLst>
                </p14:cNvPr>
                <p14:cNvContentPartPr/>
                <p14:nvPr/>
              </p14:nvContentPartPr>
              <p14:xfrm>
                <a:off x="4951345" y="2499365"/>
                <a:ext cx="75960" cy="74160"/>
              </p14:xfrm>
            </p:contentPart>
          </mc:Choice>
          <mc:Fallback>
            <p:pic>
              <p:nvPicPr>
                <p:cNvPr id="128" name="Pismo odręczne 127">
                  <a:extLst>
                    <a:ext uri="{FF2B5EF4-FFF2-40B4-BE49-F238E27FC236}">
                      <a16:creationId xmlns:a16="http://schemas.microsoft.com/office/drawing/2014/main" id="{CD8A8A10-6947-C800-4F75-1115C725BE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45225" y="2493245"/>
                  <a:ext cx="88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9" name="Pismo odręczne 128">
                  <a:extLst>
                    <a:ext uri="{FF2B5EF4-FFF2-40B4-BE49-F238E27FC236}">
                      <a16:creationId xmlns:a16="http://schemas.microsoft.com/office/drawing/2014/main" id="{F97B66E4-BEA3-2D5C-C684-0074C9364942}"/>
                    </a:ext>
                  </a:extLst>
                </p14:cNvPr>
                <p14:cNvContentPartPr/>
                <p14:nvPr/>
              </p14:nvContentPartPr>
              <p14:xfrm>
                <a:off x="5065465" y="2527445"/>
                <a:ext cx="65880" cy="36360"/>
              </p14:xfrm>
            </p:contentPart>
          </mc:Choice>
          <mc:Fallback>
            <p:pic>
              <p:nvPicPr>
                <p:cNvPr id="129" name="Pismo odręczne 128">
                  <a:extLst>
                    <a:ext uri="{FF2B5EF4-FFF2-40B4-BE49-F238E27FC236}">
                      <a16:creationId xmlns:a16="http://schemas.microsoft.com/office/drawing/2014/main" id="{F97B66E4-BEA3-2D5C-C684-0074C93649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59345" y="2521325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0" name="Pismo odręczne 129">
                  <a:extLst>
                    <a:ext uri="{FF2B5EF4-FFF2-40B4-BE49-F238E27FC236}">
                      <a16:creationId xmlns:a16="http://schemas.microsoft.com/office/drawing/2014/main" id="{6FA519FA-457A-B9A0-8D2C-2CBDB5DADD5B}"/>
                    </a:ext>
                  </a:extLst>
                </p14:cNvPr>
                <p14:cNvContentPartPr/>
                <p14:nvPr/>
              </p14:nvContentPartPr>
              <p14:xfrm>
                <a:off x="5149705" y="2497565"/>
                <a:ext cx="100800" cy="96480"/>
              </p14:xfrm>
            </p:contentPart>
          </mc:Choice>
          <mc:Fallback>
            <p:pic>
              <p:nvPicPr>
                <p:cNvPr id="130" name="Pismo odręczne 129">
                  <a:extLst>
                    <a:ext uri="{FF2B5EF4-FFF2-40B4-BE49-F238E27FC236}">
                      <a16:creationId xmlns:a16="http://schemas.microsoft.com/office/drawing/2014/main" id="{6FA519FA-457A-B9A0-8D2C-2CBDB5DADD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43585" y="2491445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32" name="Pismo odręczne 131">
                <a:extLst>
                  <a:ext uri="{FF2B5EF4-FFF2-40B4-BE49-F238E27FC236}">
                    <a16:creationId xmlns:a16="http://schemas.microsoft.com/office/drawing/2014/main" id="{DD8326A3-A5DD-3823-382F-D4CF6796DA67}"/>
                  </a:ext>
                </a:extLst>
              </p14:cNvPr>
              <p14:cNvContentPartPr/>
              <p14:nvPr/>
            </p14:nvContentPartPr>
            <p14:xfrm>
              <a:off x="4642191" y="2510948"/>
              <a:ext cx="9000" cy="55800"/>
            </p14:xfrm>
          </p:contentPart>
        </mc:Choice>
        <mc:Fallback>
          <p:pic>
            <p:nvPicPr>
              <p:cNvPr id="132" name="Pismo odręczne 131">
                <a:extLst>
                  <a:ext uri="{FF2B5EF4-FFF2-40B4-BE49-F238E27FC236}">
                    <a16:creationId xmlns:a16="http://schemas.microsoft.com/office/drawing/2014/main" id="{DD8326A3-A5DD-3823-382F-D4CF6796DA6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36071" y="2504828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3" name="Pismo odręczne 132">
                <a:extLst>
                  <a:ext uri="{FF2B5EF4-FFF2-40B4-BE49-F238E27FC236}">
                    <a16:creationId xmlns:a16="http://schemas.microsoft.com/office/drawing/2014/main" id="{E80A672A-DA4D-F012-5BB1-2DC25E1E0AA4}"/>
                  </a:ext>
                </a:extLst>
              </p14:cNvPr>
              <p14:cNvContentPartPr/>
              <p14:nvPr/>
            </p14:nvContentPartPr>
            <p14:xfrm>
              <a:off x="4664511" y="2420948"/>
              <a:ext cx="3960" cy="5760"/>
            </p14:xfrm>
          </p:contentPart>
        </mc:Choice>
        <mc:Fallback>
          <p:pic>
            <p:nvPicPr>
              <p:cNvPr id="133" name="Pismo odręczne 132">
                <a:extLst>
                  <a:ext uri="{FF2B5EF4-FFF2-40B4-BE49-F238E27FC236}">
                    <a16:creationId xmlns:a16="http://schemas.microsoft.com/office/drawing/2014/main" id="{E80A672A-DA4D-F012-5BB1-2DC25E1E0A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658391" y="2414828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4" name="Pismo odręczne 133">
                <a:extLst>
                  <a:ext uri="{FF2B5EF4-FFF2-40B4-BE49-F238E27FC236}">
                    <a16:creationId xmlns:a16="http://schemas.microsoft.com/office/drawing/2014/main" id="{A862180B-4A46-D6AD-8CCE-B3ED4D43F599}"/>
                  </a:ext>
                </a:extLst>
              </p14:cNvPr>
              <p14:cNvContentPartPr/>
              <p14:nvPr/>
            </p14:nvContentPartPr>
            <p14:xfrm>
              <a:off x="4686831" y="2497268"/>
              <a:ext cx="76680" cy="95760"/>
            </p14:xfrm>
          </p:contentPart>
        </mc:Choice>
        <mc:Fallback>
          <p:pic>
            <p:nvPicPr>
              <p:cNvPr id="134" name="Pismo odręczne 133">
                <a:extLst>
                  <a:ext uri="{FF2B5EF4-FFF2-40B4-BE49-F238E27FC236}">
                    <a16:creationId xmlns:a16="http://schemas.microsoft.com/office/drawing/2014/main" id="{A862180B-4A46-D6AD-8CCE-B3ED4D43F59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80711" y="2491148"/>
                <a:ext cx="88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upa 161">
            <a:extLst>
              <a:ext uri="{FF2B5EF4-FFF2-40B4-BE49-F238E27FC236}">
                <a16:creationId xmlns:a16="http://schemas.microsoft.com/office/drawing/2014/main" id="{4B442F1C-6B5A-EF1E-1BEC-9850E082D662}"/>
              </a:ext>
            </a:extLst>
          </p:cNvPr>
          <p:cNvGrpSpPr/>
          <p:nvPr/>
        </p:nvGrpSpPr>
        <p:grpSpPr>
          <a:xfrm>
            <a:off x="4880511" y="2414108"/>
            <a:ext cx="1533240" cy="198000"/>
            <a:chOff x="5603665" y="2413325"/>
            <a:chExt cx="1533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2" name="Pismo odręczne 141">
                  <a:extLst>
                    <a:ext uri="{FF2B5EF4-FFF2-40B4-BE49-F238E27FC236}">
                      <a16:creationId xmlns:a16="http://schemas.microsoft.com/office/drawing/2014/main" id="{45E546AF-DFD0-5724-61AF-6E0CEBF80DB8}"/>
                    </a:ext>
                  </a:extLst>
                </p14:cNvPr>
                <p14:cNvContentPartPr/>
                <p14:nvPr/>
              </p14:nvContentPartPr>
              <p14:xfrm>
                <a:off x="5603665" y="2512685"/>
                <a:ext cx="113760" cy="98640"/>
              </p14:xfrm>
            </p:contentPart>
          </mc:Choice>
          <mc:Fallback>
            <p:pic>
              <p:nvPicPr>
                <p:cNvPr id="142" name="Pismo odręczne 141">
                  <a:extLst>
                    <a:ext uri="{FF2B5EF4-FFF2-40B4-BE49-F238E27FC236}">
                      <a16:creationId xmlns:a16="http://schemas.microsoft.com/office/drawing/2014/main" id="{45E546AF-DFD0-5724-61AF-6E0CEBF80D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7545" y="2506565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3" name="Pismo odręczne 142">
                  <a:extLst>
                    <a:ext uri="{FF2B5EF4-FFF2-40B4-BE49-F238E27FC236}">
                      <a16:creationId xmlns:a16="http://schemas.microsoft.com/office/drawing/2014/main" id="{9496144F-F877-A71D-031E-C146174C2C43}"/>
                    </a:ext>
                  </a:extLst>
                </p14:cNvPr>
                <p14:cNvContentPartPr/>
                <p14:nvPr/>
              </p14:nvContentPartPr>
              <p14:xfrm>
                <a:off x="5805265" y="2484605"/>
                <a:ext cx="69480" cy="100080"/>
              </p14:xfrm>
            </p:contentPart>
          </mc:Choice>
          <mc:Fallback>
            <p:pic>
              <p:nvPicPr>
                <p:cNvPr id="143" name="Pismo odręczne 142">
                  <a:extLst>
                    <a:ext uri="{FF2B5EF4-FFF2-40B4-BE49-F238E27FC236}">
                      <a16:creationId xmlns:a16="http://schemas.microsoft.com/office/drawing/2014/main" id="{9496144F-F877-A71D-031E-C146174C2C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99145" y="247848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44" name="Pismo odręczne 143">
                  <a:extLst>
                    <a:ext uri="{FF2B5EF4-FFF2-40B4-BE49-F238E27FC236}">
                      <a16:creationId xmlns:a16="http://schemas.microsoft.com/office/drawing/2014/main" id="{5FE5430C-D4D2-6290-7C01-768A8C94DF64}"/>
                    </a:ext>
                  </a:extLst>
                </p14:cNvPr>
                <p14:cNvContentPartPr/>
                <p14:nvPr/>
              </p14:nvContentPartPr>
              <p14:xfrm>
                <a:off x="5900305" y="2470925"/>
                <a:ext cx="84960" cy="91800"/>
              </p14:xfrm>
            </p:contentPart>
          </mc:Choice>
          <mc:Fallback>
            <p:pic>
              <p:nvPicPr>
                <p:cNvPr id="144" name="Pismo odręczne 143">
                  <a:extLst>
                    <a:ext uri="{FF2B5EF4-FFF2-40B4-BE49-F238E27FC236}">
                      <a16:creationId xmlns:a16="http://schemas.microsoft.com/office/drawing/2014/main" id="{5FE5430C-D4D2-6290-7C01-768A8C94DF6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94185" y="2464805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5" name="Pismo odręczne 144">
                  <a:extLst>
                    <a:ext uri="{FF2B5EF4-FFF2-40B4-BE49-F238E27FC236}">
                      <a16:creationId xmlns:a16="http://schemas.microsoft.com/office/drawing/2014/main" id="{69BA60E3-C922-777C-1E90-501299C4A125}"/>
                    </a:ext>
                  </a:extLst>
                </p14:cNvPr>
                <p14:cNvContentPartPr/>
                <p14:nvPr/>
              </p14:nvContentPartPr>
              <p14:xfrm>
                <a:off x="5994985" y="2495765"/>
                <a:ext cx="151560" cy="80640"/>
              </p14:xfrm>
            </p:contentPart>
          </mc:Choice>
          <mc:Fallback>
            <p:pic>
              <p:nvPicPr>
                <p:cNvPr id="145" name="Pismo odręczne 144">
                  <a:extLst>
                    <a:ext uri="{FF2B5EF4-FFF2-40B4-BE49-F238E27FC236}">
                      <a16:creationId xmlns:a16="http://schemas.microsoft.com/office/drawing/2014/main" id="{69BA60E3-C922-777C-1E90-501299C4A1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8865" y="2489645"/>
                  <a:ext cx="163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7" name="Pismo odręczne 146">
                  <a:extLst>
                    <a:ext uri="{FF2B5EF4-FFF2-40B4-BE49-F238E27FC236}">
                      <a16:creationId xmlns:a16="http://schemas.microsoft.com/office/drawing/2014/main" id="{2F057537-36D5-3280-E1EF-CFB622ECBA10}"/>
                    </a:ext>
                  </a:extLst>
                </p14:cNvPr>
                <p14:cNvContentPartPr/>
                <p14:nvPr/>
              </p14:nvContentPartPr>
              <p14:xfrm>
                <a:off x="6248425" y="2533565"/>
                <a:ext cx="108360" cy="67680"/>
              </p14:xfrm>
            </p:contentPart>
          </mc:Choice>
          <mc:Fallback>
            <p:pic>
              <p:nvPicPr>
                <p:cNvPr id="147" name="Pismo odręczne 146">
                  <a:extLst>
                    <a:ext uri="{FF2B5EF4-FFF2-40B4-BE49-F238E27FC236}">
                      <a16:creationId xmlns:a16="http://schemas.microsoft.com/office/drawing/2014/main" id="{2F057537-36D5-3280-E1EF-CFB622ECBA1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42305" y="2527445"/>
                  <a:ext cx="120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48" name="Pismo odręczne 147">
                  <a:extLst>
                    <a:ext uri="{FF2B5EF4-FFF2-40B4-BE49-F238E27FC236}">
                      <a16:creationId xmlns:a16="http://schemas.microsoft.com/office/drawing/2014/main" id="{F5ED893B-9F11-A861-55C6-F54CC2194242}"/>
                    </a:ext>
                  </a:extLst>
                </p14:cNvPr>
                <p14:cNvContentPartPr/>
                <p14:nvPr/>
              </p14:nvContentPartPr>
              <p14:xfrm>
                <a:off x="6372985" y="2424125"/>
                <a:ext cx="48600" cy="178200"/>
              </p14:xfrm>
            </p:contentPart>
          </mc:Choice>
          <mc:Fallback>
            <p:pic>
              <p:nvPicPr>
                <p:cNvPr id="148" name="Pismo odręczne 147">
                  <a:extLst>
                    <a:ext uri="{FF2B5EF4-FFF2-40B4-BE49-F238E27FC236}">
                      <a16:creationId xmlns:a16="http://schemas.microsoft.com/office/drawing/2014/main" id="{F5ED893B-9F11-A861-55C6-F54CC21942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66865" y="2418005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9" name="Pismo odręczne 148">
                  <a:extLst>
                    <a:ext uri="{FF2B5EF4-FFF2-40B4-BE49-F238E27FC236}">
                      <a16:creationId xmlns:a16="http://schemas.microsoft.com/office/drawing/2014/main" id="{553C533C-38CC-8CBF-17A4-6029A98E5AAB}"/>
                    </a:ext>
                  </a:extLst>
                </p14:cNvPr>
                <p14:cNvContentPartPr/>
                <p14:nvPr/>
              </p14:nvContentPartPr>
              <p14:xfrm>
                <a:off x="6357505" y="2489285"/>
                <a:ext cx="50400" cy="3600"/>
              </p14:xfrm>
            </p:contentPart>
          </mc:Choice>
          <mc:Fallback>
            <p:pic>
              <p:nvPicPr>
                <p:cNvPr id="149" name="Pismo odręczne 148">
                  <a:extLst>
                    <a:ext uri="{FF2B5EF4-FFF2-40B4-BE49-F238E27FC236}">
                      <a16:creationId xmlns:a16="http://schemas.microsoft.com/office/drawing/2014/main" id="{553C533C-38CC-8CBF-17A4-6029A98E5A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51385" y="2483165"/>
                  <a:ext cx="62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50" name="Pismo odręczne 149">
                  <a:extLst>
                    <a:ext uri="{FF2B5EF4-FFF2-40B4-BE49-F238E27FC236}">
                      <a16:creationId xmlns:a16="http://schemas.microsoft.com/office/drawing/2014/main" id="{CDF024A0-145E-D3BA-D9A5-C6B5D9615FEF}"/>
                    </a:ext>
                  </a:extLst>
                </p14:cNvPr>
                <p14:cNvContentPartPr/>
                <p14:nvPr/>
              </p14:nvContentPartPr>
              <p14:xfrm>
                <a:off x="6504385" y="2432405"/>
                <a:ext cx="29520" cy="158760"/>
              </p14:xfrm>
            </p:contentPart>
          </mc:Choice>
          <mc:Fallback>
            <p:pic>
              <p:nvPicPr>
                <p:cNvPr id="150" name="Pismo odręczne 149">
                  <a:extLst>
                    <a:ext uri="{FF2B5EF4-FFF2-40B4-BE49-F238E27FC236}">
                      <a16:creationId xmlns:a16="http://schemas.microsoft.com/office/drawing/2014/main" id="{CDF024A0-145E-D3BA-D9A5-C6B5D9615F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98265" y="2426285"/>
                  <a:ext cx="4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51" name="Pismo odręczne 150">
                  <a:extLst>
                    <a:ext uri="{FF2B5EF4-FFF2-40B4-BE49-F238E27FC236}">
                      <a16:creationId xmlns:a16="http://schemas.microsoft.com/office/drawing/2014/main" id="{71DABF85-0D51-9866-3329-C9ECE6B170C7}"/>
                    </a:ext>
                  </a:extLst>
                </p14:cNvPr>
                <p14:cNvContentPartPr/>
                <p14:nvPr/>
              </p14:nvContentPartPr>
              <p14:xfrm>
                <a:off x="6495745" y="2487125"/>
                <a:ext cx="50040" cy="14760"/>
              </p14:xfrm>
            </p:contentPart>
          </mc:Choice>
          <mc:Fallback>
            <p:pic>
              <p:nvPicPr>
                <p:cNvPr id="151" name="Pismo odręczne 150">
                  <a:extLst>
                    <a:ext uri="{FF2B5EF4-FFF2-40B4-BE49-F238E27FC236}">
                      <a16:creationId xmlns:a16="http://schemas.microsoft.com/office/drawing/2014/main" id="{71DABF85-0D51-9866-3329-C9ECE6B170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89625" y="2481005"/>
                  <a:ext cx="62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56" name="Pismo odręczne 155">
                  <a:extLst>
                    <a:ext uri="{FF2B5EF4-FFF2-40B4-BE49-F238E27FC236}">
                      <a16:creationId xmlns:a16="http://schemas.microsoft.com/office/drawing/2014/main" id="{0C505CA2-1C53-CAA2-3FC4-63D42AD60065}"/>
                    </a:ext>
                  </a:extLst>
                </p14:cNvPr>
                <p14:cNvContentPartPr/>
                <p14:nvPr/>
              </p14:nvContentPartPr>
              <p14:xfrm>
                <a:off x="6566665" y="2434565"/>
                <a:ext cx="74160" cy="172800"/>
              </p14:xfrm>
            </p:contentPart>
          </mc:Choice>
          <mc:Fallback>
            <p:pic>
              <p:nvPicPr>
                <p:cNvPr id="156" name="Pismo odręczne 155">
                  <a:extLst>
                    <a:ext uri="{FF2B5EF4-FFF2-40B4-BE49-F238E27FC236}">
                      <a16:creationId xmlns:a16="http://schemas.microsoft.com/office/drawing/2014/main" id="{0C505CA2-1C53-CAA2-3FC4-63D42AD600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60545" y="2428445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57" name="Pismo odręczne 156">
                  <a:extLst>
                    <a:ext uri="{FF2B5EF4-FFF2-40B4-BE49-F238E27FC236}">
                      <a16:creationId xmlns:a16="http://schemas.microsoft.com/office/drawing/2014/main" id="{8DA3580E-5790-3E42-2DFA-8F9FE2F94E6E}"/>
                    </a:ext>
                  </a:extLst>
                </p14:cNvPr>
                <p14:cNvContentPartPr/>
                <p14:nvPr/>
              </p14:nvContentPartPr>
              <p14:xfrm>
                <a:off x="6650905" y="2521685"/>
                <a:ext cx="105120" cy="64800"/>
              </p14:xfrm>
            </p:contentPart>
          </mc:Choice>
          <mc:Fallback>
            <p:pic>
              <p:nvPicPr>
                <p:cNvPr id="157" name="Pismo odręczne 156">
                  <a:extLst>
                    <a:ext uri="{FF2B5EF4-FFF2-40B4-BE49-F238E27FC236}">
                      <a16:creationId xmlns:a16="http://schemas.microsoft.com/office/drawing/2014/main" id="{8DA3580E-5790-3E42-2DFA-8F9FE2F94E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44785" y="2515565"/>
                  <a:ext cx="117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58" name="Pismo odręczne 157">
                  <a:extLst>
                    <a:ext uri="{FF2B5EF4-FFF2-40B4-BE49-F238E27FC236}">
                      <a16:creationId xmlns:a16="http://schemas.microsoft.com/office/drawing/2014/main" id="{FC864B43-36F7-73B9-97FE-71D558B7D3FF}"/>
                    </a:ext>
                  </a:extLst>
                </p14:cNvPr>
                <p14:cNvContentPartPr/>
                <p14:nvPr/>
              </p14:nvContentPartPr>
              <p14:xfrm>
                <a:off x="6842425" y="2498645"/>
                <a:ext cx="74880" cy="70920"/>
              </p14:xfrm>
            </p:contentPart>
          </mc:Choice>
          <mc:Fallback>
            <p:pic>
              <p:nvPicPr>
                <p:cNvPr id="158" name="Pismo odręczne 157">
                  <a:extLst>
                    <a:ext uri="{FF2B5EF4-FFF2-40B4-BE49-F238E27FC236}">
                      <a16:creationId xmlns:a16="http://schemas.microsoft.com/office/drawing/2014/main" id="{FC864B43-36F7-73B9-97FE-71D558B7D3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36305" y="2492525"/>
                  <a:ext cx="8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59" name="Pismo odręczne 158">
                  <a:extLst>
                    <a:ext uri="{FF2B5EF4-FFF2-40B4-BE49-F238E27FC236}">
                      <a16:creationId xmlns:a16="http://schemas.microsoft.com/office/drawing/2014/main" id="{8DC8CC55-0095-C406-1664-F435C2170067}"/>
                    </a:ext>
                  </a:extLst>
                </p14:cNvPr>
                <p14:cNvContentPartPr/>
                <p14:nvPr/>
              </p14:nvContentPartPr>
              <p14:xfrm>
                <a:off x="6926665" y="2526365"/>
                <a:ext cx="78480" cy="40320"/>
              </p14:xfrm>
            </p:contentPart>
          </mc:Choice>
          <mc:Fallback>
            <p:pic>
              <p:nvPicPr>
                <p:cNvPr id="159" name="Pismo odręczne 158">
                  <a:extLst>
                    <a:ext uri="{FF2B5EF4-FFF2-40B4-BE49-F238E27FC236}">
                      <a16:creationId xmlns:a16="http://schemas.microsoft.com/office/drawing/2014/main" id="{8DC8CC55-0095-C406-1664-F435C21700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20545" y="2520245"/>
                  <a:ext cx="9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60" name="Pismo odręczne 159">
                  <a:extLst>
                    <a:ext uri="{FF2B5EF4-FFF2-40B4-BE49-F238E27FC236}">
                      <a16:creationId xmlns:a16="http://schemas.microsoft.com/office/drawing/2014/main" id="{0DEE5784-82CF-36DC-EA6C-9B23FD6AB638}"/>
                    </a:ext>
                  </a:extLst>
                </p14:cNvPr>
                <p14:cNvContentPartPr/>
                <p14:nvPr/>
              </p14:nvContentPartPr>
              <p14:xfrm>
                <a:off x="7014505" y="2513765"/>
                <a:ext cx="58680" cy="48600"/>
              </p14:xfrm>
            </p:contentPart>
          </mc:Choice>
          <mc:Fallback>
            <p:pic>
              <p:nvPicPr>
                <p:cNvPr id="160" name="Pismo odręczne 159">
                  <a:extLst>
                    <a:ext uri="{FF2B5EF4-FFF2-40B4-BE49-F238E27FC236}">
                      <a16:creationId xmlns:a16="http://schemas.microsoft.com/office/drawing/2014/main" id="{0DEE5784-82CF-36DC-EA6C-9B23FD6AB6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08385" y="2507645"/>
                  <a:ext cx="7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61" name="Pismo odręczne 160">
                  <a:extLst>
                    <a:ext uri="{FF2B5EF4-FFF2-40B4-BE49-F238E27FC236}">
                      <a16:creationId xmlns:a16="http://schemas.microsoft.com/office/drawing/2014/main" id="{E933E709-2EDC-B776-0E2F-15B4FD574008}"/>
                    </a:ext>
                  </a:extLst>
                </p14:cNvPr>
                <p14:cNvContentPartPr/>
                <p14:nvPr/>
              </p14:nvContentPartPr>
              <p14:xfrm>
                <a:off x="7100185" y="2413325"/>
                <a:ext cx="36720" cy="165240"/>
              </p14:xfrm>
            </p:contentPart>
          </mc:Choice>
          <mc:Fallback>
            <p:pic>
              <p:nvPicPr>
                <p:cNvPr id="161" name="Pismo odręczne 160">
                  <a:extLst>
                    <a:ext uri="{FF2B5EF4-FFF2-40B4-BE49-F238E27FC236}">
                      <a16:creationId xmlns:a16="http://schemas.microsoft.com/office/drawing/2014/main" id="{E933E709-2EDC-B776-0E2F-15B4FD57400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4065" y="2407205"/>
                  <a:ext cx="48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a 183">
            <a:extLst>
              <a:ext uri="{FF2B5EF4-FFF2-40B4-BE49-F238E27FC236}">
                <a16:creationId xmlns:a16="http://schemas.microsoft.com/office/drawing/2014/main" id="{FA15C7E7-FEDB-BFB8-77F0-E4D64F0325CE}"/>
              </a:ext>
            </a:extLst>
          </p:cNvPr>
          <p:cNvGrpSpPr/>
          <p:nvPr/>
        </p:nvGrpSpPr>
        <p:grpSpPr>
          <a:xfrm>
            <a:off x="7990551" y="2317628"/>
            <a:ext cx="1303560" cy="284400"/>
            <a:chOff x="7992625" y="2249165"/>
            <a:chExt cx="13035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70" name="Pismo odręczne 169">
                  <a:extLst>
                    <a:ext uri="{FF2B5EF4-FFF2-40B4-BE49-F238E27FC236}">
                      <a16:creationId xmlns:a16="http://schemas.microsoft.com/office/drawing/2014/main" id="{D9062EFF-133F-ECF6-DC6B-87EB7B932CD5}"/>
                    </a:ext>
                  </a:extLst>
                </p14:cNvPr>
                <p14:cNvContentPartPr/>
                <p14:nvPr/>
              </p14:nvContentPartPr>
              <p14:xfrm>
                <a:off x="7992625" y="2249165"/>
                <a:ext cx="183960" cy="251640"/>
              </p14:xfrm>
            </p:contentPart>
          </mc:Choice>
          <mc:Fallback>
            <p:pic>
              <p:nvPicPr>
                <p:cNvPr id="170" name="Pismo odręczne 169">
                  <a:extLst>
                    <a:ext uri="{FF2B5EF4-FFF2-40B4-BE49-F238E27FC236}">
                      <a16:creationId xmlns:a16="http://schemas.microsoft.com/office/drawing/2014/main" id="{D9062EFF-133F-ECF6-DC6B-87EB7B932C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86505" y="2243045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1" name="Pismo odręczne 170">
                  <a:extLst>
                    <a:ext uri="{FF2B5EF4-FFF2-40B4-BE49-F238E27FC236}">
                      <a16:creationId xmlns:a16="http://schemas.microsoft.com/office/drawing/2014/main" id="{B6B5B587-9D98-F510-A894-E1E4393607DC}"/>
                    </a:ext>
                  </a:extLst>
                </p14:cNvPr>
                <p14:cNvContentPartPr/>
                <p14:nvPr/>
              </p14:nvContentPartPr>
              <p14:xfrm>
                <a:off x="8073985" y="2457965"/>
                <a:ext cx="165600" cy="75600"/>
              </p14:xfrm>
            </p:contentPart>
          </mc:Choice>
          <mc:Fallback>
            <p:pic>
              <p:nvPicPr>
                <p:cNvPr id="171" name="Pismo odręczne 170">
                  <a:extLst>
                    <a:ext uri="{FF2B5EF4-FFF2-40B4-BE49-F238E27FC236}">
                      <a16:creationId xmlns:a16="http://schemas.microsoft.com/office/drawing/2014/main" id="{B6B5B587-9D98-F510-A894-E1E4393607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67865" y="2451845"/>
                  <a:ext cx="17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73" name="Pismo odręczne 172">
                  <a:extLst>
                    <a:ext uri="{FF2B5EF4-FFF2-40B4-BE49-F238E27FC236}">
                      <a16:creationId xmlns:a16="http://schemas.microsoft.com/office/drawing/2014/main" id="{32C37FD3-E6DF-A903-492C-EDEED9BF4749}"/>
                    </a:ext>
                  </a:extLst>
                </p14:cNvPr>
                <p14:cNvContentPartPr/>
                <p14:nvPr/>
              </p14:nvContentPartPr>
              <p14:xfrm>
                <a:off x="8358385" y="2389205"/>
                <a:ext cx="96480" cy="107280"/>
              </p14:xfrm>
            </p:contentPart>
          </mc:Choice>
          <mc:Fallback>
            <p:pic>
              <p:nvPicPr>
                <p:cNvPr id="173" name="Pismo odręczne 172">
                  <a:extLst>
                    <a:ext uri="{FF2B5EF4-FFF2-40B4-BE49-F238E27FC236}">
                      <a16:creationId xmlns:a16="http://schemas.microsoft.com/office/drawing/2014/main" id="{32C37FD3-E6DF-A903-492C-EDEED9BF47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52265" y="2383085"/>
                  <a:ext cx="108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74" name="Pismo odręczne 173">
                  <a:extLst>
                    <a:ext uri="{FF2B5EF4-FFF2-40B4-BE49-F238E27FC236}">
                      <a16:creationId xmlns:a16="http://schemas.microsoft.com/office/drawing/2014/main" id="{578FBD66-9570-0A85-8BD3-0A4DEF7A2461}"/>
                    </a:ext>
                  </a:extLst>
                </p14:cNvPr>
                <p14:cNvContentPartPr/>
                <p14:nvPr/>
              </p14:nvContentPartPr>
              <p14:xfrm>
                <a:off x="8482585" y="2263565"/>
                <a:ext cx="78840" cy="239760"/>
              </p14:xfrm>
            </p:contentPart>
          </mc:Choice>
          <mc:Fallback>
            <p:pic>
              <p:nvPicPr>
                <p:cNvPr id="174" name="Pismo odręczne 173">
                  <a:extLst>
                    <a:ext uri="{FF2B5EF4-FFF2-40B4-BE49-F238E27FC236}">
                      <a16:creationId xmlns:a16="http://schemas.microsoft.com/office/drawing/2014/main" id="{578FBD66-9570-0A85-8BD3-0A4DEF7A24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76465" y="2257445"/>
                  <a:ext cx="91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75" name="Pismo odręczne 174">
                  <a:extLst>
                    <a:ext uri="{FF2B5EF4-FFF2-40B4-BE49-F238E27FC236}">
                      <a16:creationId xmlns:a16="http://schemas.microsoft.com/office/drawing/2014/main" id="{AC28D51D-033F-2CE4-87AF-A99D1CDB7D34}"/>
                    </a:ext>
                  </a:extLst>
                </p14:cNvPr>
                <p14:cNvContentPartPr/>
                <p14:nvPr/>
              </p14:nvContentPartPr>
              <p14:xfrm>
                <a:off x="8471065" y="2361845"/>
                <a:ext cx="50040" cy="10800"/>
              </p14:xfrm>
            </p:contentPart>
          </mc:Choice>
          <mc:Fallback>
            <p:pic>
              <p:nvPicPr>
                <p:cNvPr id="175" name="Pismo odręczne 174">
                  <a:extLst>
                    <a:ext uri="{FF2B5EF4-FFF2-40B4-BE49-F238E27FC236}">
                      <a16:creationId xmlns:a16="http://schemas.microsoft.com/office/drawing/2014/main" id="{AC28D51D-033F-2CE4-87AF-A99D1CDB7D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64945" y="2355725"/>
                  <a:ext cx="6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76" name="Pismo odręczne 175">
                  <a:extLst>
                    <a:ext uri="{FF2B5EF4-FFF2-40B4-BE49-F238E27FC236}">
                      <a16:creationId xmlns:a16="http://schemas.microsoft.com/office/drawing/2014/main" id="{6BC14B3C-2374-7319-7623-93C39B1A616D}"/>
                    </a:ext>
                  </a:extLst>
                </p14:cNvPr>
                <p14:cNvContentPartPr/>
                <p14:nvPr/>
              </p14:nvContentPartPr>
              <p14:xfrm>
                <a:off x="8581585" y="2303165"/>
                <a:ext cx="83160" cy="204120"/>
              </p14:xfrm>
            </p:contentPart>
          </mc:Choice>
          <mc:Fallback>
            <p:pic>
              <p:nvPicPr>
                <p:cNvPr id="176" name="Pismo odręczne 175">
                  <a:extLst>
                    <a:ext uri="{FF2B5EF4-FFF2-40B4-BE49-F238E27FC236}">
                      <a16:creationId xmlns:a16="http://schemas.microsoft.com/office/drawing/2014/main" id="{6BC14B3C-2374-7319-7623-93C39B1A61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75465" y="2297045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77" name="Pismo odręczne 176">
                  <a:extLst>
                    <a:ext uri="{FF2B5EF4-FFF2-40B4-BE49-F238E27FC236}">
                      <a16:creationId xmlns:a16="http://schemas.microsoft.com/office/drawing/2014/main" id="{69B87B9E-F3F7-EE49-DD0A-26670D0248D4}"/>
                    </a:ext>
                  </a:extLst>
                </p14:cNvPr>
                <p14:cNvContentPartPr/>
                <p14:nvPr/>
              </p14:nvContentPartPr>
              <p14:xfrm>
                <a:off x="8712625" y="2427005"/>
                <a:ext cx="70200" cy="85680"/>
              </p14:xfrm>
            </p:contentPart>
          </mc:Choice>
          <mc:Fallback>
            <p:pic>
              <p:nvPicPr>
                <p:cNvPr id="177" name="Pismo odręczne 176">
                  <a:extLst>
                    <a:ext uri="{FF2B5EF4-FFF2-40B4-BE49-F238E27FC236}">
                      <a16:creationId xmlns:a16="http://schemas.microsoft.com/office/drawing/2014/main" id="{69B87B9E-F3F7-EE49-DD0A-26670D0248D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06505" y="2420885"/>
                  <a:ext cx="8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78" name="Pismo odręczne 177">
                  <a:extLst>
                    <a:ext uri="{FF2B5EF4-FFF2-40B4-BE49-F238E27FC236}">
                      <a16:creationId xmlns:a16="http://schemas.microsoft.com/office/drawing/2014/main" id="{6F333C62-AEA4-4342-B601-4C60FAB17AF4}"/>
                    </a:ext>
                  </a:extLst>
                </p14:cNvPr>
                <p14:cNvContentPartPr/>
                <p14:nvPr/>
              </p14:nvContentPartPr>
              <p14:xfrm>
                <a:off x="8824945" y="2429165"/>
                <a:ext cx="79920" cy="69120"/>
              </p14:xfrm>
            </p:contentPart>
          </mc:Choice>
          <mc:Fallback>
            <p:pic>
              <p:nvPicPr>
                <p:cNvPr id="178" name="Pismo odręczne 177">
                  <a:extLst>
                    <a:ext uri="{FF2B5EF4-FFF2-40B4-BE49-F238E27FC236}">
                      <a16:creationId xmlns:a16="http://schemas.microsoft.com/office/drawing/2014/main" id="{6F333C62-AEA4-4342-B601-4C60FAB17A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18825" y="2423045"/>
                  <a:ext cx="9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79" name="Pismo odręczne 178">
                  <a:extLst>
                    <a:ext uri="{FF2B5EF4-FFF2-40B4-BE49-F238E27FC236}">
                      <a16:creationId xmlns:a16="http://schemas.microsoft.com/office/drawing/2014/main" id="{34D73061-8FE9-AD2A-0B58-B5E641F7A13B}"/>
                    </a:ext>
                  </a:extLst>
                </p14:cNvPr>
                <p14:cNvContentPartPr/>
                <p14:nvPr/>
              </p14:nvContentPartPr>
              <p14:xfrm>
                <a:off x="8927545" y="2428445"/>
                <a:ext cx="122040" cy="78840"/>
              </p14:xfrm>
            </p:contentPart>
          </mc:Choice>
          <mc:Fallback>
            <p:pic>
              <p:nvPicPr>
                <p:cNvPr id="179" name="Pismo odręczne 178">
                  <a:extLst>
                    <a:ext uri="{FF2B5EF4-FFF2-40B4-BE49-F238E27FC236}">
                      <a16:creationId xmlns:a16="http://schemas.microsoft.com/office/drawing/2014/main" id="{34D73061-8FE9-AD2A-0B58-B5E641F7A13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21425" y="2422325"/>
                  <a:ext cx="13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80" name="Pismo odręczne 179">
                  <a:extLst>
                    <a:ext uri="{FF2B5EF4-FFF2-40B4-BE49-F238E27FC236}">
                      <a16:creationId xmlns:a16="http://schemas.microsoft.com/office/drawing/2014/main" id="{5CCF17F9-B986-9925-E804-DEF8660EDFD8}"/>
                    </a:ext>
                  </a:extLst>
                </p14:cNvPr>
                <p14:cNvContentPartPr/>
                <p14:nvPr/>
              </p14:nvContentPartPr>
              <p14:xfrm>
                <a:off x="9066145" y="2424125"/>
                <a:ext cx="3960" cy="63000"/>
              </p14:xfrm>
            </p:contentPart>
          </mc:Choice>
          <mc:Fallback>
            <p:pic>
              <p:nvPicPr>
                <p:cNvPr id="180" name="Pismo odręczne 179">
                  <a:extLst>
                    <a:ext uri="{FF2B5EF4-FFF2-40B4-BE49-F238E27FC236}">
                      <a16:creationId xmlns:a16="http://schemas.microsoft.com/office/drawing/2014/main" id="{5CCF17F9-B986-9925-E804-DEF8660EDFD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60025" y="2418005"/>
                  <a:ext cx="1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81" name="Pismo odręczne 180">
                  <a:extLst>
                    <a:ext uri="{FF2B5EF4-FFF2-40B4-BE49-F238E27FC236}">
                      <a16:creationId xmlns:a16="http://schemas.microsoft.com/office/drawing/2014/main" id="{A726685E-0FD4-6FBB-9D13-2BD2FB182370}"/>
                    </a:ext>
                  </a:extLst>
                </p14:cNvPr>
                <p14:cNvContentPartPr/>
                <p14:nvPr/>
              </p14:nvContentPartPr>
              <p14:xfrm>
                <a:off x="9074785" y="2342405"/>
                <a:ext cx="10440" cy="4320"/>
              </p14:xfrm>
            </p:contentPart>
          </mc:Choice>
          <mc:Fallback>
            <p:pic>
              <p:nvPicPr>
                <p:cNvPr id="181" name="Pismo odręczne 180">
                  <a:extLst>
                    <a:ext uri="{FF2B5EF4-FFF2-40B4-BE49-F238E27FC236}">
                      <a16:creationId xmlns:a16="http://schemas.microsoft.com/office/drawing/2014/main" id="{A726685E-0FD4-6FBB-9D13-2BD2FB18237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68665" y="2336285"/>
                  <a:ext cx="22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82" name="Pismo odręczne 181">
                  <a:extLst>
                    <a:ext uri="{FF2B5EF4-FFF2-40B4-BE49-F238E27FC236}">
                      <a16:creationId xmlns:a16="http://schemas.microsoft.com/office/drawing/2014/main" id="{158F6B4F-C20E-7FA3-E572-3CB9CAB21EFC}"/>
                    </a:ext>
                  </a:extLst>
                </p14:cNvPr>
                <p14:cNvContentPartPr/>
                <p14:nvPr/>
              </p14:nvContentPartPr>
              <p14:xfrm>
                <a:off x="9107545" y="2420885"/>
                <a:ext cx="53640" cy="77760"/>
              </p14:xfrm>
            </p:contentPart>
          </mc:Choice>
          <mc:Fallback>
            <p:pic>
              <p:nvPicPr>
                <p:cNvPr id="182" name="Pismo odręczne 181">
                  <a:extLst>
                    <a:ext uri="{FF2B5EF4-FFF2-40B4-BE49-F238E27FC236}">
                      <a16:creationId xmlns:a16="http://schemas.microsoft.com/office/drawing/2014/main" id="{158F6B4F-C20E-7FA3-E572-3CB9CAB21E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01425" y="2414765"/>
                  <a:ext cx="6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83" name="Pismo odręczne 182">
                  <a:extLst>
                    <a:ext uri="{FF2B5EF4-FFF2-40B4-BE49-F238E27FC236}">
                      <a16:creationId xmlns:a16="http://schemas.microsoft.com/office/drawing/2014/main" id="{ACDA8EE6-FA54-7AA0-D94B-7785F90BB424}"/>
                    </a:ext>
                  </a:extLst>
                </p14:cNvPr>
                <p14:cNvContentPartPr/>
                <p14:nvPr/>
              </p14:nvContentPartPr>
              <p14:xfrm>
                <a:off x="9178105" y="2447885"/>
                <a:ext cx="118080" cy="47160"/>
              </p14:xfrm>
            </p:contentPart>
          </mc:Choice>
          <mc:Fallback>
            <p:pic>
              <p:nvPicPr>
                <p:cNvPr id="183" name="Pismo odręczne 182">
                  <a:extLst>
                    <a:ext uri="{FF2B5EF4-FFF2-40B4-BE49-F238E27FC236}">
                      <a16:creationId xmlns:a16="http://schemas.microsoft.com/office/drawing/2014/main" id="{ACDA8EE6-FA54-7AA0-D94B-7785F90BB42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71985" y="244176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5899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9F16-7B39-5419-2991-8D25AA77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1D7DB01A-E60B-0CDB-7CC9-1C7CDC943F6A}"/>
              </a:ext>
            </a:extLst>
          </p:cNvPr>
          <p:cNvCxnSpPr/>
          <p:nvPr/>
        </p:nvCxnSpPr>
        <p:spPr>
          <a:xfrm>
            <a:off x="323178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3DE0E2D3-50CD-19A9-B24A-7475FFD3672B}"/>
              </a:ext>
            </a:extLst>
          </p:cNvPr>
          <p:cNvCxnSpPr/>
          <p:nvPr/>
        </p:nvCxnSpPr>
        <p:spPr>
          <a:xfrm>
            <a:off x="428729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4497B6FD-EDD7-A503-0512-BF4456B83106}"/>
              </a:ext>
            </a:extLst>
          </p:cNvPr>
          <p:cNvCxnSpPr/>
          <p:nvPr/>
        </p:nvCxnSpPr>
        <p:spPr>
          <a:xfrm>
            <a:off x="5333658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B34371F2-4116-012A-C379-A746EC105ED7}"/>
              </a:ext>
            </a:extLst>
          </p:cNvPr>
          <p:cNvCxnSpPr/>
          <p:nvPr/>
        </p:nvCxnSpPr>
        <p:spPr>
          <a:xfrm>
            <a:off x="636670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39409F48-4A1C-6B2C-6D92-322FF36DB353}"/>
              </a:ext>
            </a:extLst>
          </p:cNvPr>
          <p:cNvCxnSpPr/>
          <p:nvPr/>
        </p:nvCxnSpPr>
        <p:spPr>
          <a:xfrm>
            <a:off x="742221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C05F9BCE-64C9-D202-B761-642CD2DB0883}"/>
              </a:ext>
            </a:extLst>
          </p:cNvPr>
          <p:cNvCxnSpPr/>
          <p:nvPr/>
        </p:nvCxnSpPr>
        <p:spPr>
          <a:xfrm>
            <a:off x="26382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97917D3C-A1C5-1B85-338A-A867C6102301}"/>
              </a:ext>
            </a:extLst>
          </p:cNvPr>
          <p:cNvCxnSpPr/>
          <p:nvPr/>
        </p:nvCxnSpPr>
        <p:spPr>
          <a:xfrm>
            <a:off x="131933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3E2216FC-4BA6-EC7E-DD5A-5356BBA838FC}"/>
              </a:ext>
            </a:extLst>
          </p:cNvPr>
          <p:cNvCxnSpPr/>
          <p:nvPr/>
        </p:nvCxnSpPr>
        <p:spPr>
          <a:xfrm>
            <a:off x="2365699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8A728061-E934-2DAD-0F57-11E470C8B1FF}"/>
              </a:ext>
            </a:extLst>
          </p:cNvPr>
          <p:cNvCxnSpPr/>
          <p:nvPr/>
        </p:nvCxnSpPr>
        <p:spPr>
          <a:xfrm>
            <a:off x="339874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26823DEF-E299-860A-0B0B-28D965B5666A}"/>
              </a:ext>
            </a:extLst>
          </p:cNvPr>
          <p:cNvCxnSpPr/>
          <p:nvPr/>
        </p:nvCxnSpPr>
        <p:spPr>
          <a:xfrm>
            <a:off x="445425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65D56915-62C5-10D8-6804-6B1E38EEEB14}"/>
              </a:ext>
            </a:extLst>
          </p:cNvPr>
          <p:cNvCxnSpPr/>
          <p:nvPr/>
        </p:nvCxnSpPr>
        <p:spPr>
          <a:xfrm>
            <a:off x="670345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95400682-527D-6DF7-D09C-AA25D14C260D}"/>
              </a:ext>
            </a:extLst>
          </p:cNvPr>
          <p:cNvCxnSpPr/>
          <p:nvPr/>
        </p:nvCxnSpPr>
        <p:spPr>
          <a:xfrm>
            <a:off x="775896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ED6EA4B1-5F52-9C36-A6EC-8748F1C082F6}"/>
              </a:ext>
            </a:extLst>
          </p:cNvPr>
          <p:cNvCxnSpPr/>
          <p:nvPr/>
        </p:nvCxnSpPr>
        <p:spPr>
          <a:xfrm>
            <a:off x="8805330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2EDB256A-F598-2F40-DB8B-8B9D5234BCC1}"/>
              </a:ext>
            </a:extLst>
          </p:cNvPr>
          <p:cNvCxnSpPr/>
          <p:nvPr/>
        </p:nvCxnSpPr>
        <p:spPr>
          <a:xfrm>
            <a:off x="983837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0E9CB755-4FC1-1BA8-0EA0-9575899E6A08}"/>
              </a:ext>
            </a:extLst>
          </p:cNvPr>
          <p:cNvCxnSpPr/>
          <p:nvPr/>
        </p:nvCxnSpPr>
        <p:spPr>
          <a:xfrm>
            <a:off x="1089388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0CAE8E90-BEAA-1C47-A8F1-1DB8CB7B145C}"/>
                  </a:ext>
                </a:extLst>
              </p14:cNvPr>
              <p14:cNvContentPartPr/>
              <p14:nvPr/>
            </p14:nvContentPartPr>
            <p14:xfrm>
              <a:off x="4937904" y="3394224"/>
              <a:ext cx="119880" cy="1267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0CAE8E90-BEAA-1C47-A8F1-1DB8CB7B14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1766" y="3388104"/>
                <a:ext cx="132157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a 29">
            <a:extLst>
              <a:ext uri="{FF2B5EF4-FFF2-40B4-BE49-F238E27FC236}">
                <a16:creationId xmlns:a16="http://schemas.microsoft.com/office/drawing/2014/main" id="{5B68889E-C4B4-BFA5-05C3-6AF1EF99FA84}"/>
              </a:ext>
            </a:extLst>
          </p:cNvPr>
          <p:cNvGrpSpPr/>
          <p:nvPr/>
        </p:nvGrpSpPr>
        <p:grpSpPr>
          <a:xfrm>
            <a:off x="10970064" y="3428784"/>
            <a:ext cx="322920" cy="224280"/>
            <a:chOff x="10970064" y="3428784"/>
            <a:chExt cx="3229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32B864A0-86C1-C3E6-7F6C-3811DE7F96D6}"/>
                    </a:ext>
                  </a:extLst>
                </p14:cNvPr>
                <p14:cNvContentPartPr/>
                <p14:nvPr/>
              </p14:nvContentPartPr>
              <p14:xfrm>
                <a:off x="10970064" y="3433104"/>
                <a:ext cx="63000" cy="16020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32B864A0-86C1-C3E6-7F6C-3811DE7F96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63944" y="3426984"/>
                  <a:ext cx="7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62CFAA1A-9C45-3F4B-C01D-CB112BE83FB5}"/>
                    </a:ext>
                  </a:extLst>
                </p14:cNvPr>
                <p14:cNvContentPartPr/>
                <p14:nvPr/>
              </p14:nvContentPartPr>
              <p14:xfrm>
                <a:off x="11087784" y="3575304"/>
                <a:ext cx="3960" cy="777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62CFAA1A-9C45-3F4B-C01D-CB112BE83F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1664" y="3569184"/>
                  <a:ext cx="1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65FB56F6-DBCB-95F2-8D47-6CF9CD42C310}"/>
                    </a:ext>
                  </a:extLst>
                </p14:cNvPr>
                <p14:cNvContentPartPr/>
                <p14:nvPr/>
              </p14:nvContentPartPr>
              <p14:xfrm>
                <a:off x="11146464" y="3428784"/>
                <a:ext cx="70200" cy="1400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65FB56F6-DBCB-95F2-8D47-6CF9CD42C3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0344" y="3422664"/>
                  <a:ext cx="8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D8A5F8BB-B64D-8732-B26A-3C5FA1A93F55}"/>
                    </a:ext>
                  </a:extLst>
                </p14:cNvPr>
                <p14:cNvContentPartPr/>
                <p14:nvPr/>
              </p14:nvContentPartPr>
              <p14:xfrm>
                <a:off x="11276064" y="3565944"/>
                <a:ext cx="16920" cy="5904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D8A5F8BB-B64D-8732-B26A-3C5FA1A93F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071" y="3559786"/>
                  <a:ext cx="28905" cy="713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22497068-8AEB-8463-82B9-390624972DAE}"/>
              </a:ext>
            </a:extLst>
          </p:cNvPr>
          <p:cNvGrpSpPr/>
          <p:nvPr/>
        </p:nvGrpSpPr>
        <p:grpSpPr>
          <a:xfrm>
            <a:off x="11383704" y="3404664"/>
            <a:ext cx="310320" cy="248400"/>
            <a:chOff x="11383704" y="3404664"/>
            <a:chExt cx="310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F6D6A3F5-5CD5-FAD9-6BA7-7B2B517DE3DE}"/>
                    </a:ext>
                  </a:extLst>
                </p14:cNvPr>
                <p14:cNvContentPartPr/>
                <p14:nvPr/>
              </p14:nvContentPartPr>
              <p14:xfrm>
                <a:off x="11383704" y="3404664"/>
                <a:ext cx="73800" cy="17784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F6D6A3F5-5CD5-FAD9-6BA7-7B2B517DE3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77614" y="3398544"/>
                  <a:ext cx="85981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D0397B85-413B-2D88-1CAA-66C4F3F9366D}"/>
                    </a:ext>
                  </a:extLst>
                </p14:cNvPr>
                <p14:cNvContentPartPr/>
                <p14:nvPr/>
              </p14:nvContentPartPr>
              <p14:xfrm>
                <a:off x="11504664" y="3575304"/>
                <a:ext cx="16920" cy="7776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D0397B85-413B-2D88-1CAA-66C4F3F936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8544" y="3569184"/>
                  <a:ext cx="2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53A8E1B1-6785-ECE9-CAD5-92C471D12AEA}"/>
                    </a:ext>
                  </a:extLst>
                </p14:cNvPr>
                <p14:cNvContentPartPr/>
                <p14:nvPr/>
              </p14:nvContentPartPr>
              <p14:xfrm>
                <a:off x="11593584" y="3438504"/>
                <a:ext cx="100440" cy="19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53A8E1B1-6785-ECE9-CAD5-92C471D12A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7442" y="3432384"/>
                  <a:ext cx="112724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3FD5C12D-4F94-7A84-03DC-4036585587C4}"/>
              </a:ext>
            </a:extLst>
          </p:cNvPr>
          <p:cNvGrpSpPr/>
          <p:nvPr/>
        </p:nvGrpSpPr>
        <p:grpSpPr>
          <a:xfrm>
            <a:off x="4864464" y="2926224"/>
            <a:ext cx="185400" cy="300600"/>
            <a:chOff x="4864464" y="2926224"/>
            <a:chExt cx="1854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14EE28FB-8717-5AEF-68B3-72219BBDB894}"/>
                    </a:ext>
                  </a:extLst>
                </p14:cNvPr>
                <p14:cNvContentPartPr/>
                <p14:nvPr/>
              </p14:nvContentPartPr>
              <p14:xfrm>
                <a:off x="4864464" y="2926224"/>
                <a:ext cx="84240" cy="27324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14EE28FB-8717-5AEF-68B3-72219BBDB8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8344" y="2920104"/>
                  <a:ext cx="96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BFF06F9E-F886-19F3-B79B-B30B9CC53954}"/>
                    </a:ext>
                  </a:extLst>
                </p14:cNvPr>
                <p14:cNvContentPartPr/>
                <p14:nvPr/>
              </p14:nvContentPartPr>
              <p14:xfrm>
                <a:off x="4864464" y="3200184"/>
                <a:ext cx="185400" cy="2664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BFF06F9E-F886-19F3-B79B-B30B9CC539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8344" y="3194064"/>
                  <a:ext cx="19764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Pismo odręczne 58">
                <a:extLst>
                  <a:ext uri="{FF2B5EF4-FFF2-40B4-BE49-F238E27FC236}">
                    <a16:creationId xmlns:a16="http://schemas.microsoft.com/office/drawing/2014/main" id="{D038B17C-0B98-A5C7-2441-A97D7BB0A5B2}"/>
                  </a:ext>
                </a:extLst>
              </p14:cNvPr>
              <p14:cNvContentPartPr/>
              <p14:nvPr/>
            </p14:nvContentPartPr>
            <p14:xfrm>
              <a:off x="11286144" y="2925864"/>
              <a:ext cx="90360" cy="269640"/>
            </p14:xfrm>
          </p:contentPart>
        </mc:Choice>
        <mc:Fallback xmlns="">
          <p:pic>
            <p:nvPicPr>
              <p:cNvPr id="59" name="Pismo odręczne 58">
                <a:extLst>
                  <a:ext uri="{FF2B5EF4-FFF2-40B4-BE49-F238E27FC236}">
                    <a16:creationId xmlns:a16="http://schemas.microsoft.com/office/drawing/2014/main" id="{D038B17C-0B98-A5C7-2441-A97D7BB0A5B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80024" y="2919744"/>
                <a:ext cx="102600" cy="28188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pole tekstowe 30">
            <a:extLst>
              <a:ext uri="{FF2B5EF4-FFF2-40B4-BE49-F238E27FC236}">
                <a16:creationId xmlns:a16="http://schemas.microsoft.com/office/drawing/2014/main" id="{9B4BB5F1-3386-7A69-42DD-F9F5712D5F82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04D54CC9-641C-C815-A38A-F40C24FDB55E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122DB249-782E-5CD5-4305-CDB707C6A7D1}"/>
              </a:ext>
            </a:extLst>
          </p:cNvPr>
          <p:cNvSpPr txBox="1"/>
          <p:nvPr/>
        </p:nvSpPr>
        <p:spPr>
          <a:xfrm>
            <a:off x="176469" y="161627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</a:p>
        </p:txBody>
      </p:sp>
      <p:grpSp>
        <p:nvGrpSpPr>
          <p:cNvPr id="41" name="Grupa 40">
            <a:extLst>
              <a:ext uri="{FF2B5EF4-FFF2-40B4-BE49-F238E27FC236}">
                <a16:creationId xmlns:a16="http://schemas.microsoft.com/office/drawing/2014/main" id="{A048344B-7BF4-E833-B009-0963EDAF9764}"/>
              </a:ext>
            </a:extLst>
          </p:cNvPr>
          <p:cNvGrpSpPr/>
          <p:nvPr/>
        </p:nvGrpSpPr>
        <p:grpSpPr>
          <a:xfrm>
            <a:off x="3361311" y="2321228"/>
            <a:ext cx="237240" cy="347760"/>
            <a:chOff x="4084465" y="2320445"/>
            <a:chExt cx="237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C9D797CE-10D4-F215-56AF-65DDD21054FD}"/>
                    </a:ext>
                  </a:extLst>
                </p14:cNvPr>
                <p14:cNvContentPartPr/>
                <p14:nvPr/>
              </p14:nvContentPartPr>
              <p14:xfrm>
                <a:off x="4131625" y="2320445"/>
                <a:ext cx="190080" cy="288720"/>
              </p14:xfrm>
            </p:contentPart>
          </mc:Choice>
          <mc:Fallback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C9D797CE-10D4-F215-56AF-65DDD21054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25505" y="2314325"/>
                  <a:ext cx="202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AC08631A-7A1F-BB17-9547-341B29611E4C}"/>
                    </a:ext>
                  </a:extLst>
                </p14:cNvPr>
                <p14:cNvContentPartPr/>
                <p14:nvPr/>
              </p14:nvContentPartPr>
              <p14:xfrm>
                <a:off x="4084465" y="2544725"/>
                <a:ext cx="110880" cy="123480"/>
              </p14:xfrm>
            </p:contentPart>
          </mc:Choice>
          <mc:Fallback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AC08631A-7A1F-BB17-9547-341B29611E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78345" y="2538605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a 44">
            <a:extLst>
              <a:ext uri="{FF2B5EF4-FFF2-40B4-BE49-F238E27FC236}">
                <a16:creationId xmlns:a16="http://schemas.microsoft.com/office/drawing/2014/main" id="{96B05EDC-3345-4410-9B83-C38B94CC7392}"/>
              </a:ext>
            </a:extLst>
          </p:cNvPr>
          <p:cNvGrpSpPr/>
          <p:nvPr/>
        </p:nvGrpSpPr>
        <p:grpSpPr>
          <a:xfrm>
            <a:off x="3725991" y="2380268"/>
            <a:ext cx="801360" cy="288000"/>
            <a:chOff x="4449145" y="2379485"/>
            <a:chExt cx="8013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87562783-4D23-8D26-70EC-0F76F150B84F}"/>
                    </a:ext>
                  </a:extLst>
                </p14:cNvPr>
                <p14:cNvContentPartPr/>
                <p14:nvPr/>
              </p14:nvContentPartPr>
              <p14:xfrm>
                <a:off x="4449145" y="2501525"/>
                <a:ext cx="45360" cy="94680"/>
              </p14:xfrm>
            </p:contentPart>
          </mc:Choice>
          <mc:Fallback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87562783-4D23-8D26-70EC-0F76F150B8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43025" y="2495405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1D3AF6DB-1B78-33C8-BA29-EF021B9A3581}"/>
                    </a:ext>
                  </a:extLst>
                </p14:cNvPr>
                <p14:cNvContentPartPr/>
                <p14:nvPr/>
              </p14:nvContentPartPr>
              <p14:xfrm>
                <a:off x="4494145" y="2397845"/>
                <a:ext cx="360" cy="1800"/>
              </p14:xfrm>
            </p:contentPart>
          </mc:Choice>
          <mc:Fallback>
            <p:pic>
              <p:nvPicPr>
                <p:cNvPr id="47" name="Pismo odręczne 46">
                  <a:extLst>
                    <a:ext uri="{FF2B5EF4-FFF2-40B4-BE49-F238E27FC236}">
                      <a16:creationId xmlns:a16="http://schemas.microsoft.com/office/drawing/2014/main" id="{1D3AF6DB-1B78-33C8-BA29-EF021B9A35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88025" y="2391725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6060E323-929F-FD1B-328C-64FC1D062620}"/>
                    </a:ext>
                  </a:extLst>
                </p14:cNvPr>
                <p14:cNvContentPartPr/>
                <p14:nvPr/>
              </p14:nvContentPartPr>
              <p14:xfrm>
                <a:off x="4552465" y="2383805"/>
                <a:ext cx="80640" cy="283680"/>
              </p14:xfrm>
            </p:contentPart>
          </mc:Choice>
          <mc:Fallback>
            <p:pic>
              <p:nvPicPr>
                <p:cNvPr id="48" name="Pismo odręczne 47">
                  <a:extLst>
                    <a:ext uri="{FF2B5EF4-FFF2-40B4-BE49-F238E27FC236}">
                      <a16:creationId xmlns:a16="http://schemas.microsoft.com/office/drawing/2014/main" id="{6060E323-929F-FD1B-328C-64FC1D06262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46345" y="2377685"/>
                  <a:ext cx="92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9" name="Pismo odręczne 48">
                  <a:extLst>
                    <a:ext uri="{FF2B5EF4-FFF2-40B4-BE49-F238E27FC236}">
                      <a16:creationId xmlns:a16="http://schemas.microsoft.com/office/drawing/2014/main" id="{1C2DE3CE-DB2E-DED7-7D4C-68522C97567C}"/>
                    </a:ext>
                  </a:extLst>
                </p14:cNvPr>
                <p14:cNvContentPartPr/>
                <p14:nvPr/>
              </p14:nvContentPartPr>
              <p14:xfrm>
                <a:off x="4528705" y="2524925"/>
                <a:ext cx="135360" cy="54720"/>
              </p14:xfrm>
            </p:contentPart>
          </mc:Choice>
          <mc:Fallback>
            <p:pic>
              <p:nvPicPr>
                <p:cNvPr id="49" name="Pismo odręczne 48">
                  <a:extLst>
                    <a:ext uri="{FF2B5EF4-FFF2-40B4-BE49-F238E27FC236}">
                      <a16:creationId xmlns:a16="http://schemas.microsoft.com/office/drawing/2014/main" id="{1C2DE3CE-DB2E-DED7-7D4C-68522C97567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22585" y="2518805"/>
                  <a:ext cx="14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10698A8B-6B29-9FA5-F367-BC885EF08D78}"/>
                    </a:ext>
                  </a:extLst>
                </p14:cNvPr>
                <p14:cNvContentPartPr/>
                <p14:nvPr/>
              </p14:nvContentPartPr>
              <p14:xfrm>
                <a:off x="4794385" y="2388485"/>
                <a:ext cx="30600" cy="172080"/>
              </p14:xfrm>
            </p:contentPart>
          </mc:Choice>
          <mc:Fallback>
            <p:pic>
              <p:nvPicPr>
                <p:cNvPr id="50" name="Pismo odręczne 49">
                  <a:extLst>
                    <a:ext uri="{FF2B5EF4-FFF2-40B4-BE49-F238E27FC236}">
                      <a16:creationId xmlns:a16="http://schemas.microsoft.com/office/drawing/2014/main" id="{10698A8B-6B29-9FA5-F367-BC885EF08D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88265" y="2382365"/>
                  <a:ext cx="4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B23CC348-A904-A367-5C15-16C2E6ACDD5E}"/>
                    </a:ext>
                  </a:extLst>
                </p14:cNvPr>
                <p14:cNvContentPartPr/>
                <p14:nvPr/>
              </p14:nvContentPartPr>
              <p14:xfrm>
                <a:off x="4770265" y="2448965"/>
                <a:ext cx="50040" cy="18360"/>
              </p14:xfrm>
            </p:contentPart>
          </mc:Choice>
          <mc:Fallback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B23CC348-A904-A367-5C15-16C2E6ACDD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64145" y="2442845"/>
                  <a:ext cx="62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4BFC5672-D940-26AB-3860-670E7D7E201C}"/>
                    </a:ext>
                  </a:extLst>
                </p14:cNvPr>
                <p14:cNvContentPartPr/>
                <p14:nvPr/>
              </p14:nvContentPartPr>
              <p14:xfrm>
                <a:off x="4847305" y="2379485"/>
                <a:ext cx="82800" cy="186840"/>
              </p14:xfrm>
            </p:contentPart>
          </mc:Choice>
          <mc:Fallback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4BFC5672-D940-26AB-3860-670E7D7E20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41185" y="2373365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F0FD543F-6522-1903-ED93-34140146507E}"/>
                    </a:ext>
                  </a:extLst>
                </p14:cNvPr>
                <p14:cNvContentPartPr/>
                <p14:nvPr/>
              </p14:nvContentPartPr>
              <p14:xfrm>
                <a:off x="4951345" y="2499365"/>
                <a:ext cx="75960" cy="74160"/>
              </p14:xfrm>
            </p:contentPart>
          </mc:Choice>
          <mc:Fallback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F0FD543F-6522-1903-ED93-3414014650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5225" y="2493245"/>
                  <a:ext cx="88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FFD9FF36-D255-8C77-AE00-109E2F318E19}"/>
                    </a:ext>
                  </a:extLst>
                </p14:cNvPr>
                <p14:cNvContentPartPr/>
                <p14:nvPr/>
              </p14:nvContentPartPr>
              <p14:xfrm>
                <a:off x="5065465" y="2527445"/>
                <a:ext cx="65880" cy="36360"/>
              </p14:xfrm>
            </p:contentPart>
          </mc:Choice>
          <mc:Fallback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FFD9FF36-D255-8C77-AE00-109E2F318E1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59345" y="2521325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B5BF2514-0592-7D33-4EA7-E77F9D70A74D}"/>
                    </a:ext>
                  </a:extLst>
                </p14:cNvPr>
                <p14:cNvContentPartPr/>
                <p14:nvPr/>
              </p14:nvContentPartPr>
              <p14:xfrm>
                <a:off x="5149705" y="2497565"/>
                <a:ext cx="100800" cy="96480"/>
              </p14:xfrm>
            </p:contentPart>
          </mc:Choice>
          <mc:Fallback>
            <p:pic>
              <p:nvPicPr>
                <p:cNvPr id="55" name="Pismo odręczne 54">
                  <a:extLst>
                    <a:ext uri="{FF2B5EF4-FFF2-40B4-BE49-F238E27FC236}">
                      <a16:creationId xmlns:a16="http://schemas.microsoft.com/office/drawing/2014/main" id="{B5BF2514-0592-7D33-4EA7-E77F9D70A7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43585" y="2491445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6" name="Pismo odręczne 55">
                <a:extLst>
                  <a:ext uri="{FF2B5EF4-FFF2-40B4-BE49-F238E27FC236}">
                    <a16:creationId xmlns:a16="http://schemas.microsoft.com/office/drawing/2014/main" id="{C8580479-F689-7D10-92E6-09054D0FCCFA}"/>
                  </a:ext>
                </a:extLst>
              </p14:cNvPr>
              <p14:cNvContentPartPr/>
              <p14:nvPr/>
            </p14:nvContentPartPr>
            <p14:xfrm>
              <a:off x="4642191" y="2510948"/>
              <a:ext cx="9000" cy="55800"/>
            </p14:xfrm>
          </p:contentPart>
        </mc:Choice>
        <mc:Fallback>
          <p:pic>
            <p:nvPicPr>
              <p:cNvPr id="56" name="Pismo odręczne 55">
                <a:extLst>
                  <a:ext uri="{FF2B5EF4-FFF2-40B4-BE49-F238E27FC236}">
                    <a16:creationId xmlns:a16="http://schemas.microsoft.com/office/drawing/2014/main" id="{C8580479-F689-7D10-92E6-09054D0FCCF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36071" y="2504828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7" name="Pismo odręczne 56">
                <a:extLst>
                  <a:ext uri="{FF2B5EF4-FFF2-40B4-BE49-F238E27FC236}">
                    <a16:creationId xmlns:a16="http://schemas.microsoft.com/office/drawing/2014/main" id="{D8F94EF9-A885-156B-22B9-DABDA0D2EEC7}"/>
                  </a:ext>
                </a:extLst>
              </p14:cNvPr>
              <p14:cNvContentPartPr/>
              <p14:nvPr/>
            </p14:nvContentPartPr>
            <p14:xfrm>
              <a:off x="4664511" y="2420948"/>
              <a:ext cx="3960" cy="5760"/>
            </p14:xfrm>
          </p:contentPart>
        </mc:Choice>
        <mc:Fallback>
          <p:pic>
            <p:nvPicPr>
              <p:cNvPr id="57" name="Pismo odręczne 56">
                <a:extLst>
                  <a:ext uri="{FF2B5EF4-FFF2-40B4-BE49-F238E27FC236}">
                    <a16:creationId xmlns:a16="http://schemas.microsoft.com/office/drawing/2014/main" id="{D8F94EF9-A885-156B-22B9-DABDA0D2EEC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58391" y="2414828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8" name="Pismo odręczne 57">
                <a:extLst>
                  <a:ext uri="{FF2B5EF4-FFF2-40B4-BE49-F238E27FC236}">
                    <a16:creationId xmlns:a16="http://schemas.microsoft.com/office/drawing/2014/main" id="{ABA46C06-675D-D7AD-EE84-16B3241793B9}"/>
                  </a:ext>
                </a:extLst>
              </p14:cNvPr>
              <p14:cNvContentPartPr/>
              <p14:nvPr/>
            </p14:nvContentPartPr>
            <p14:xfrm>
              <a:off x="4686831" y="2497268"/>
              <a:ext cx="76680" cy="95760"/>
            </p14:xfrm>
          </p:contentPart>
        </mc:Choice>
        <mc:Fallback>
          <p:pic>
            <p:nvPicPr>
              <p:cNvPr id="58" name="Pismo odręczne 57">
                <a:extLst>
                  <a:ext uri="{FF2B5EF4-FFF2-40B4-BE49-F238E27FC236}">
                    <a16:creationId xmlns:a16="http://schemas.microsoft.com/office/drawing/2014/main" id="{ABA46C06-675D-D7AD-EE84-16B3241793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80711" y="2491148"/>
                <a:ext cx="88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upa 59">
            <a:extLst>
              <a:ext uri="{FF2B5EF4-FFF2-40B4-BE49-F238E27FC236}">
                <a16:creationId xmlns:a16="http://schemas.microsoft.com/office/drawing/2014/main" id="{BA2559D2-16AE-54A2-837B-EA1E51A0E712}"/>
              </a:ext>
            </a:extLst>
          </p:cNvPr>
          <p:cNvGrpSpPr/>
          <p:nvPr/>
        </p:nvGrpSpPr>
        <p:grpSpPr>
          <a:xfrm>
            <a:off x="4880511" y="2414108"/>
            <a:ext cx="1533240" cy="198000"/>
            <a:chOff x="5603665" y="2413325"/>
            <a:chExt cx="1533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BCEB2CFF-3B86-63CD-75DE-64027731D1F4}"/>
                    </a:ext>
                  </a:extLst>
                </p14:cNvPr>
                <p14:cNvContentPartPr/>
                <p14:nvPr/>
              </p14:nvContentPartPr>
              <p14:xfrm>
                <a:off x="5603665" y="2512685"/>
                <a:ext cx="113760" cy="98640"/>
              </p14:xfrm>
            </p:contentPart>
          </mc:Choice>
          <mc:Fallback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BCEB2CFF-3B86-63CD-75DE-64027731D1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97545" y="2506565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298CD611-D653-22B2-EA7E-EA1F5EC2B2E8}"/>
                    </a:ext>
                  </a:extLst>
                </p14:cNvPr>
                <p14:cNvContentPartPr/>
                <p14:nvPr/>
              </p14:nvContentPartPr>
              <p14:xfrm>
                <a:off x="5805265" y="2484605"/>
                <a:ext cx="69480" cy="100080"/>
              </p14:xfrm>
            </p:contentPart>
          </mc:Choice>
          <mc:Fallback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298CD611-D653-22B2-EA7E-EA1F5EC2B2E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99145" y="247848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2D13D77D-3F01-7E31-363A-1297A7832EBB}"/>
                    </a:ext>
                  </a:extLst>
                </p14:cNvPr>
                <p14:cNvContentPartPr/>
                <p14:nvPr/>
              </p14:nvContentPartPr>
              <p14:xfrm>
                <a:off x="5900305" y="2470925"/>
                <a:ext cx="84960" cy="91800"/>
              </p14:xfrm>
            </p:contentPart>
          </mc:Choice>
          <mc:Fallback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2D13D77D-3F01-7E31-363A-1297A7832E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94185" y="2464805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8" name="Pismo odręczne 97">
                  <a:extLst>
                    <a:ext uri="{FF2B5EF4-FFF2-40B4-BE49-F238E27FC236}">
                      <a16:creationId xmlns:a16="http://schemas.microsoft.com/office/drawing/2014/main" id="{68B10B22-9506-5894-D237-612D7EF12A51}"/>
                    </a:ext>
                  </a:extLst>
                </p14:cNvPr>
                <p14:cNvContentPartPr/>
                <p14:nvPr/>
              </p14:nvContentPartPr>
              <p14:xfrm>
                <a:off x="5994985" y="2495765"/>
                <a:ext cx="151560" cy="80640"/>
              </p14:xfrm>
            </p:contentPart>
          </mc:Choice>
          <mc:Fallback>
            <p:pic>
              <p:nvPicPr>
                <p:cNvPr id="98" name="Pismo odręczne 97">
                  <a:extLst>
                    <a:ext uri="{FF2B5EF4-FFF2-40B4-BE49-F238E27FC236}">
                      <a16:creationId xmlns:a16="http://schemas.microsoft.com/office/drawing/2014/main" id="{68B10B22-9506-5894-D237-612D7EF12A5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8865" y="2489645"/>
                  <a:ext cx="163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6" name="Pismo odręczne 105">
                  <a:extLst>
                    <a:ext uri="{FF2B5EF4-FFF2-40B4-BE49-F238E27FC236}">
                      <a16:creationId xmlns:a16="http://schemas.microsoft.com/office/drawing/2014/main" id="{251C4D2B-DEC0-D527-799E-78E922C82A4E}"/>
                    </a:ext>
                  </a:extLst>
                </p14:cNvPr>
                <p14:cNvContentPartPr/>
                <p14:nvPr/>
              </p14:nvContentPartPr>
              <p14:xfrm>
                <a:off x="6248425" y="2533565"/>
                <a:ext cx="108360" cy="67680"/>
              </p14:xfrm>
            </p:contentPart>
          </mc:Choice>
          <mc:Fallback>
            <p:pic>
              <p:nvPicPr>
                <p:cNvPr id="106" name="Pismo odręczne 105">
                  <a:extLst>
                    <a:ext uri="{FF2B5EF4-FFF2-40B4-BE49-F238E27FC236}">
                      <a16:creationId xmlns:a16="http://schemas.microsoft.com/office/drawing/2014/main" id="{251C4D2B-DEC0-D527-799E-78E922C82A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42305" y="2527445"/>
                  <a:ext cx="120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7" name="Pismo odręczne 106">
                  <a:extLst>
                    <a:ext uri="{FF2B5EF4-FFF2-40B4-BE49-F238E27FC236}">
                      <a16:creationId xmlns:a16="http://schemas.microsoft.com/office/drawing/2014/main" id="{D4B4FF85-3A28-D7ED-F9DA-5FAA0D8A6231}"/>
                    </a:ext>
                  </a:extLst>
                </p14:cNvPr>
                <p14:cNvContentPartPr/>
                <p14:nvPr/>
              </p14:nvContentPartPr>
              <p14:xfrm>
                <a:off x="6372985" y="2424125"/>
                <a:ext cx="48600" cy="178200"/>
              </p14:xfrm>
            </p:contentPart>
          </mc:Choice>
          <mc:Fallback>
            <p:pic>
              <p:nvPicPr>
                <p:cNvPr id="107" name="Pismo odręczne 106">
                  <a:extLst>
                    <a:ext uri="{FF2B5EF4-FFF2-40B4-BE49-F238E27FC236}">
                      <a16:creationId xmlns:a16="http://schemas.microsoft.com/office/drawing/2014/main" id="{D4B4FF85-3A28-D7ED-F9DA-5FAA0D8A623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66865" y="2418005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8" name="Pismo odręczne 107">
                  <a:extLst>
                    <a:ext uri="{FF2B5EF4-FFF2-40B4-BE49-F238E27FC236}">
                      <a16:creationId xmlns:a16="http://schemas.microsoft.com/office/drawing/2014/main" id="{48EF8BEC-EE2D-A718-8F80-2F60CDBE7AB5}"/>
                    </a:ext>
                  </a:extLst>
                </p14:cNvPr>
                <p14:cNvContentPartPr/>
                <p14:nvPr/>
              </p14:nvContentPartPr>
              <p14:xfrm>
                <a:off x="6357505" y="2489285"/>
                <a:ext cx="50400" cy="3600"/>
              </p14:xfrm>
            </p:contentPart>
          </mc:Choice>
          <mc:Fallback>
            <p:pic>
              <p:nvPicPr>
                <p:cNvPr id="108" name="Pismo odręczne 107">
                  <a:extLst>
                    <a:ext uri="{FF2B5EF4-FFF2-40B4-BE49-F238E27FC236}">
                      <a16:creationId xmlns:a16="http://schemas.microsoft.com/office/drawing/2014/main" id="{48EF8BEC-EE2D-A718-8F80-2F60CDBE7AB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51385" y="2483165"/>
                  <a:ext cx="62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0" name="Pismo odręczne 109">
                  <a:extLst>
                    <a:ext uri="{FF2B5EF4-FFF2-40B4-BE49-F238E27FC236}">
                      <a16:creationId xmlns:a16="http://schemas.microsoft.com/office/drawing/2014/main" id="{67CABBF4-6E87-8210-71AB-2CA75EC0FF16}"/>
                    </a:ext>
                  </a:extLst>
                </p14:cNvPr>
                <p14:cNvContentPartPr/>
                <p14:nvPr/>
              </p14:nvContentPartPr>
              <p14:xfrm>
                <a:off x="6504385" y="2432405"/>
                <a:ext cx="29520" cy="158760"/>
              </p14:xfrm>
            </p:contentPart>
          </mc:Choice>
          <mc:Fallback>
            <p:pic>
              <p:nvPicPr>
                <p:cNvPr id="110" name="Pismo odręczne 109">
                  <a:extLst>
                    <a:ext uri="{FF2B5EF4-FFF2-40B4-BE49-F238E27FC236}">
                      <a16:creationId xmlns:a16="http://schemas.microsoft.com/office/drawing/2014/main" id="{67CABBF4-6E87-8210-71AB-2CA75EC0FF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98265" y="2426285"/>
                  <a:ext cx="4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1" name="Pismo odręczne 110">
                  <a:extLst>
                    <a:ext uri="{FF2B5EF4-FFF2-40B4-BE49-F238E27FC236}">
                      <a16:creationId xmlns:a16="http://schemas.microsoft.com/office/drawing/2014/main" id="{42386059-2BC3-3936-2293-086052E91BBF}"/>
                    </a:ext>
                  </a:extLst>
                </p14:cNvPr>
                <p14:cNvContentPartPr/>
                <p14:nvPr/>
              </p14:nvContentPartPr>
              <p14:xfrm>
                <a:off x="6495745" y="2487125"/>
                <a:ext cx="50040" cy="14760"/>
              </p14:xfrm>
            </p:contentPart>
          </mc:Choice>
          <mc:Fallback>
            <p:pic>
              <p:nvPicPr>
                <p:cNvPr id="111" name="Pismo odręczne 110">
                  <a:extLst>
                    <a:ext uri="{FF2B5EF4-FFF2-40B4-BE49-F238E27FC236}">
                      <a16:creationId xmlns:a16="http://schemas.microsoft.com/office/drawing/2014/main" id="{42386059-2BC3-3936-2293-086052E91B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89625" y="2481005"/>
                  <a:ext cx="62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2" name="Pismo odręczne 111">
                  <a:extLst>
                    <a:ext uri="{FF2B5EF4-FFF2-40B4-BE49-F238E27FC236}">
                      <a16:creationId xmlns:a16="http://schemas.microsoft.com/office/drawing/2014/main" id="{F055B609-9912-B1D6-3FD5-B4C0426C019D}"/>
                    </a:ext>
                  </a:extLst>
                </p14:cNvPr>
                <p14:cNvContentPartPr/>
                <p14:nvPr/>
              </p14:nvContentPartPr>
              <p14:xfrm>
                <a:off x="6566665" y="2434565"/>
                <a:ext cx="74160" cy="172800"/>
              </p14:xfrm>
            </p:contentPart>
          </mc:Choice>
          <mc:Fallback>
            <p:pic>
              <p:nvPicPr>
                <p:cNvPr id="112" name="Pismo odręczne 111">
                  <a:extLst>
                    <a:ext uri="{FF2B5EF4-FFF2-40B4-BE49-F238E27FC236}">
                      <a16:creationId xmlns:a16="http://schemas.microsoft.com/office/drawing/2014/main" id="{F055B609-9912-B1D6-3FD5-B4C0426C019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60545" y="2428445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3" name="Pismo odręczne 112">
                  <a:extLst>
                    <a:ext uri="{FF2B5EF4-FFF2-40B4-BE49-F238E27FC236}">
                      <a16:creationId xmlns:a16="http://schemas.microsoft.com/office/drawing/2014/main" id="{9B7205F8-CFF8-18DA-F7E0-81BD700B6A29}"/>
                    </a:ext>
                  </a:extLst>
                </p14:cNvPr>
                <p14:cNvContentPartPr/>
                <p14:nvPr/>
              </p14:nvContentPartPr>
              <p14:xfrm>
                <a:off x="6650905" y="2521685"/>
                <a:ext cx="105120" cy="64800"/>
              </p14:xfrm>
            </p:contentPart>
          </mc:Choice>
          <mc:Fallback>
            <p:pic>
              <p:nvPicPr>
                <p:cNvPr id="113" name="Pismo odręczne 112">
                  <a:extLst>
                    <a:ext uri="{FF2B5EF4-FFF2-40B4-BE49-F238E27FC236}">
                      <a16:creationId xmlns:a16="http://schemas.microsoft.com/office/drawing/2014/main" id="{9B7205F8-CFF8-18DA-F7E0-81BD700B6A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44785" y="2515565"/>
                  <a:ext cx="117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4" name="Pismo odręczne 113">
                  <a:extLst>
                    <a:ext uri="{FF2B5EF4-FFF2-40B4-BE49-F238E27FC236}">
                      <a16:creationId xmlns:a16="http://schemas.microsoft.com/office/drawing/2014/main" id="{24F806BE-0BCF-CFF7-DD13-E8B8629BEA62}"/>
                    </a:ext>
                  </a:extLst>
                </p14:cNvPr>
                <p14:cNvContentPartPr/>
                <p14:nvPr/>
              </p14:nvContentPartPr>
              <p14:xfrm>
                <a:off x="6842425" y="2498645"/>
                <a:ext cx="74880" cy="70920"/>
              </p14:xfrm>
            </p:contentPart>
          </mc:Choice>
          <mc:Fallback>
            <p:pic>
              <p:nvPicPr>
                <p:cNvPr id="114" name="Pismo odręczne 113">
                  <a:extLst>
                    <a:ext uri="{FF2B5EF4-FFF2-40B4-BE49-F238E27FC236}">
                      <a16:creationId xmlns:a16="http://schemas.microsoft.com/office/drawing/2014/main" id="{24F806BE-0BCF-CFF7-DD13-E8B8629BEA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36305" y="2492525"/>
                  <a:ext cx="8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5" name="Pismo odręczne 114">
                  <a:extLst>
                    <a:ext uri="{FF2B5EF4-FFF2-40B4-BE49-F238E27FC236}">
                      <a16:creationId xmlns:a16="http://schemas.microsoft.com/office/drawing/2014/main" id="{AAD797DD-B333-6CDF-138F-59CC56CBE8F6}"/>
                    </a:ext>
                  </a:extLst>
                </p14:cNvPr>
                <p14:cNvContentPartPr/>
                <p14:nvPr/>
              </p14:nvContentPartPr>
              <p14:xfrm>
                <a:off x="6926665" y="2526365"/>
                <a:ext cx="78480" cy="40320"/>
              </p14:xfrm>
            </p:contentPart>
          </mc:Choice>
          <mc:Fallback>
            <p:pic>
              <p:nvPicPr>
                <p:cNvPr id="115" name="Pismo odręczne 114">
                  <a:extLst>
                    <a:ext uri="{FF2B5EF4-FFF2-40B4-BE49-F238E27FC236}">
                      <a16:creationId xmlns:a16="http://schemas.microsoft.com/office/drawing/2014/main" id="{AAD797DD-B333-6CDF-138F-59CC56CBE8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20545" y="2520245"/>
                  <a:ext cx="9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6" name="Pismo odręczne 115">
                  <a:extLst>
                    <a:ext uri="{FF2B5EF4-FFF2-40B4-BE49-F238E27FC236}">
                      <a16:creationId xmlns:a16="http://schemas.microsoft.com/office/drawing/2014/main" id="{14FE52C7-BB7A-71D7-FEBF-2493BD590856}"/>
                    </a:ext>
                  </a:extLst>
                </p14:cNvPr>
                <p14:cNvContentPartPr/>
                <p14:nvPr/>
              </p14:nvContentPartPr>
              <p14:xfrm>
                <a:off x="7014505" y="2513765"/>
                <a:ext cx="58680" cy="48600"/>
              </p14:xfrm>
            </p:contentPart>
          </mc:Choice>
          <mc:Fallback>
            <p:pic>
              <p:nvPicPr>
                <p:cNvPr id="116" name="Pismo odręczne 115">
                  <a:extLst>
                    <a:ext uri="{FF2B5EF4-FFF2-40B4-BE49-F238E27FC236}">
                      <a16:creationId xmlns:a16="http://schemas.microsoft.com/office/drawing/2014/main" id="{14FE52C7-BB7A-71D7-FEBF-2493BD59085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08385" y="2507645"/>
                  <a:ext cx="7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7" name="Pismo odręczne 116">
                  <a:extLst>
                    <a:ext uri="{FF2B5EF4-FFF2-40B4-BE49-F238E27FC236}">
                      <a16:creationId xmlns:a16="http://schemas.microsoft.com/office/drawing/2014/main" id="{9CD9D52D-FD9D-33B3-A12E-2F31491C8D85}"/>
                    </a:ext>
                  </a:extLst>
                </p14:cNvPr>
                <p14:cNvContentPartPr/>
                <p14:nvPr/>
              </p14:nvContentPartPr>
              <p14:xfrm>
                <a:off x="7100185" y="2413325"/>
                <a:ext cx="36720" cy="165240"/>
              </p14:xfrm>
            </p:contentPart>
          </mc:Choice>
          <mc:Fallback>
            <p:pic>
              <p:nvPicPr>
                <p:cNvPr id="117" name="Pismo odręczne 116">
                  <a:extLst>
                    <a:ext uri="{FF2B5EF4-FFF2-40B4-BE49-F238E27FC236}">
                      <a16:creationId xmlns:a16="http://schemas.microsoft.com/office/drawing/2014/main" id="{9CD9D52D-FD9D-33B3-A12E-2F31491C8D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94065" y="2407205"/>
                  <a:ext cx="48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a 117">
            <a:extLst>
              <a:ext uri="{FF2B5EF4-FFF2-40B4-BE49-F238E27FC236}">
                <a16:creationId xmlns:a16="http://schemas.microsoft.com/office/drawing/2014/main" id="{DAA9658D-A023-F119-B7F0-15F759572CEB}"/>
              </a:ext>
            </a:extLst>
          </p:cNvPr>
          <p:cNvGrpSpPr/>
          <p:nvPr/>
        </p:nvGrpSpPr>
        <p:grpSpPr>
          <a:xfrm>
            <a:off x="7990551" y="2317628"/>
            <a:ext cx="1303560" cy="284400"/>
            <a:chOff x="7992625" y="2249165"/>
            <a:chExt cx="13035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9" name="Pismo odręczne 118">
                  <a:extLst>
                    <a:ext uri="{FF2B5EF4-FFF2-40B4-BE49-F238E27FC236}">
                      <a16:creationId xmlns:a16="http://schemas.microsoft.com/office/drawing/2014/main" id="{B6749E10-E41B-7732-D870-3C5C8ECBE64E}"/>
                    </a:ext>
                  </a:extLst>
                </p14:cNvPr>
                <p14:cNvContentPartPr/>
                <p14:nvPr/>
              </p14:nvContentPartPr>
              <p14:xfrm>
                <a:off x="7992625" y="2249165"/>
                <a:ext cx="183960" cy="251640"/>
              </p14:xfrm>
            </p:contentPart>
          </mc:Choice>
          <mc:Fallback>
            <p:pic>
              <p:nvPicPr>
                <p:cNvPr id="119" name="Pismo odręczne 118">
                  <a:extLst>
                    <a:ext uri="{FF2B5EF4-FFF2-40B4-BE49-F238E27FC236}">
                      <a16:creationId xmlns:a16="http://schemas.microsoft.com/office/drawing/2014/main" id="{B6749E10-E41B-7732-D870-3C5C8ECBE64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86505" y="2243045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0" name="Pismo odręczne 119">
                  <a:extLst>
                    <a:ext uri="{FF2B5EF4-FFF2-40B4-BE49-F238E27FC236}">
                      <a16:creationId xmlns:a16="http://schemas.microsoft.com/office/drawing/2014/main" id="{EDD08980-76AB-57C7-9A20-1E81D41D23B4}"/>
                    </a:ext>
                  </a:extLst>
                </p14:cNvPr>
                <p14:cNvContentPartPr/>
                <p14:nvPr/>
              </p14:nvContentPartPr>
              <p14:xfrm>
                <a:off x="8073985" y="2457965"/>
                <a:ext cx="165600" cy="75600"/>
              </p14:xfrm>
            </p:contentPart>
          </mc:Choice>
          <mc:Fallback>
            <p:pic>
              <p:nvPicPr>
                <p:cNvPr id="120" name="Pismo odręczne 119">
                  <a:extLst>
                    <a:ext uri="{FF2B5EF4-FFF2-40B4-BE49-F238E27FC236}">
                      <a16:creationId xmlns:a16="http://schemas.microsoft.com/office/drawing/2014/main" id="{EDD08980-76AB-57C7-9A20-1E81D41D23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67865" y="2451845"/>
                  <a:ext cx="17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1" name="Pismo odręczne 120">
                  <a:extLst>
                    <a:ext uri="{FF2B5EF4-FFF2-40B4-BE49-F238E27FC236}">
                      <a16:creationId xmlns:a16="http://schemas.microsoft.com/office/drawing/2014/main" id="{B45415EC-A5EC-2E56-87E9-E5D9605764BF}"/>
                    </a:ext>
                  </a:extLst>
                </p14:cNvPr>
                <p14:cNvContentPartPr/>
                <p14:nvPr/>
              </p14:nvContentPartPr>
              <p14:xfrm>
                <a:off x="8358385" y="2389205"/>
                <a:ext cx="96480" cy="107280"/>
              </p14:xfrm>
            </p:contentPart>
          </mc:Choice>
          <mc:Fallback>
            <p:pic>
              <p:nvPicPr>
                <p:cNvPr id="121" name="Pismo odręczne 120">
                  <a:extLst>
                    <a:ext uri="{FF2B5EF4-FFF2-40B4-BE49-F238E27FC236}">
                      <a16:creationId xmlns:a16="http://schemas.microsoft.com/office/drawing/2014/main" id="{B45415EC-A5EC-2E56-87E9-E5D9605764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52265" y="2383085"/>
                  <a:ext cx="108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2" name="Pismo odręczne 121">
                  <a:extLst>
                    <a:ext uri="{FF2B5EF4-FFF2-40B4-BE49-F238E27FC236}">
                      <a16:creationId xmlns:a16="http://schemas.microsoft.com/office/drawing/2014/main" id="{4829E739-859F-5BC9-F718-6C2C318770BF}"/>
                    </a:ext>
                  </a:extLst>
                </p14:cNvPr>
                <p14:cNvContentPartPr/>
                <p14:nvPr/>
              </p14:nvContentPartPr>
              <p14:xfrm>
                <a:off x="8482585" y="2263565"/>
                <a:ext cx="78840" cy="239760"/>
              </p14:xfrm>
            </p:contentPart>
          </mc:Choice>
          <mc:Fallback>
            <p:pic>
              <p:nvPicPr>
                <p:cNvPr id="122" name="Pismo odręczne 121">
                  <a:extLst>
                    <a:ext uri="{FF2B5EF4-FFF2-40B4-BE49-F238E27FC236}">
                      <a16:creationId xmlns:a16="http://schemas.microsoft.com/office/drawing/2014/main" id="{4829E739-859F-5BC9-F718-6C2C318770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6465" y="2257445"/>
                  <a:ext cx="91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3" name="Pismo odręczne 122">
                  <a:extLst>
                    <a:ext uri="{FF2B5EF4-FFF2-40B4-BE49-F238E27FC236}">
                      <a16:creationId xmlns:a16="http://schemas.microsoft.com/office/drawing/2014/main" id="{40C08F50-F10D-20F9-F2F8-44B0D847F9D3}"/>
                    </a:ext>
                  </a:extLst>
                </p14:cNvPr>
                <p14:cNvContentPartPr/>
                <p14:nvPr/>
              </p14:nvContentPartPr>
              <p14:xfrm>
                <a:off x="8471065" y="2361845"/>
                <a:ext cx="50040" cy="10800"/>
              </p14:xfrm>
            </p:contentPart>
          </mc:Choice>
          <mc:Fallback>
            <p:pic>
              <p:nvPicPr>
                <p:cNvPr id="123" name="Pismo odręczne 122">
                  <a:extLst>
                    <a:ext uri="{FF2B5EF4-FFF2-40B4-BE49-F238E27FC236}">
                      <a16:creationId xmlns:a16="http://schemas.microsoft.com/office/drawing/2014/main" id="{40C08F50-F10D-20F9-F2F8-44B0D847F9D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64945" y="2355725"/>
                  <a:ext cx="6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24" name="Pismo odręczne 123">
                  <a:extLst>
                    <a:ext uri="{FF2B5EF4-FFF2-40B4-BE49-F238E27FC236}">
                      <a16:creationId xmlns:a16="http://schemas.microsoft.com/office/drawing/2014/main" id="{25C2A983-4F8F-71D2-3478-9EC3B2194452}"/>
                    </a:ext>
                  </a:extLst>
                </p14:cNvPr>
                <p14:cNvContentPartPr/>
                <p14:nvPr/>
              </p14:nvContentPartPr>
              <p14:xfrm>
                <a:off x="8581585" y="2303165"/>
                <a:ext cx="83160" cy="204120"/>
              </p14:xfrm>
            </p:contentPart>
          </mc:Choice>
          <mc:Fallback>
            <p:pic>
              <p:nvPicPr>
                <p:cNvPr id="124" name="Pismo odręczne 123">
                  <a:extLst>
                    <a:ext uri="{FF2B5EF4-FFF2-40B4-BE49-F238E27FC236}">
                      <a16:creationId xmlns:a16="http://schemas.microsoft.com/office/drawing/2014/main" id="{25C2A983-4F8F-71D2-3478-9EC3B2194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5465" y="2297045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5" name="Pismo odręczne 124">
                  <a:extLst>
                    <a:ext uri="{FF2B5EF4-FFF2-40B4-BE49-F238E27FC236}">
                      <a16:creationId xmlns:a16="http://schemas.microsoft.com/office/drawing/2014/main" id="{952AAB3C-A8B7-32F9-1460-5F75D9792141}"/>
                    </a:ext>
                  </a:extLst>
                </p14:cNvPr>
                <p14:cNvContentPartPr/>
                <p14:nvPr/>
              </p14:nvContentPartPr>
              <p14:xfrm>
                <a:off x="8712625" y="2427005"/>
                <a:ext cx="70200" cy="85680"/>
              </p14:xfrm>
            </p:contentPart>
          </mc:Choice>
          <mc:Fallback>
            <p:pic>
              <p:nvPicPr>
                <p:cNvPr id="125" name="Pismo odręczne 124">
                  <a:extLst>
                    <a:ext uri="{FF2B5EF4-FFF2-40B4-BE49-F238E27FC236}">
                      <a16:creationId xmlns:a16="http://schemas.microsoft.com/office/drawing/2014/main" id="{952AAB3C-A8B7-32F9-1460-5F75D97921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06505" y="2420885"/>
                  <a:ext cx="8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6" name="Pismo odręczne 125">
                  <a:extLst>
                    <a:ext uri="{FF2B5EF4-FFF2-40B4-BE49-F238E27FC236}">
                      <a16:creationId xmlns:a16="http://schemas.microsoft.com/office/drawing/2014/main" id="{2378479C-69D3-21BF-E9D4-FC6E50A4BA6C}"/>
                    </a:ext>
                  </a:extLst>
                </p14:cNvPr>
                <p14:cNvContentPartPr/>
                <p14:nvPr/>
              </p14:nvContentPartPr>
              <p14:xfrm>
                <a:off x="8824945" y="2429165"/>
                <a:ext cx="79920" cy="69120"/>
              </p14:xfrm>
            </p:contentPart>
          </mc:Choice>
          <mc:Fallback>
            <p:pic>
              <p:nvPicPr>
                <p:cNvPr id="126" name="Pismo odręczne 125">
                  <a:extLst>
                    <a:ext uri="{FF2B5EF4-FFF2-40B4-BE49-F238E27FC236}">
                      <a16:creationId xmlns:a16="http://schemas.microsoft.com/office/drawing/2014/main" id="{2378479C-69D3-21BF-E9D4-FC6E50A4BA6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18825" y="2423045"/>
                  <a:ext cx="9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7" name="Pismo odręczne 126">
                  <a:extLst>
                    <a:ext uri="{FF2B5EF4-FFF2-40B4-BE49-F238E27FC236}">
                      <a16:creationId xmlns:a16="http://schemas.microsoft.com/office/drawing/2014/main" id="{AB9E323B-6BE6-7332-D24D-6AF3AEAA217D}"/>
                    </a:ext>
                  </a:extLst>
                </p14:cNvPr>
                <p14:cNvContentPartPr/>
                <p14:nvPr/>
              </p14:nvContentPartPr>
              <p14:xfrm>
                <a:off x="8927545" y="2428445"/>
                <a:ext cx="122040" cy="78840"/>
              </p14:xfrm>
            </p:contentPart>
          </mc:Choice>
          <mc:Fallback>
            <p:pic>
              <p:nvPicPr>
                <p:cNvPr id="127" name="Pismo odręczne 126">
                  <a:extLst>
                    <a:ext uri="{FF2B5EF4-FFF2-40B4-BE49-F238E27FC236}">
                      <a16:creationId xmlns:a16="http://schemas.microsoft.com/office/drawing/2014/main" id="{AB9E323B-6BE6-7332-D24D-6AF3AEAA217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21425" y="2422325"/>
                  <a:ext cx="13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70" name="Pismo odręczne 169">
                  <a:extLst>
                    <a:ext uri="{FF2B5EF4-FFF2-40B4-BE49-F238E27FC236}">
                      <a16:creationId xmlns:a16="http://schemas.microsoft.com/office/drawing/2014/main" id="{AFC12751-4FAC-BECB-9995-7A314E03EE27}"/>
                    </a:ext>
                  </a:extLst>
                </p14:cNvPr>
                <p14:cNvContentPartPr/>
                <p14:nvPr/>
              </p14:nvContentPartPr>
              <p14:xfrm>
                <a:off x="9066145" y="2424125"/>
                <a:ext cx="3960" cy="63000"/>
              </p14:xfrm>
            </p:contentPart>
          </mc:Choice>
          <mc:Fallback>
            <p:pic>
              <p:nvPicPr>
                <p:cNvPr id="170" name="Pismo odręczne 169">
                  <a:extLst>
                    <a:ext uri="{FF2B5EF4-FFF2-40B4-BE49-F238E27FC236}">
                      <a16:creationId xmlns:a16="http://schemas.microsoft.com/office/drawing/2014/main" id="{AFC12751-4FAC-BECB-9995-7A314E03EE2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60025" y="2418005"/>
                  <a:ext cx="1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71" name="Pismo odręczne 170">
                  <a:extLst>
                    <a:ext uri="{FF2B5EF4-FFF2-40B4-BE49-F238E27FC236}">
                      <a16:creationId xmlns:a16="http://schemas.microsoft.com/office/drawing/2014/main" id="{13549C80-2061-AB28-A357-C9F4D581CFAE}"/>
                    </a:ext>
                  </a:extLst>
                </p14:cNvPr>
                <p14:cNvContentPartPr/>
                <p14:nvPr/>
              </p14:nvContentPartPr>
              <p14:xfrm>
                <a:off x="9074785" y="2342405"/>
                <a:ext cx="10440" cy="4320"/>
              </p14:xfrm>
            </p:contentPart>
          </mc:Choice>
          <mc:Fallback>
            <p:pic>
              <p:nvPicPr>
                <p:cNvPr id="171" name="Pismo odręczne 170">
                  <a:extLst>
                    <a:ext uri="{FF2B5EF4-FFF2-40B4-BE49-F238E27FC236}">
                      <a16:creationId xmlns:a16="http://schemas.microsoft.com/office/drawing/2014/main" id="{13549C80-2061-AB28-A357-C9F4D581CF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68665" y="2336285"/>
                  <a:ext cx="22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72" name="Pismo odręczne 171">
                  <a:extLst>
                    <a:ext uri="{FF2B5EF4-FFF2-40B4-BE49-F238E27FC236}">
                      <a16:creationId xmlns:a16="http://schemas.microsoft.com/office/drawing/2014/main" id="{8F8B61C4-CB56-CD9B-9001-D2F35BFB1158}"/>
                    </a:ext>
                  </a:extLst>
                </p14:cNvPr>
                <p14:cNvContentPartPr/>
                <p14:nvPr/>
              </p14:nvContentPartPr>
              <p14:xfrm>
                <a:off x="9107545" y="2420885"/>
                <a:ext cx="53640" cy="77760"/>
              </p14:xfrm>
            </p:contentPart>
          </mc:Choice>
          <mc:Fallback>
            <p:pic>
              <p:nvPicPr>
                <p:cNvPr id="172" name="Pismo odręczne 171">
                  <a:extLst>
                    <a:ext uri="{FF2B5EF4-FFF2-40B4-BE49-F238E27FC236}">
                      <a16:creationId xmlns:a16="http://schemas.microsoft.com/office/drawing/2014/main" id="{8F8B61C4-CB56-CD9B-9001-D2F35BFB115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01425" y="2414765"/>
                  <a:ext cx="6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73" name="Pismo odręczne 172">
                  <a:extLst>
                    <a:ext uri="{FF2B5EF4-FFF2-40B4-BE49-F238E27FC236}">
                      <a16:creationId xmlns:a16="http://schemas.microsoft.com/office/drawing/2014/main" id="{4B8712DA-0F9F-7711-FAF0-9324469459DD}"/>
                    </a:ext>
                  </a:extLst>
                </p14:cNvPr>
                <p14:cNvContentPartPr/>
                <p14:nvPr/>
              </p14:nvContentPartPr>
              <p14:xfrm>
                <a:off x="9178105" y="2447885"/>
                <a:ext cx="118080" cy="47160"/>
              </p14:xfrm>
            </p:contentPart>
          </mc:Choice>
          <mc:Fallback>
            <p:pic>
              <p:nvPicPr>
                <p:cNvPr id="173" name="Pismo odręczne 172">
                  <a:extLst>
                    <a:ext uri="{FF2B5EF4-FFF2-40B4-BE49-F238E27FC236}">
                      <a16:creationId xmlns:a16="http://schemas.microsoft.com/office/drawing/2014/main" id="{4B8712DA-0F9F-7711-FAF0-9324469459D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71985" y="244176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938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EBB2F-310B-C266-8412-6D6E339B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8FD3B61C-7817-2D75-795D-2974E1E8B5E9}"/>
              </a:ext>
            </a:extLst>
          </p:cNvPr>
          <p:cNvCxnSpPr/>
          <p:nvPr/>
        </p:nvCxnSpPr>
        <p:spPr>
          <a:xfrm>
            <a:off x="323178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12C74C18-CE59-A44C-50CB-6E3D1A2EE69F}"/>
              </a:ext>
            </a:extLst>
          </p:cNvPr>
          <p:cNvCxnSpPr/>
          <p:nvPr/>
        </p:nvCxnSpPr>
        <p:spPr>
          <a:xfrm>
            <a:off x="428729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C627A045-1B66-7CA8-6400-3A3099037C58}"/>
              </a:ext>
            </a:extLst>
          </p:cNvPr>
          <p:cNvCxnSpPr/>
          <p:nvPr/>
        </p:nvCxnSpPr>
        <p:spPr>
          <a:xfrm>
            <a:off x="5333658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50E2832-8B69-E427-466C-A0E2D3BDA3BB}"/>
              </a:ext>
            </a:extLst>
          </p:cNvPr>
          <p:cNvCxnSpPr/>
          <p:nvPr/>
        </p:nvCxnSpPr>
        <p:spPr>
          <a:xfrm>
            <a:off x="636670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828AB3E-7E49-F034-6559-72645694745B}"/>
              </a:ext>
            </a:extLst>
          </p:cNvPr>
          <p:cNvCxnSpPr/>
          <p:nvPr/>
        </p:nvCxnSpPr>
        <p:spPr>
          <a:xfrm>
            <a:off x="742221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EB4ED508-7DB9-1A41-BD59-7657CFF32AB7}"/>
              </a:ext>
            </a:extLst>
          </p:cNvPr>
          <p:cNvCxnSpPr/>
          <p:nvPr/>
        </p:nvCxnSpPr>
        <p:spPr>
          <a:xfrm>
            <a:off x="26382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8A61788B-79B8-E1A8-0616-8E59EFAF75A7}"/>
              </a:ext>
            </a:extLst>
          </p:cNvPr>
          <p:cNvCxnSpPr/>
          <p:nvPr/>
        </p:nvCxnSpPr>
        <p:spPr>
          <a:xfrm>
            <a:off x="131933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66219E9D-8D05-343E-87B4-A191F4DA71DC}"/>
              </a:ext>
            </a:extLst>
          </p:cNvPr>
          <p:cNvCxnSpPr/>
          <p:nvPr/>
        </p:nvCxnSpPr>
        <p:spPr>
          <a:xfrm>
            <a:off x="2365699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4AC09A21-2197-0EE7-777A-64CD15995D48}"/>
              </a:ext>
            </a:extLst>
          </p:cNvPr>
          <p:cNvCxnSpPr/>
          <p:nvPr/>
        </p:nvCxnSpPr>
        <p:spPr>
          <a:xfrm>
            <a:off x="339874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DDDCF686-A6D6-F227-06B6-141D173AD50E}"/>
              </a:ext>
            </a:extLst>
          </p:cNvPr>
          <p:cNvCxnSpPr/>
          <p:nvPr/>
        </p:nvCxnSpPr>
        <p:spPr>
          <a:xfrm>
            <a:off x="445425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36841FD8-2F76-72D6-0FCC-33EA9B565148}"/>
              </a:ext>
            </a:extLst>
          </p:cNvPr>
          <p:cNvCxnSpPr/>
          <p:nvPr/>
        </p:nvCxnSpPr>
        <p:spPr>
          <a:xfrm>
            <a:off x="670345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052982A1-D6DD-BA55-0C62-7C4A90A0FCE1}"/>
              </a:ext>
            </a:extLst>
          </p:cNvPr>
          <p:cNvCxnSpPr/>
          <p:nvPr/>
        </p:nvCxnSpPr>
        <p:spPr>
          <a:xfrm>
            <a:off x="775896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CCB36915-B871-39E2-37EA-72E1E8AC4F8F}"/>
              </a:ext>
            </a:extLst>
          </p:cNvPr>
          <p:cNvCxnSpPr/>
          <p:nvPr/>
        </p:nvCxnSpPr>
        <p:spPr>
          <a:xfrm>
            <a:off x="8805330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556C1111-5BB4-0D62-BC65-D511BB2E36CC}"/>
              </a:ext>
            </a:extLst>
          </p:cNvPr>
          <p:cNvCxnSpPr/>
          <p:nvPr/>
        </p:nvCxnSpPr>
        <p:spPr>
          <a:xfrm>
            <a:off x="983837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062630F2-6740-68EB-22B9-EDD04A838AE0}"/>
              </a:ext>
            </a:extLst>
          </p:cNvPr>
          <p:cNvCxnSpPr/>
          <p:nvPr/>
        </p:nvCxnSpPr>
        <p:spPr>
          <a:xfrm>
            <a:off x="1089388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B3131392-9DFB-261A-A738-833133D719A8}"/>
                  </a:ext>
                </a:extLst>
              </p14:cNvPr>
              <p14:cNvContentPartPr/>
              <p14:nvPr/>
            </p14:nvContentPartPr>
            <p14:xfrm>
              <a:off x="4937904" y="3394224"/>
              <a:ext cx="119880" cy="1267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B3131392-9DFB-261A-A738-833133D719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1766" y="3388104"/>
                <a:ext cx="132157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a 29">
            <a:extLst>
              <a:ext uri="{FF2B5EF4-FFF2-40B4-BE49-F238E27FC236}">
                <a16:creationId xmlns:a16="http://schemas.microsoft.com/office/drawing/2014/main" id="{FC05F114-15EF-FAD0-035D-53946569CEEC}"/>
              </a:ext>
            </a:extLst>
          </p:cNvPr>
          <p:cNvGrpSpPr/>
          <p:nvPr/>
        </p:nvGrpSpPr>
        <p:grpSpPr>
          <a:xfrm>
            <a:off x="10970064" y="3428784"/>
            <a:ext cx="322920" cy="224280"/>
            <a:chOff x="10970064" y="3428784"/>
            <a:chExt cx="3229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C606724D-4DF0-7CCF-9D10-141A871B1F1C}"/>
                    </a:ext>
                  </a:extLst>
                </p14:cNvPr>
                <p14:cNvContentPartPr/>
                <p14:nvPr/>
              </p14:nvContentPartPr>
              <p14:xfrm>
                <a:off x="10970064" y="3433104"/>
                <a:ext cx="63000" cy="16020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C606724D-4DF0-7CCF-9D10-141A871B1F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63944" y="3426984"/>
                  <a:ext cx="7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FFAFB8B1-549D-53B2-1E2F-3EF23B635F80}"/>
                    </a:ext>
                  </a:extLst>
                </p14:cNvPr>
                <p14:cNvContentPartPr/>
                <p14:nvPr/>
              </p14:nvContentPartPr>
              <p14:xfrm>
                <a:off x="11087784" y="3575304"/>
                <a:ext cx="3960" cy="777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FFAFB8B1-549D-53B2-1E2F-3EF23B635F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1664" y="3569184"/>
                  <a:ext cx="1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FBF9F74D-0123-3C3D-EE99-E9E20B75AA1A}"/>
                    </a:ext>
                  </a:extLst>
                </p14:cNvPr>
                <p14:cNvContentPartPr/>
                <p14:nvPr/>
              </p14:nvContentPartPr>
              <p14:xfrm>
                <a:off x="11146464" y="3428784"/>
                <a:ext cx="70200" cy="1400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FBF9F74D-0123-3C3D-EE99-E9E20B75AA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0344" y="3422664"/>
                  <a:ext cx="8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379A9F67-0BCD-32AE-E9DD-0114E139066E}"/>
                    </a:ext>
                  </a:extLst>
                </p14:cNvPr>
                <p14:cNvContentPartPr/>
                <p14:nvPr/>
              </p14:nvContentPartPr>
              <p14:xfrm>
                <a:off x="11276064" y="3565944"/>
                <a:ext cx="16920" cy="5904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379A9F67-0BCD-32AE-E9DD-0114E13906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071" y="3559786"/>
                  <a:ext cx="28905" cy="713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78279A33-AADE-279B-0143-EA2C67CD715B}"/>
              </a:ext>
            </a:extLst>
          </p:cNvPr>
          <p:cNvGrpSpPr/>
          <p:nvPr/>
        </p:nvGrpSpPr>
        <p:grpSpPr>
          <a:xfrm>
            <a:off x="11383704" y="3404664"/>
            <a:ext cx="310320" cy="248400"/>
            <a:chOff x="11383704" y="3404664"/>
            <a:chExt cx="310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A1C6EA6E-B03D-AC89-65F7-D4DFFEA9A552}"/>
                    </a:ext>
                  </a:extLst>
                </p14:cNvPr>
                <p14:cNvContentPartPr/>
                <p14:nvPr/>
              </p14:nvContentPartPr>
              <p14:xfrm>
                <a:off x="11383704" y="3404664"/>
                <a:ext cx="73800" cy="17784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A1C6EA6E-B03D-AC89-65F7-D4DFFEA9A5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77614" y="3398544"/>
                  <a:ext cx="85981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B5ACCB76-081F-9D95-F985-10B49E213DEA}"/>
                    </a:ext>
                  </a:extLst>
                </p14:cNvPr>
                <p14:cNvContentPartPr/>
                <p14:nvPr/>
              </p14:nvContentPartPr>
              <p14:xfrm>
                <a:off x="11504664" y="3575304"/>
                <a:ext cx="16920" cy="7776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B5ACCB76-081F-9D95-F985-10B49E213D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8544" y="3569184"/>
                  <a:ext cx="2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EAFB0FE2-5F6C-A92B-1B4C-484FA33A7D18}"/>
                    </a:ext>
                  </a:extLst>
                </p14:cNvPr>
                <p14:cNvContentPartPr/>
                <p14:nvPr/>
              </p14:nvContentPartPr>
              <p14:xfrm>
                <a:off x="11593584" y="3438504"/>
                <a:ext cx="100440" cy="19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EAFB0FE2-5F6C-A92B-1B4C-484FA33A7D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7442" y="3432384"/>
                  <a:ext cx="112724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45106671-F4A7-EB9A-8F5B-3D971E122CCA}"/>
              </a:ext>
            </a:extLst>
          </p:cNvPr>
          <p:cNvGrpSpPr/>
          <p:nvPr/>
        </p:nvGrpSpPr>
        <p:grpSpPr>
          <a:xfrm>
            <a:off x="4864464" y="2926224"/>
            <a:ext cx="185400" cy="300600"/>
            <a:chOff x="4864464" y="2926224"/>
            <a:chExt cx="1854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66E7687C-E980-FD7F-1172-9EEC4DDC5C90}"/>
                    </a:ext>
                  </a:extLst>
                </p14:cNvPr>
                <p14:cNvContentPartPr/>
                <p14:nvPr/>
              </p14:nvContentPartPr>
              <p14:xfrm>
                <a:off x="4864464" y="2926224"/>
                <a:ext cx="84240" cy="27324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66E7687C-E980-FD7F-1172-9EEC4DDC5C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8318" y="2920104"/>
                  <a:ext cx="96533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E92BB42E-EB3B-5531-D4A8-7D6ED65FBA21}"/>
                    </a:ext>
                  </a:extLst>
                </p14:cNvPr>
                <p14:cNvContentPartPr/>
                <p14:nvPr/>
              </p14:nvContentPartPr>
              <p14:xfrm>
                <a:off x="4864464" y="3200184"/>
                <a:ext cx="185400" cy="2664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E92BB42E-EB3B-5531-D4A8-7D6ED65FBA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8332" y="3194064"/>
                  <a:ext cx="197664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Pismo odręczne 58">
                <a:extLst>
                  <a:ext uri="{FF2B5EF4-FFF2-40B4-BE49-F238E27FC236}">
                    <a16:creationId xmlns:a16="http://schemas.microsoft.com/office/drawing/2014/main" id="{899C577A-1387-901A-2C22-F1B957498719}"/>
                  </a:ext>
                </a:extLst>
              </p14:cNvPr>
              <p14:cNvContentPartPr/>
              <p14:nvPr/>
            </p14:nvContentPartPr>
            <p14:xfrm>
              <a:off x="11286144" y="2925864"/>
              <a:ext cx="90360" cy="269640"/>
            </p14:xfrm>
          </p:contentPart>
        </mc:Choice>
        <mc:Fallback xmlns="">
          <p:pic>
            <p:nvPicPr>
              <p:cNvPr id="59" name="Pismo odręczne 58">
                <a:extLst>
                  <a:ext uri="{FF2B5EF4-FFF2-40B4-BE49-F238E27FC236}">
                    <a16:creationId xmlns:a16="http://schemas.microsoft.com/office/drawing/2014/main" id="{899C577A-1387-901A-2C22-F1B95749871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80024" y="2919744"/>
                <a:ext cx="10260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a 98">
            <a:extLst>
              <a:ext uri="{FF2B5EF4-FFF2-40B4-BE49-F238E27FC236}">
                <a16:creationId xmlns:a16="http://schemas.microsoft.com/office/drawing/2014/main" id="{3CF00663-D432-A818-AC45-7FEE9C5B3A7C}"/>
              </a:ext>
            </a:extLst>
          </p:cNvPr>
          <p:cNvGrpSpPr/>
          <p:nvPr/>
        </p:nvGrpSpPr>
        <p:grpSpPr>
          <a:xfrm>
            <a:off x="807984" y="2908224"/>
            <a:ext cx="114480" cy="283680"/>
            <a:chOff x="807984" y="2908224"/>
            <a:chExt cx="1144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6" name="Pismo odręczne 95">
                  <a:extLst>
                    <a:ext uri="{FF2B5EF4-FFF2-40B4-BE49-F238E27FC236}">
                      <a16:creationId xmlns:a16="http://schemas.microsoft.com/office/drawing/2014/main" id="{D5FCA9F6-9BEA-1676-0003-2815AC3DD4F5}"/>
                    </a:ext>
                  </a:extLst>
                </p14:cNvPr>
                <p14:cNvContentPartPr/>
                <p14:nvPr/>
              </p14:nvContentPartPr>
              <p14:xfrm>
                <a:off x="808344" y="2908224"/>
                <a:ext cx="72720" cy="99360"/>
              </p14:xfrm>
            </p:contentPart>
          </mc:Choice>
          <mc:Fallback xmlns="">
            <p:pic>
              <p:nvPicPr>
                <p:cNvPr id="96" name="Pismo odręczne 95">
                  <a:extLst>
                    <a:ext uri="{FF2B5EF4-FFF2-40B4-BE49-F238E27FC236}">
                      <a16:creationId xmlns:a16="http://schemas.microsoft.com/office/drawing/2014/main" id="{D5FCA9F6-9BEA-1676-0003-2815AC3DD4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224" y="2902104"/>
                  <a:ext cx="84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7" name="Pismo odręczne 96">
                  <a:extLst>
                    <a:ext uri="{FF2B5EF4-FFF2-40B4-BE49-F238E27FC236}">
                      <a16:creationId xmlns:a16="http://schemas.microsoft.com/office/drawing/2014/main" id="{7FB4C187-6E94-5E9F-DD9E-77955A2F7F46}"/>
                    </a:ext>
                  </a:extLst>
                </p14:cNvPr>
                <p14:cNvContentPartPr/>
                <p14:nvPr/>
              </p14:nvContentPartPr>
              <p14:xfrm>
                <a:off x="807984" y="2962584"/>
                <a:ext cx="114480" cy="229320"/>
              </p14:xfrm>
            </p:contentPart>
          </mc:Choice>
          <mc:Fallback xmlns="">
            <p:pic>
              <p:nvPicPr>
                <p:cNvPr id="97" name="Pismo odręczne 96">
                  <a:extLst>
                    <a:ext uri="{FF2B5EF4-FFF2-40B4-BE49-F238E27FC236}">
                      <a16:creationId xmlns:a16="http://schemas.microsoft.com/office/drawing/2014/main" id="{7FB4C187-6E94-5E9F-DD9E-77955A2F7F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864" y="2956464"/>
                  <a:ext cx="12672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0" name="Pismo odręczne 99">
                <a:extLst>
                  <a:ext uri="{FF2B5EF4-FFF2-40B4-BE49-F238E27FC236}">
                    <a16:creationId xmlns:a16="http://schemas.microsoft.com/office/drawing/2014/main" id="{DAF7818F-6888-7714-9512-A128C8DEAAB4}"/>
                  </a:ext>
                </a:extLst>
              </p14:cNvPr>
              <p14:cNvContentPartPr/>
              <p14:nvPr/>
            </p14:nvContentPartPr>
            <p14:xfrm>
              <a:off x="7186824" y="2938104"/>
              <a:ext cx="110880" cy="261360"/>
            </p14:xfrm>
          </p:contentPart>
        </mc:Choice>
        <mc:Fallback xmlns="">
          <p:pic>
            <p:nvPicPr>
              <p:cNvPr id="100" name="Pismo odręczne 99">
                <a:extLst>
                  <a:ext uri="{FF2B5EF4-FFF2-40B4-BE49-F238E27FC236}">
                    <a16:creationId xmlns:a16="http://schemas.microsoft.com/office/drawing/2014/main" id="{DAF7818F-6888-7714-9512-A128C8DEAAB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80704" y="2931984"/>
                <a:ext cx="123120" cy="2736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pole tekstowe 30">
            <a:extLst>
              <a:ext uri="{FF2B5EF4-FFF2-40B4-BE49-F238E27FC236}">
                <a16:creationId xmlns:a16="http://schemas.microsoft.com/office/drawing/2014/main" id="{4A2D6978-D527-D208-D981-611664BDCFC2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84641AB6-068E-FD36-A1B5-353CE7A590AF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53F87D99-ED08-FBDA-B5AB-2D80FCEE62E4}"/>
              </a:ext>
            </a:extLst>
          </p:cNvPr>
          <p:cNvSpPr txBox="1"/>
          <p:nvPr/>
        </p:nvSpPr>
        <p:spPr>
          <a:xfrm>
            <a:off x="176469" y="161627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34E65E97-4093-4B77-167A-BB7D22FE2D43}"/>
              </a:ext>
            </a:extLst>
          </p:cNvPr>
          <p:cNvGrpSpPr/>
          <p:nvPr/>
        </p:nvGrpSpPr>
        <p:grpSpPr>
          <a:xfrm>
            <a:off x="3361311" y="2321228"/>
            <a:ext cx="237240" cy="347760"/>
            <a:chOff x="4084465" y="2320445"/>
            <a:chExt cx="237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27BC8EDE-0B13-4AFC-FDBC-A5E9CBAD2C30}"/>
                    </a:ext>
                  </a:extLst>
                </p14:cNvPr>
                <p14:cNvContentPartPr/>
                <p14:nvPr/>
              </p14:nvContentPartPr>
              <p14:xfrm>
                <a:off x="4131625" y="2320445"/>
                <a:ext cx="190080" cy="288720"/>
              </p14:xfrm>
            </p:contentPart>
          </mc:Choice>
          <mc:Fallback>
            <p:pic>
              <p:nvPicPr>
                <p:cNvPr id="3" name="Pismo odręczne 2">
                  <a:extLst>
                    <a:ext uri="{FF2B5EF4-FFF2-40B4-BE49-F238E27FC236}">
                      <a16:creationId xmlns:a16="http://schemas.microsoft.com/office/drawing/2014/main" id="{27BC8EDE-0B13-4AFC-FDBC-A5E9CBAD2C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25505" y="2314325"/>
                  <a:ext cx="202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E67DD457-6B82-8A15-F58E-853BDA9F19B6}"/>
                    </a:ext>
                  </a:extLst>
                </p14:cNvPr>
                <p14:cNvContentPartPr/>
                <p14:nvPr/>
              </p14:nvContentPartPr>
              <p14:xfrm>
                <a:off x="4084465" y="2544725"/>
                <a:ext cx="110880" cy="123480"/>
              </p14:xfrm>
            </p:contentPart>
          </mc:Choice>
          <mc:Fallback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E67DD457-6B82-8A15-F58E-853BDA9F19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78345" y="2538605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E95AAE2F-BD94-F340-185B-5CCC670750DF}"/>
              </a:ext>
            </a:extLst>
          </p:cNvPr>
          <p:cNvGrpSpPr/>
          <p:nvPr/>
        </p:nvGrpSpPr>
        <p:grpSpPr>
          <a:xfrm>
            <a:off x="3725991" y="2380268"/>
            <a:ext cx="801360" cy="288000"/>
            <a:chOff x="4449145" y="2379485"/>
            <a:chExt cx="8013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EF180DA0-1C73-99FA-1786-4BAFE7EB17C2}"/>
                    </a:ext>
                  </a:extLst>
                </p14:cNvPr>
                <p14:cNvContentPartPr/>
                <p14:nvPr/>
              </p14:nvContentPartPr>
              <p14:xfrm>
                <a:off x="4449145" y="2501525"/>
                <a:ext cx="45360" cy="94680"/>
              </p14:xfrm>
            </p:contentPart>
          </mc:Choice>
          <mc:Fallback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EF180DA0-1C73-99FA-1786-4BAFE7EB17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43025" y="2495405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069617AA-160A-ECC2-6433-63AD68AB9881}"/>
                    </a:ext>
                  </a:extLst>
                </p14:cNvPr>
                <p14:cNvContentPartPr/>
                <p14:nvPr/>
              </p14:nvContentPartPr>
              <p14:xfrm>
                <a:off x="4494145" y="2397845"/>
                <a:ext cx="360" cy="1800"/>
              </p14:xfrm>
            </p:contentPart>
          </mc:Choice>
          <mc:Fallback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069617AA-160A-ECC2-6433-63AD68AB98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88025" y="2391725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A4D2D775-725A-A88E-5AB6-7BD6F9E7D399}"/>
                    </a:ext>
                  </a:extLst>
                </p14:cNvPr>
                <p14:cNvContentPartPr/>
                <p14:nvPr/>
              </p14:nvContentPartPr>
              <p14:xfrm>
                <a:off x="4552465" y="2383805"/>
                <a:ext cx="80640" cy="283680"/>
              </p14:xfrm>
            </p:contentPart>
          </mc:Choice>
          <mc:Fallback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A4D2D775-725A-A88E-5AB6-7BD6F9E7D3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6345" y="2377685"/>
                  <a:ext cx="92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63605373-D267-035C-55B9-C6F1C778E31C}"/>
                    </a:ext>
                  </a:extLst>
                </p14:cNvPr>
                <p14:cNvContentPartPr/>
                <p14:nvPr/>
              </p14:nvContentPartPr>
              <p14:xfrm>
                <a:off x="4528705" y="2524925"/>
                <a:ext cx="135360" cy="54720"/>
              </p14:xfrm>
            </p:contentPart>
          </mc:Choice>
          <mc:Fallback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63605373-D267-035C-55B9-C6F1C778E3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2585" y="2518805"/>
                  <a:ext cx="14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4A21C4F9-A78A-9758-6A80-C2FBE827B6C6}"/>
                    </a:ext>
                  </a:extLst>
                </p14:cNvPr>
                <p14:cNvContentPartPr/>
                <p14:nvPr/>
              </p14:nvContentPartPr>
              <p14:xfrm>
                <a:off x="4794385" y="2388485"/>
                <a:ext cx="30600" cy="172080"/>
              </p14:xfrm>
            </p:contentPart>
          </mc:Choice>
          <mc:Fallback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4A21C4F9-A78A-9758-6A80-C2FBE827B6C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88265" y="2382365"/>
                  <a:ext cx="4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ADA4D788-D80C-14EA-01A2-70008C9F365E}"/>
                    </a:ext>
                  </a:extLst>
                </p14:cNvPr>
                <p14:cNvContentPartPr/>
                <p14:nvPr/>
              </p14:nvContentPartPr>
              <p14:xfrm>
                <a:off x="4770265" y="2448965"/>
                <a:ext cx="50040" cy="18360"/>
              </p14:xfrm>
            </p:contentPart>
          </mc:Choice>
          <mc:Fallback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ADA4D788-D80C-14EA-01A2-70008C9F36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64145" y="2442845"/>
                  <a:ext cx="62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732521D0-D0FD-2ED2-EBB6-8D04C53350E6}"/>
                    </a:ext>
                  </a:extLst>
                </p14:cNvPr>
                <p14:cNvContentPartPr/>
                <p14:nvPr/>
              </p14:nvContentPartPr>
              <p14:xfrm>
                <a:off x="4847305" y="2379485"/>
                <a:ext cx="82800" cy="186840"/>
              </p14:xfrm>
            </p:contentPart>
          </mc:Choice>
          <mc:Fallback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732521D0-D0FD-2ED2-EBB6-8D04C53350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41185" y="2373365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5F594C99-9890-A38D-F4B9-99EEE4DF1928}"/>
                    </a:ext>
                  </a:extLst>
                </p14:cNvPr>
                <p14:cNvContentPartPr/>
                <p14:nvPr/>
              </p14:nvContentPartPr>
              <p14:xfrm>
                <a:off x="4951345" y="2499365"/>
                <a:ext cx="75960" cy="74160"/>
              </p14:xfrm>
            </p:contentPart>
          </mc:Choice>
          <mc:Fallback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5F594C99-9890-A38D-F4B9-99EEE4DF19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45225" y="2493245"/>
                  <a:ext cx="88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Pismo odręczne 44">
                  <a:extLst>
                    <a:ext uri="{FF2B5EF4-FFF2-40B4-BE49-F238E27FC236}">
                      <a16:creationId xmlns:a16="http://schemas.microsoft.com/office/drawing/2014/main" id="{3FDD5846-F1AE-E3D7-EAA9-FF156E86351B}"/>
                    </a:ext>
                  </a:extLst>
                </p14:cNvPr>
                <p14:cNvContentPartPr/>
                <p14:nvPr/>
              </p14:nvContentPartPr>
              <p14:xfrm>
                <a:off x="5065465" y="2527445"/>
                <a:ext cx="65880" cy="36360"/>
              </p14:xfrm>
            </p:contentPart>
          </mc:Choice>
          <mc:Fallback>
            <p:pic>
              <p:nvPicPr>
                <p:cNvPr id="45" name="Pismo odręczne 44">
                  <a:extLst>
                    <a:ext uri="{FF2B5EF4-FFF2-40B4-BE49-F238E27FC236}">
                      <a16:creationId xmlns:a16="http://schemas.microsoft.com/office/drawing/2014/main" id="{3FDD5846-F1AE-E3D7-EAA9-FF156E8635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59345" y="2521325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25489A94-C52C-C558-77CB-C6589ACB7B16}"/>
                    </a:ext>
                  </a:extLst>
                </p14:cNvPr>
                <p14:cNvContentPartPr/>
                <p14:nvPr/>
              </p14:nvContentPartPr>
              <p14:xfrm>
                <a:off x="5149705" y="2497565"/>
                <a:ext cx="100800" cy="96480"/>
              </p14:xfrm>
            </p:contentPart>
          </mc:Choice>
          <mc:Fallback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25489A94-C52C-C558-77CB-C6589ACB7B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43585" y="2491445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7" name="Pismo odręczne 46">
                <a:extLst>
                  <a:ext uri="{FF2B5EF4-FFF2-40B4-BE49-F238E27FC236}">
                    <a16:creationId xmlns:a16="http://schemas.microsoft.com/office/drawing/2014/main" id="{E517A2BD-6081-52F4-533A-69E110C22704}"/>
                  </a:ext>
                </a:extLst>
              </p14:cNvPr>
              <p14:cNvContentPartPr/>
              <p14:nvPr/>
            </p14:nvContentPartPr>
            <p14:xfrm>
              <a:off x="4642191" y="2510948"/>
              <a:ext cx="9000" cy="55800"/>
            </p14:xfrm>
          </p:contentPart>
        </mc:Choice>
        <mc:Fallback>
          <p:pic>
            <p:nvPicPr>
              <p:cNvPr id="47" name="Pismo odręczne 46">
                <a:extLst>
                  <a:ext uri="{FF2B5EF4-FFF2-40B4-BE49-F238E27FC236}">
                    <a16:creationId xmlns:a16="http://schemas.microsoft.com/office/drawing/2014/main" id="{E517A2BD-6081-52F4-533A-69E110C2270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36071" y="2504828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8" name="Pismo odręczne 47">
                <a:extLst>
                  <a:ext uri="{FF2B5EF4-FFF2-40B4-BE49-F238E27FC236}">
                    <a16:creationId xmlns:a16="http://schemas.microsoft.com/office/drawing/2014/main" id="{2F7427E5-1FC5-4BFE-BBA8-E3125E0F56D6}"/>
                  </a:ext>
                </a:extLst>
              </p14:cNvPr>
              <p14:cNvContentPartPr/>
              <p14:nvPr/>
            </p14:nvContentPartPr>
            <p14:xfrm>
              <a:off x="4664511" y="2420948"/>
              <a:ext cx="3960" cy="5760"/>
            </p14:xfrm>
          </p:contentPart>
        </mc:Choice>
        <mc:Fallback>
          <p:pic>
            <p:nvPicPr>
              <p:cNvPr id="48" name="Pismo odręczne 47">
                <a:extLst>
                  <a:ext uri="{FF2B5EF4-FFF2-40B4-BE49-F238E27FC236}">
                    <a16:creationId xmlns:a16="http://schemas.microsoft.com/office/drawing/2014/main" id="{2F7427E5-1FC5-4BFE-BBA8-E3125E0F56D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58391" y="2414828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9" name="Pismo odręczne 48">
                <a:extLst>
                  <a:ext uri="{FF2B5EF4-FFF2-40B4-BE49-F238E27FC236}">
                    <a16:creationId xmlns:a16="http://schemas.microsoft.com/office/drawing/2014/main" id="{62435DEC-3394-C955-8C59-8F6C4E152243}"/>
                  </a:ext>
                </a:extLst>
              </p14:cNvPr>
              <p14:cNvContentPartPr/>
              <p14:nvPr/>
            </p14:nvContentPartPr>
            <p14:xfrm>
              <a:off x="4686831" y="2497268"/>
              <a:ext cx="76680" cy="95760"/>
            </p14:xfrm>
          </p:contentPart>
        </mc:Choice>
        <mc:Fallback>
          <p:pic>
            <p:nvPicPr>
              <p:cNvPr id="49" name="Pismo odręczne 48">
                <a:extLst>
                  <a:ext uri="{FF2B5EF4-FFF2-40B4-BE49-F238E27FC236}">
                    <a16:creationId xmlns:a16="http://schemas.microsoft.com/office/drawing/2014/main" id="{62435DEC-3394-C955-8C59-8F6C4E15224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680711" y="2491148"/>
                <a:ext cx="88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a 49">
            <a:extLst>
              <a:ext uri="{FF2B5EF4-FFF2-40B4-BE49-F238E27FC236}">
                <a16:creationId xmlns:a16="http://schemas.microsoft.com/office/drawing/2014/main" id="{DF9DB425-2633-DD7C-F2A2-240D6C2858E6}"/>
              </a:ext>
            </a:extLst>
          </p:cNvPr>
          <p:cNvGrpSpPr/>
          <p:nvPr/>
        </p:nvGrpSpPr>
        <p:grpSpPr>
          <a:xfrm>
            <a:off x="4880511" y="2414108"/>
            <a:ext cx="1533240" cy="198000"/>
            <a:chOff x="5603665" y="2413325"/>
            <a:chExt cx="1533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DEEA6214-BC59-FB71-7D18-19373A3D178B}"/>
                    </a:ext>
                  </a:extLst>
                </p14:cNvPr>
                <p14:cNvContentPartPr/>
                <p14:nvPr/>
              </p14:nvContentPartPr>
              <p14:xfrm>
                <a:off x="5603665" y="2512685"/>
                <a:ext cx="113760" cy="98640"/>
              </p14:xfrm>
            </p:contentPart>
          </mc:Choice>
          <mc:Fallback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DEEA6214-BC59-FB71-7D18-19373A3D17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97545" y="2506565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48BD5747-023A-FC10-A557-62A6E6186642}"/>
                    </a:ext>
                  </a:extLst>
                </p14:cNvPr>
                <p14:cNvContentPartPr/>
                <p14:nvPr/>
              </p14:nvContentPartPr>
              <p14:xfrm>
                <a:off x="5805265" y="2484605"/>
                <a:ext cx="69480" cy="100080"/>
              </p14:xfrm>
            </p:contentPart>
          </mc:Choice>
          <mc:Fallback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48BD5747-023A-FC10-A557-62A6E61866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99145" y="247848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129E56D3-BB8C-5CE3-26A0-60E10C6E20B0}"/>
                    </a:ext>
                  </a:extLst>
                </p14:cNvPr>
                <p14:cNvContentPartPr/>
                <p14:nvPr/>
              </p14:nvContentPartPr>
              <p14:xfrm>
                <a:off x="5900305" y="2470925"/>
                <a:ext cx="84960" cy="91800"/>
              </p14:xfrm>
            </p:contentPart>
          </mc:Choice>
          <mc:Fallback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129E56D3-BB8C-5CE3-26A0-60E10C6E20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94185" y="2464805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83CC49E6-A8E2-E537-F69F-1C171410F79B}"/>
                    </a:ext>
                  </a:extLst>
                </p14:cNvPr>
                <p14:cNvContentPartPr/>
                <p14:nvPr/>
              </p14:nvContentPartPr>
              <p14:xfrm>
                <a:off x="5994985" y="2495765"/>
                <a:ext cx="151560" cy="80640"/>
              </p14:xfrm>
            </p:contentPart>
          </mc:Choice>
          <mc:Fallback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83CC49E6-A8E2-E537-F69F-1C171410F7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88865" y="2489645"/>
                  <a:ext cx="163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41DF87A2-8A5F-ED19-F3F6-C10378F9A778}"/>
                    </a:ext>
                  </a:extLst>
                </p14:cNvPr>
                <p14:cNvContentPartPr/>
                <p14:nvPr/>
              </p14:nvContentPartPr>
              <p14:xfrm>
                <a:off x="6248425" y="2533565"/>
                <a:ext cx="108360" cy="67680"/>
              </p14:xfrm>
            </p:contentPart>
          </mc:Choice>
          <mc:Fallback>
            <p:pic>
              <p:nvPicPr>
                <p:cNvPr id="55" name="Pismo odręczne 54">
                  <a:extLst>
                    <a:ext uri="{FF2B5EF4-FFF2-40B4-BE49-F238E27FC236}">
                      <a16:creationId xmlns:a16="http://schemas.microsoft.com/office/drawing/2014/main" id="{41DF87A2-8A5F-ED19-F3F6-C10378F9A7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42305" y="2527445"/>
                  <a:ext cx="120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Pismo odręczne 55">
                  <a:extLst>
                    <a:ext uri="{FF2B5EF4-FFF2-40B4-BE49-F238E27FC236}">
                      <a16:creationId xmlns:a16="http://schemas.microsoft.com/office/drawing/2014/main" id="{22F76A8D-35E8-CCFA-7135-828DBC9960F2}"/>
                    </a:ext>
                  </a:extLst>
                </p14:cNvPr>
                <p14:cNvContentPartPr/>
                <p14:nvPr/>
              </p14:nvContentPartPr>
              <p14:xfrm>
                <a:off x="6372985" y="2424125"/>
                <a:ext cx="48600" cy="178200"/>
              </p14:xfrm>
            </p:contentPart>
          </mc:Choice>
          <mc:Fallback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22F76A8D-35E8-CCFA-7135-828DBC9960F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66865" y="2418005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Pismo odręczne 56">
                  <a:extLst>
                    <a:ext uri="{FF2B5EF4-FFF2-40B4-BE49-F238E27FC236}">
                      <a16:creationId xmlns:a16="http://schemas.microsoft.com/office/drawing/2014/main" id="{ACA576EB-3212-79E5-0217-825E7D5E6038}"/>
                    </a:ext>
                  </a:extLst>
                </p14:cNvPr>
                <p14:cNvContentPartPr/>
                <p14:nvPr/>
              </p14:nvContentPartPr>
              <p14:xfrm>
                <a:off x="6357505" y="2489285"/>
                <a:ext cx="50400" cy="3600"/>
              </p14:xfrm>
            </p:contentPart>
          </mc:Choice>
          <mc:Fallback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ACA576EB-3212-79E5-0217-825E7D5E60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51385" y="2483165"/>
                  <a:ext cx="62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Pismo odręczne 57">
                  <a:extLst>
                    <a:ext uri="{FF2B5EF4-FFF2-40B4-BE49-F238E27FC236}">
                      <a16:creationId xmlns:a16="http://schemas.microsoft.com/office/drawing/2014/main" id="{2E703CF6-238A-6579-4766-3AE0BED0A123}"/>
                    </a:ext>
                  </a:extLst>
                </p14:cNvPr>
                <p14:cNvContentPartPr/>
                <p14:nvPr/>
              </p14:nvContentPartPr>
              <p14:xfrm>
                <a:off x="6504385" y="2432405"/>
                <a:ext cx="29520" cy="158760"/>
              </p14:xfrm>
            </p:contentPart>
          </mc:Choice>
          <mc:Fallback>
            <p:pic>
              <p:nvPicPr>
                <p:cNvPr id="58" name="Pismo odręczne 57">
                  <a:extLst>
                    <a:ext uri="{FF2B5EF4-FFF2-40B4-BE49-F238E27FC236}">
                      <a16:creationId xmlns:a16="http://schemas.microsoft.com/office/drawing/2014/main" id="{2E703CF6-238A-6579-4766-3AE0BED0A12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98265" y="2426285"/>
                  <a:ext cx="4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0B39B01B-F9FF-B167-38F2-3918D8593A56}"/>
                    </a:ext>
                  </a:extLst>
                </p14:cNvPr>
                <p14:cNvContentPartPr/>
                <p14:nvPr/>
              </p14:nvContentPartPr>
              <p14:xfrm>
                <a:off x="6495745" y="2487125"/>
                <a:ext cx="50040" cy="14760"/>
              </p14:xfrm>
            </p:contentPart>
          </mc:Choice>
          <mc:Fallback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0B39B01B-F9FF-B167-38F2-3918D8593A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89625" y="2481005"/>
                  <a:ext cx="62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3E388E83-5DC6-3204-7735-53C03C288164}"/>
                    </a:ext>
                  </a:extLst>
                </p14:cNvPr>
                <p14:cNvContentPartPr/>
                <p14:nvPr/>
              </p14:nvContentPartPr>
              <p14:xfrm>
                <a:off x="6566665" y="2434565"/>
                <a:ext cx="74160" cy="172800"/>
              </p14:xfrm>
            </p:contentPart>
          </mc:Choice>
          <mc:Fallback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3E388E83-5DC6-3204-7735-53C03C2881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60545" y="2428445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7770088A-CC55-85EC-E427-45CD00B1DC87}"/>
                    </a:ext>
                  </a:extLst>
                </p14:cNvPr>
                <p14:cNvContentPartPr/>
                <p14:nvPr/>
              </p14:nvContentPartPr>
              <p14:xfrm>
                <a:off x="6650905" y="2521685"/>
                <a:ext cx="105120" cy="64800"/>
              </p14:xfrm>
            </p:contentPart>
          </mc:Choice>
          <mc:Fallback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7770088A-CC55-85EC-E427-45CD00B1DC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44785" y="2515565"/>
                  <a:ext cx="117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4112B9FF-684E-79AD-74F5-15AA6D367D4E}"/>
                    </a:ext>
                  </a:extLst>
                </p14:cNvPr>
                <p14:cNvContentPartPr/>
                <p14:nvPr/>
              </p14:nvContentPartPr>
              <p14:xfrm>
                <a:off x="6842425" y="2498645"/>
                <a:ext cx="74880" cy="70920"/>
              </p14:xfrm>
            </p:contentPart>
          </mc:Choice>
          <mc:Fallback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4112B9FF-684E-79AD-74F5-15AA6D367D4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36305" y="2492525"/>
                  <a:ext cx="8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Pismo odręczne 97">
                  <a:extLst>
                    <a:ext uri="{FF2B5EF4-FFF2-40B4-BE49-F238E27FC236}">
                      <a16:creationId xmlns:a16="http://schemas.microsoft.com/office/drawing/2014/main" id="{1CDEA7C4-C0C2-4845-E367-7A7A1CAA1F17}"/>
                    </a:ext>
                  </a:extLst>
                </p14:cNvPr>
                <p14:cNvContentPartPr/>
                <p14:nvPr/>
              </p14:nvContentPartPr>
              <p14:xfrm>
                <a:off x="6926665" y="2526365"/>
                <a:ext cx="78480" cy="40320"/>
              </p14:xfrm>
            </p:contentPart>
          </mc:Choice>
          <mc:Fallback>
            <p:pic>
              <p:nvPicPr>
                <p:cNvPr id="98" name="Pismo odręczne 97">
                  <a:extLst>
                    <a:ext uri="{FF2B5EF4-FFF2-40B4-BE49-F238E27FC236}">
                      <a16:creationId xmlns:a16="http://schemas.microsoft.com/office/drawing/2014/main" id="{1CDEA7C4-C0C2-4845-E367-7A7A1CAA1F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20545" y="2520245"/>
                  <a:ext cx="9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6" name="Pismo odręczne 105">
                  <a:extLst>
                    <a:ext uri="{FF2B5EF4-FFF2-40B4-BE49-F238E27FC236}">
                      <a16:creationId xmlns:a16="http://schemas.microsoft.com/office/drawing/2014/main" id="{64A8D6FC-5765-7424-11CF-680570540157}"/>
                    </a:ext>
                  </a:extLst>
                </p14:cNvPr>
                <p14:cNvContentPartPr/>
                <p14:nvPr/>
              </p14:nvContentPartPr>
              <p14:xfrm>
                <a:off x="7014505" y="2513765"/>
                <a:ext cx="58680" cy="48600"/>
              </p14:xfrm>
            </p:contentPart>
          </mc:Choice>
          <mc:Fallback>
            <p:pic>
              <p:nvPicPr>
                <p:cNvPr id="106" name="Pismo odręczne 105">
                  <a:extLst>
                    <a:ext uri="{FF2B5EF4-FFF2-40B4-BE49-F238E27FC236}">
                      <a16:creationId xmlns:a16="http://schemas.microsoft.com/office/drawing/2014/main" id="{64A8D6FC-5765-7424-11CF-6805705401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08385" y="2507645"/>
                  <a:ext cx="7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7" name="Pismo odręczne 106">
                  <a:extLst>
                    <a:ext uri="{FF2B5EF4-FFF2-40B4-BE49-F238E27FC236}">
                      <a16:creationId xmlns:a16="http://schemas.microsoft.com/office/drawing/2014/main" id="{1291DA86-FFF5-9794-FD9F-8D4906EB0637}"/>
                    </a:ext>
                  </a:extLst>
                </p14:cNvPr>
                <p14:cNvContentPartPr/>
                <p14:nvPr/>
              </p14:nvContentPartPr>
              <p14:xfrm>
                <a:off x="7100185" y="2413325"/>
                <a:ext cx="36720" cy="165240"/>
              </p14:xfrm>
            </p:contentPart>
          </mc:Choice>
          <mc:Fallback>
            <p:pic>
              <p:nvPicPr>
                <p:cNvPr id="107" name="Pismo odręczne 106">
                  <a:extLst>
                    <a:ext uri="{FF2B5EF4-FFF2-40B4-BE49-F238E27FC236}">
                      <a16:creationId xmlns:a16="http://schemas.microsoft.com/office/drawing/2014/main" id="{1291DA86-FFF5-9794-FD9F-8D4906EB06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94065" y="2407205"/>
                  <a:ext cx="48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a 107">
            <a:extLst>
              <a:ext uri="{FF2B5EF4-FFF2-40B4-BE49-F238E27FC236}">
                <a16:creationId xmlns:a16="http://schemas.microsoft.com/office/drawing/2014/main" id="{714754F2-984D-4285-F02D-008EB75E4F43}"/>
              </a:ext>
            </a:extLst>
          </p:cNvPr>
          <p:cNvGrpSpPr/>
          <p:nvPr/>
        </p:nvGrpSpPr>
        <p:grpSpPr>
          <a:xfrm>
            <a:off x="7990551" y="2317628"/>
            <a:ext cx="1303560" cy="284400"/>
            <a:chOff x="7992625" y="2249165"/>
            <a:chExt cx="13035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0" name="Pismo odręczne 109">
                  <a:extLst>
                    <a:ext uri="{FF2B5EF4-FFF2-40B4-BE49-F238E27FC236}">
                      <a16:creationId xmlns:a16="http://schemas.microsoft.com/office/drawing/2014/main" id="{4EEC8374-3B42-4B73-F716-E657319DE65F}"/>
                    </a:ext>
                  </a:extLst>
                </p14:cNvPr>
                <p14:cNvContentPartPr/>
                <p14:nvPr/>
              </p14:nvContentPartPr>
              <p14:xfrm>
                <a:off x="7992625" y="2249165"/>
                <a:ext cx="183960" cy="251640"/>
              </p14:xfrm>
            </p:contentPart>
          </mc:Choice>
          <mc:Fallback>
            <p:pic>
              <p:nvPicPr>
                <p:cNvPr id="110" name="Pismo odręczne 109">
                  <a:extLst>
                    <a:ext uri="{FF2B5EF4-FFF2-40B4-BE49-F238E27FC236}">
                      <a16:creationId xmlns:a16="http://schemas.microsoft.com/office/drawing/2014/main" id="{4EEC8374-3B42-4B73-F716-E657319DE65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86505" y="2243045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1" name="Pismo odręczne 110">
                  <a:extLst>
                    <a:ext uri="{FF2B5EF4-FFF2-40B4-BE49-F238E27FC236}">
                      <a16:creationId xmlns:a16="http://schemas.microsoft.com/office/drawing/2014/main" id="{10FDD9E9-13D3-35D1-5EB7-AE297C0D731F}"/>
                    </a:ext>
                  </a:extLst>
                </p14:cNvPr>
                <p14:cNvContentPartPr/>
                <p14:nvPr/>
              </p14:nvContentPartPr>
              <p14:xfrm>
                <a:off x="8073985" y="2457965"/>
                <a:ext cx="165600" cy="75600"/>
              </p14:xfrm>
            </p:contentPart>
          </mc:Choice>
          <mc:Fallback>
            <p:pic>
              <p:nvPicPr>
                <p:cNvPr id="111" name="Pismo odręczne 110">
                  <a:extLst>
                    <a:ext uri="{FF2B5EF4-FFF2-40B4-BE49-F238E27FC236}">
                      <a16:creationId xmlns:a16="http://schemas.microsoft.com/office/drawing/2014/main" id="{10FDD9E9-13D3-35D1-5EB7-AE297C0D73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67865" y="2451845"/>
                  <a:ext cx="17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2" name="Pismo odręczne 111">
                  <a:extLst>
                    <a:ext uri="{FF2B5EF4-FFF2-40B4-BE49-F238E27FC236}">
                      <a16:creationId xmlns:a16="http://schemas.microsoft.com/office/drawing/2014/main" id="{27FAD727-6B16-DB4C-8D0A-FFA7725197AE}"/>
                    </a:ext>
                  </a:extLst>
                </p14:cNvPr>
                <p14:cNvContentPartPr/>
                <p14:nvPr/>
              </p14:nvContentPartPr>
              <p14:xfrm>
                <a:off x="8358385" y="2389205"/>
                <a:ext cx="96480" cy="107280"/>
              </p14:xfrm>
            </p:contentPart>
          </mc:Choice>
          <mc:Fallback>
            <p:pic>
              <p:nvPicPr>
                <p:cNvPr id="112" name="Pismo odręczne 111">
                  <a:extLst>
                    <a:ext uri="{FF2B5EF4-FFF2-40B4-BE49-F238E27FC236}">
                      <a16:creationId xmlns:a16="http://schemas.microsoft.com/office/drawing/2014/main" id="{27FAD727-6B16-DB4C-8D0A-FFA7725197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2265" y="2383085"/>
                  <a:ext cx="108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3" name="Pismo odręczne 112">
                  <a:extLst>
                    <a:ext uri="{FF2B5EF4-FFF2-40B4-BE49-F238E27FC236}">
                      <a16:creationId xmlns:a16="http://schemas.microsoft.com/office/drawing/2014/main" id="{98DAAF28-CBF8-FF02-324B-0434C575014D}"/>
                    </a:ext>
                  </a:extLst>
                </p14:cNvPr>
                <p14:cNvContentPartPr/>
                <p14:nvPr/>
              </p14:nvContentPartPr>
              <p14:xfrm>
                <a:off x="8482585" y="2263565"/>
                <a:ext cx="78840" cy="239760"/>
              </p14:xfrm>
            </p:contentPart>
          </mc:Choice>
          <mc:Fallback>
            <p:pic>
              <p:nvPicPr>
                <p:cNvPr id="113" name="Pismo odręczne 112">
                  <a:extLst>
                    <a:ext uri="{FF2B5EF4-FFF2-40B4-BE49-F238E27FC236}">
                      <a16:creationId xmlns:a16="http://schemas.microsoft.com/office/drawing/2014/main" id="{98DAAF28-CBF8-FF02-324B-0434C575014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76465" y="2257445"/>
                  <a:ext cx="91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4" name="Pismo odręczne 113">
                  <a:extLst>
                    <a:ext uri="{FF2B5EF4-FFF2-40B4-BE49-F238E27FC236}">
                      <a16:creationId xmlns:a16="http://schemas.microsoft.com/office/drawing/2014/main" id="{41FEC73D-138C-C3B0-FE97-D1CEC5D46215}"/>
                    </a:ext>
                  </a:extLst>
                </p14:cNvPr>
                <p14:cNvContentPartPr/>
                <p14:nvPr/>
              </p14:nvContentPartPr>
              <p14:xfrm>
                <a:off x="8471065" y="2361845"/>
                <a:ext cx="50040" cy="10800"/>
              </p14:xfrm>
            </p:contentPart>
          </mc:Choice>
          <mc:Fallback>
            <p:pic>
              <p:nvPicPr>
                <p:cNvPr id="114" name="Pismo odręczne 113">
                  <a:extLst>
                    <a:ext uri="{FF2B5EF4-FFF2-40B4-BE49-F238E27FC236}">
                      <a16:creationId xmlns:a16="http://schemas.microsoft.com/office/drawing/2014/main" id="{41FEC73D-138C-C3B0-FE97-D1CEC5D462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64945" y="2355725"/>
                  <a:ext cx="6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5" name="Pismo odręczne 114">
                  <a:extLst>
                    <a:ext uri="{FF2B5EF4-FFF2-40B4-BE49-F238E27FC236}">
                      <a16:creationId xmlns:a16="http://schemas.microsoft.com/office/drawing/2014/main" id="{3B1BEFE6-ADF2-D121-83C1-896D50E6532A}"/>
                    </a:ext>
                  </a:extLst>
                </p14:cNvPr>
                <p14:cNvContentPartPr/>
                <p14:nvPr/>
              </p14:nvContentPartPr>
              <p14:xfrm>
                <a:off x="8581585" y="2303165"/>
                <a:ext cx="83160" cy="204120"/>
              </p14:xfrm>
            </p:contentPart>
          </mc:Choice>
          <mc:Fallback>
            <p:pic>
              <p:nvPicPr>
                <p:cNvPr id="115" name="Pismo odręczne 114">
                  <a:extLst>
                    <a:ext uri="{FF2B5EF4-FFF2-40B4-BE49-F238E27FC236}">
                      <a16:creationId xmlns:a16="http://schemas.microsoft.com/office/drawing/2014/main" id="{3B1BEFE6-ADF2-D121-83C1-896D50E653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75465" y="2297045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6" name="Pismo odręczne 115">
                  <a:extLst>
                    <a:ext uri="{FF2B5EF4-FFF2-40B4-BE49-F238E27FC236}">
                      <a16:creationId xmlns:a16="http://schemas.microsoft.com/office/drawing/2014/main" id="{DF3BAC51-E8BC-72CD-BB4B-640B5D0E46E2}"/>
                    </a:ext>
                  </a:extLst>
                </p14:cNvPr>
                <p14:cNvContentPartPr/>
                <p14:nvPr/>
              </p14:nvContentPartPr>
              <p14:xfrm>
                <a:off x="8712625" y="2427005"/>
                <a:ext cx="70200" cy="85680"/>
              </p14:xfrm>
            </p:contentPart>
          </mc:Choice>
          <mc:Fallback>
            <p:pic>
              <p:nvPicPr>
                <p:cNvPr id="116" name="Pismo odręczne 115">
                  <a:extLst>
                    <a:ext uri="{FF2B5EF4-FFF2-40B4-BE49-F238E27FC236}">
                      <a16:creationId xmlns:a16="http://schemas.microsoft.com/office/drawing/2014/main" id="{DF3BAC51-E8BC-72CD-BB4B-640B5D0E46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06505" y="2420885"/>
                  <a:ext cx="8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7" name="Pismo odręczne 116">
                  <a:extLst>
                    <a:ext uri="{FF2B5EF4-FFF2-40B4-BE49-F238E27FC236}">
                      <a16:creationId xmlns:a16="http://schemas.microsoft.com/office/drawing/2014/main" id="{2C3F9244-6A33-4C3A-E361-22F50231894A}"/>
                    </a:ext>
                  </a:extLst>
                </p14:cNvPr>
                <p14:cNvContentPartPr/>
                <p14:nvPr/>
              </p14:nvContentPartPr>
              <p14:xfrm>
                <a:off x="8824945" y="2429165"/>
                <a:ext cx="79920" cy="69120"/>
              </p14:xfrm>
            </p:contentPart>
          </mc:Choice>
          <mc:Fallback>
            <p:pic>
              <p:nvPicPr>
                <p:cNvPr id="117" name="Pismo odręczne 116">
                  <a:extLst>
                    <a:ext uri="{FF2B5EF4-FFF2-40B4-BE49-F238E27FC236}">
                      <a16:creationId xmlns:a16="http://schemas.microsoft.com/office/drawing/2014/main" id="{2C3F9244-6A33-4C3A-E361-22F50231894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18825" y="2423045"/>
                  <a:ext cx="9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8" name="Pismo odręczne 117">
                  <a:extLst>
                    <a:ext uri="{FF2B5EF4-FFF2-40B4-BE49-F238E27FC236}">
                      <a16:creationId xmlns:a16="http://schemas.microsoft.com/office/drawing/2014/main" id="{936E902C-C465-EC74-9449-E14F78FAE475}"/>
                    </a:ext>
                  </a:extLst>
                </p14:cNvPr>
                <p14:cNvContentPartPr/>
                <p14:nvPr/>
              </p14:nvContentPartPr>
              <p14:xfrm>
                <a:off x="8927545" y="2428445"/>
                <a:ext cx="122040" cy="78840"/>
              </p14:xfrm>
            </p:contentPart>
          </mc:Choice>
          <mc:Fallback>
            <p:pic>
              <p:nvPicPr>
                <p:cNvPr id="118" name="Pismo odręczne 117">
                  <a:extLst>
                    <a:ext uri="{FF2B5EF4-FFF2-40B4-BE49-F238E27FC236}">
                      <a16:creationId xmlns:a16="http://schemas.microsoft.com/office/drawing/2014/main" id="{936E902C-C465-EC74-9449-E14F78FAE4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21425" y="2422325"/>
                  <a:ext cx="13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9" name="Pismo odręczne 118">
                  <a:extLst>
                    <a:ext uri="{FF2B5EF4-FFF2-40B4-BE49-F238E27FC236}">
                      <a16:creationId xmlns:a16="http://schemas.microsoft.com/office/drawing/2014/main" id="{9F176712-3750-CD1B-6973-D3255AE18279}"/>
                    </a:ext>
                  </a:extLst>
                </p14:cNvPr>
                <p14:cNvContentPartPr/>
                <p14:nvPr/>
              </p14:nvContentPartPr>
              <p14:xfrm>
                <a:off x="9066145" y="2424125"/>
                <a:ext cx="3960" cy="63000"/>
              </p14:xfrm>
            </p:contentPart>
          </mc:Choice>
          <mc:Fallback>
            <p:pic>
              <p:nvPicPr>
                <p:cNvPr id="119" name="Pismo odręczne 118">
                  <a:extLst>
                    <a:ext uri="{FF2B5EF4-FFF2-40B4-BE49-F238E27FC236}">
                      <a16:creationId xmlns:a16="http://schemas.microsoft.com/office/drawing/2014/main" id="{9F176712-3750-CD1B-6973-D3255AE1827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60025" y="2418005"/>
                  <a:ext cx="1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0" name="Pismo odręczne 119">
                  <a:extLst>
                    <a:ext uri="{FF2B5EF4-FFF2-40B4-BE49-F238E27FC236}">
                      <a16:creationId xmlns:a16="http://schemas.microsoft.com/office/drawing/2014/main" id="{56C51AC4-1E0F-A5F2-6F2B-DF677EC00316}"/>
                    </a:ext>
                  </a:extLst>
                </p14:cNvPr>
                <p14:cNvContentPartPr/>
                <p14:nvPr/>
              </p14:nvContentPartPr>
              <p14:xfrm>
                <a:off x="9074785" y="2342405"/>
                <a:ext cx="10440" cy="4320"/>
              </p14:xfrm>
            </p:contentPart>
          </mc:Choice>
          <mc:Fallback>
            <p:pic>
              <p:nvPicPr>
                <p:cNvPr id="120" name="Pismo odręczne 119">
                  <a:extLst>
                    <a:ext uri="{FF2B5EF4-FFF2-40B4-BE49-F238E27FC236}">
                      <a16:creationId xmlns:a16="http://schemas.microsoft.com/office/drawing/2014/main" id="{56C51AC4-1E0F-A5F2-6F2B-DF677EC003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68665" y="2336285"/>
                  <a:ext cx="22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1" name="Pismo odręczne 120">
                  <a:extLst>
                    <a:ext uri="{FF2B5EF4-FFF2-40B4-BE49-F238E27FC236}">
                      <a16:creationId xmlns:a16="http://schemas.microsoft.com/office/drawing/2014/main" id="{D13F7E09-7A3E-40C8-C3EC-ECB31B3130ED}"/>
                    </a:ext>
                  </a:extLst>
                </p14:cNvPr>
                <p14:cNvContentPartPr/>
                <p14:nvPr/>
              </p14:nvContentPartPr>
              <p14:xfrm>
                <a:off x="9107545" y="2420885"/>
                <a:ext cx="53640" cy="77760"/>
              </p14:xfrm>
            </p:contentPart>
          </mc:Choice>
          <mc:Fallback>
            <p:pic>
              <p:nvPicPr>
                <p:cNvPr id="121" name="Pismo odręczne 120">
                  <a:extLst>
                    <a:ext uri="{FF2B5EF4-FFF2-40B4-BE49-F238E27FC236}">
                      <a16:creationId xmlns:a16="http://schemas.microsoft.com/office/drawing/2014/main" id="{D13F7E09-7A3E-40C8-C3EC-ECB31B3130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01425" y="2414765"/>
                  <a:ext cx="6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2" name="Pismo odręczne 121">
                  <a:extLst>
                    <a:ext uri="{FF2B5EF4-FFF2-40B4-BE49-F238E27FC236}">
                      <a16:creationId xmlns:a16="http://schemas.microsoft.com/office/drawing/2014/main" id="{C39A4931-FD5E-26FA-0FC4-8601285B2A2F}"/>
                    </a:ext>
                  </a:extLst>
                </p14:cNvPr>
                <p14:cNvContentPartPr/>
                <p14:nvPr/>
              </p14:nvContentPartPr>
              <p14:xfrm>
                <a:off x="9178105" y="2447885"/>
                <a:ext cx="118080" cy="47160"/>
              </p14:xfrm>
            </p:contentPart>
          </mc:Choice>
          <mc:Fallback>
            <p:pic>
              <p:nvPicPr>
                <p:cNvPr id="122" name="Pismo odręczne 121">
                  <a:extLst>
                    <a:ext uri="{FF2B5EF4-FFF2-40B4-BE49-F238E27FC236}">
                      <a16:creationId xmlns:a16="http://schemas.microsoft.com/office/drawing/2014/main" id="{C39A4931-FD5E-26FA-0FC4-8601285B2A2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71985" y="244176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0484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EA8D-B126-06CA-0580-BC24544C5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55C61324-5461-92B0-74B5-C03A73AF07BF}"/>
              </a:ext>
            </a:extLst>
          </p:cNvPr>
          <p:cNvCxnSpPr/>
          <p:nvPr/>
        </p:nvCxnSpPr>
        <p:spPr>
          <a:xfrm>
            <a:off x="323178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18DE617B-6517-8D70-8386-209841D50A2A}"/>
              </a:ext>
            </a:extLst>
          </p:cNvPr>
          <p:cNvCxnSpPr/>
          <p:nvPr/>
        </p:nvCxnSpPr>
        <p:spPr>
          <a:xfrm>
            <a:off x="428729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C5084ABE-B045-B93F-6653-AF807AD8A769}"/>
              </a:ext>
            </a:extLst>
          </p:cNvPr>
          <p:cNvCxnSpPr/>
          <p:nvPr/>
        </p:nvCxnSpPr>
        <p:spPr>
          <a:xfrm>
            <a:off x="5333658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BF6E0101-0473-83E1-98B2-7524238ACEE2}"/>
              </a:ext>
            </a:extLst>
          </p:cNvPr>
          <p:cNvCxnSpPr/>
          <p:nvPr/>
        </p:nvCxnSpPr>
        <p:spPr>
          <a:xfrm>
            <a:off x="636670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C2A772F8-5B6B-9533-4324-04645B8DDF99}"/>
              </a:ext>
            </a:extLst>
          </p:cNvPr>
          <p:cNvCxnSpPr/>
          <p:nvPr/>
        </p:nvCxnSpPr>
        <p:spPr>
          <a:xfrm>
            <a:off x="742221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27556AF8-F71C-0F0F-FFA1-44A2A4F6A58A}"/>
              </a:ext>
            </a:extLst>
          </p:cNvPr>
          <p:cNvCxnSpPr/>
          <p:nvPr/>
        </p:nvCxnSpPr>
        <p:spPr>
          <a:xfrm>
            <a:off x="26382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19922E1D-CA78-B14B-5FC9-31CA7D8737BC}"/>
              </a:ext>
            </a:extLst>
          </p:cNvPr>
          <p:cNvCxnSpPr/>
          <p:nvPr/>
        </p:nvCxnSpPr>
        <p:spPr>
          <a:xfrm>
            <a:off x="131933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F337C3CF-137D-793F-DFD1-7E0E0290B708}"/>
              </a:ext>
            </a:extLst>
          </p:cNvPr>
          <p:cNvCxnSpPr/>
          <p:nvPr/>
        </p:nvCxnSpPr>
        <p:spPr>
          <a:xfrm>
            <a:off x="2365699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F72BEEC8-5CFD-D39E-57DF-89D1A2A02BF7}"/>
              </a:ext>
            </a:extLst>
          </p:cNvPr>
          <p:cNvCxnSpPr/>
          <p:nvPr/>
        </p:nvCxnSpPr>
        <p:spPr>
          <a:xfrm>
            <a:off x="339874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90FBA144-2E88-B865-C9E0-D1BB69D9B82B}"/>
              </a:ext>
            </a:extLst>
          </p:cNvPr>
          <p:cNvCxnSpPr/>
          <p:nvPr/>
        </p:nvCxnSpPr>
        <p:spPr>
          <a:xfrm>
            <a:off x="445425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ECE7FAA1-693B-5519-2F57-D3C9123167E1}"/>
              </a:ext>
            </a:extLst>
          </p:cNvPr>
          <p:cNvCxnSpPr/>
          <p:nvPr/>
        </p:nvCxnSpPr>
        <p:spPr>
          <a:xfrm>
            <a:off x="670345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0C4FE966-6E7A-D25D-76DA-D15F246580ED}"/>
              </a:ext>
            </a:extLst>
          </p:cNvPr>
          <p:cNvCxnSpPr/>
          <p:nvPr/>
        </p:nvCxnSpPr>
        <p:spPr>
          <a:xfrm>
            <a:off x="775896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DA46E536-F768-46A8-1B0E-FB867BBF1734}"/>
              </a:ext>
            </a:extLst>
          </p:cNvPr>
          <p:cNvCxnSpPr/>
          <p:nvPr/>
        </p:nvCxnSpPr>
        <p:spPr>
          <a:xfrm>
            <a:off x="8805330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93E8D0BD-5551-C49F-A8A8-91A713D64A16}"/>
              </a:ext>
            </a:extLst>
          </p:cNvPr>
          <p:cNvCxnSpPr/>
          <p:nvPr/>
        </p:nvCxnSpPr>
        <p:spPr>
          <a:xfrm>
            <a:off x="983837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7ACB9880-0581-A3C5-B29C-C5D3444E4ED4}"/>
              </a:ext>
            </a:extLst>
          </p:cNvPr>
          <p:cNvCxnSpPr/>
          <p:nvPr/>
        </p:nvCxnSpPr>
        <p:spPr>
          <a:xfrm>
            <a:off x="1089388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A4CD87F8-F3EE-79E0-9B94-15C8169648B3}"/>
                  </a:ext>
                </a:extLst>
              </p14:cNvPr>
              <p14:cNvContentPartPr/>
              <p14:nvPr/>
            </p14:nvContentPartPr>
            <p14:xfrm>
              <a:off x="4937904" y="3394224"/>
              <a:ext cx="119880" cy="1267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A4CD87F8-F3EE-79E0-9B94-15C8169648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1766" y="3388104"/>
                <a:ext cx="132157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a 29">
            <a:extLst>
              <a:ext uri="{FF2B5EF4-FFF2-40B4-BE49-F238E27FC236}">
                <a16:creationId xmlns:a16="http://schemas.microsoft.com/office/drawing/2014/main" id="{455341D8-6082-146F-1BAC-F7A700A9747D}"/>
              </a:ext>
            </a:extLst>
          </p:cNvPr>
          <p:cNvGrpSpPr/>
          <p:nvPr/>
        </p:nvGrpSpPr>
        <p:grpSpPr>
          <a:xfrm>
            <a:off x="10970064" y="3428784"/>
            <a:ext cx="322920" cy="224280"/>
            <a:chOff x="10970064" y="3428784"/>
            <a:chExt cx="3229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DE49D805-1E31-1D6E-C331-E24D36E5BF10}"/>
                    </a:ext>
                  </a:extLst>
                </p14:cNvPr>
                <p14:cNvContentPartPr/>
                <p14:nvPr/>
              </p14:nvContentPartPr>
              <p14:xfrm>
                <a:off x="10970064" y="3433104"/>
                <a:ext cx="63000" cy="16020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DE49D805-1E31-1D6E-C331-E24D36E5BF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63944" y="3426984"/>
                  <a:ext cx="7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74028448-E966-EAA4-6E32-241BDE3E12A7}"/>
                    </a:ext>
                  </a:extLst>
                </p14:cNvPr>
                <p14:cNvContentPartPr/>
                <p14:nvPr/>
              </p14:nvContentPartPr>
              <p14:xfrm>
                <a:off x="11087784" y="3575304"/>
                <a:ext cx="3960" cy="777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74028448-E966-EAA4-6E32-241BDE3E12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1664" y="3569184"/>
                  <a:ext cx="1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B2565D34-1050-A62B-01DD-5189FD6DF6A7}"/>
                    </a:ext>
                  </a:extLst>
                </p14:cNvPr>
                <p14:cNvContentPartPr/>
                <p14:nvPr/>
              </p14:nvContentPartPr>
              <p14:xfrm>
                <a:off x="11146464" y="3428784"/>
                <a:ext cx="70200" cy="1400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B2565D34-1050-A62B-01DD-5189FD6DF6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0344" y="3422664"/>
                  <a:ext cx="8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45415FC4-D34A-14BD-64DC-7EE7DB0EBC64}"/>
                    </a:ext>
                  </a:extLst>
                </p14:cNvPr>
                <p14:cNvContentPartPr/>
                <p14:nvPr/>
              </p14:nvContentPartPr>
              <p14:xfrm>
                <a:off x="11276064" y="3565944"/>
                <a:ext cx="16920" cy="5904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45415FC4-D34A-14BD-64DC-7EE7DB0EBC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071" y="3559786"/>
                  <a:ext cx="28905" cy="713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E3B72E2B-440D-F2B8-D043-3B3D9A87C78E}"/>
              </a:ext>
            </a:extLst>
          </p:cNvPr>
          <p:cNvGrpSpPr/>
          <p:nvPr/>
        </p:nvGrpSpPr>
        <p:grpSpPr>
          <a:xfrm>
            <a:off x="11383704" y="3404664"/>
            <a:ext cx="310320" cy="248400"/>
            <a:chOff x="11383704" y="3404664"/>
            <a:chExt cx="310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00281CBB-A1A8-3EEF-FC9A-8B78311DE1A1}"/>
                    </a:ext>
                  </a:extLst>
                </p14:cNvPr>
                <p14:cNvContentPartPr/>
                <p14:nvPr/>
              </p14:nvContentPartPr>
              <p14:xfrm>
                <a:off x="11383704" y="3404664"/>
                <a:ext cx="73800" cy="17784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00281CBB-A1A8-3EEF-FC9A-8B78311DE1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77614" y="3398544"/>
                  <a:ext cx="85981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1D84D40A-957E-B8A0-0582-7185B145C5B7}"/>
                    </a:ext>
                  </a:extLst>
                </p14:cNvPr>
                <p14:cNvContentPartPr/>
                <p14:nvPr/>
              </p14:nvContentPartPr>
              <p14:xfrm>
                <a:off x="11504664" y="3575304"/>
                <a:ext cx="16920" cy="7776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1D84D40A-957E-B8A0-0582-7185B145C5B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8544" y="3569184"/>
                  <a:ext cx="2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989CB7CD-6EB0-2A8B-000B-F507BF50F92B}"/>
                    </a:ext>
                  </a:extLst>
                </p14:cNvPr>
                <p14:cNvContentPartPr/>
                <p14:nvPr/>
              </p14:nvContentPartPr>
              <p14:xfrm>
                <a:off x="11593584" y="3438504"/>
                <a:ext cx="100440" cy="19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989CB7CD-6EB0-2A8B-000B-F507BF50F9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7442" y="3432384"/>
                  <a:ext cx="112724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03F911FA-8AA1-163D-2BE8-891396D797C9}"/>
              </a:ext>
            </a:extLst>
          </p:cNvPr>
          <p:cNvGrpSpPr/>
          <p:nvPr/>
        </p:nvGrpSpPr>
        <p:grpSpPr>
          <a:xfrm>
            <a:off x="4864464" y="2926224"/>
            <a:ext cx="185400" cy="300600"/>
            <a:chOff x="4864464" y="2926224"/>
            <a:chExt cx="1854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9FFE9D91-AFF9-F544-5171-9004ADB1BB39}"/>
                    </a:ext>
                  </a:extLst>
                </p14:cNvPr>
                <p14:cNvContentPartPr/>
                <p14:nvPr/>
              </p14:nvContentPartPr>
              <p14:xfrm>
                <a:off x="4864464" y="2926224"/>
                <a:ext cx="84240" cy="27324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9FFE9D91-AFF9-F544-5171-9004ADB1BB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8318" y="2920104"/>
                  <a:ext cx="96533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8BE089D4-F359-163C-5D8F-12069E8C8AC4}"/>
                    </a:ext>
                  </a:extLst>
                </p14:cNvPr>
                <p14:cNvContentPartPr/>
                <p14:nvPr/>
              </p14:nvContentPartPr>
              <p14:xfrm>
                <a:off x="4864464" y="3200184"/>
                <a:ext cx="185400" cy="2664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8BE089D4-F359-163C-5D8F-12069E8C8A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8332" y="3194064"/>
                  <a:ext cx="197664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Pismo odręczne 58">
                <a:extLst>
                  <a:ext uri="{FF2B5EF4-FFF2-40B4-BE49-F238E27FC236}">
                    <a16:creationId xmlns:a16="http://schemas.microsoft.com/office/drawing/2014/main" id="{BDF9218C-6EED-60E3-C2A7-7CC805DA3B84}"/>
                  </a:ext>
                </a:extLst>
              </p14:cNvPr>
              <p14:cNvContentPartPr/>
              <p14:nvPr/>
            </p14:nvContentPartPr>
            <p14:xfrm>
              <a:off x="11286144" y="2925864"/>
              <a:ext cx="90360" cy="269640"/>
            </p14:xfrm>
          </p:contentPart>
        </mc:Choice>
        <mc:Fallback xmlns="">
          <p:pic>
            <p:nvPicPr>
              <p:cNvPr id="59" name="Pismo odręczne 58">
                <a:extLst>
                  <a:ext uri="{FF2B5EF4-FFF2-40B4-BE49-F238E27FC236}">
                    <a16:creationId xmlns:a16="http://schemas.microsoft.com/office/drawing/2014/main" id="{BDF9218C-6EED-60E3-C2A7-7CC805DA3B8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80024" y="2919744"/>
                <a:ext cx="10260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a 98">
            <a:extLst>
              <a:ext uri="{FF2B5EF4-FFF2-40B4-BE49-F238E27FC236}">
                <a16:creationId xmlns:a16="http://schemas.microsoft.com/office/drawing/2014/main" id="{28839B68-972A-4892-FF7C-503202A247AA}"/>
              </a:ext>
            </a:extLst>
          </p:cNvPr>
          <p:cNvGrpSpPr/>
          <p:nvPr/>
        </p:nvGrpSpPr>
        <p:grpSpPr>
          <a:xfrm>
            <a:off x="807984" y="2908224"/>
            <a:ext cx="114480" cy="283680"/>
            <a:chOff x="807984" y="2908224"/>
            <a:chExt cx="1144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6" name="Pismo odręczne 95">
                  <a:extLst>
                    <a:ext uri="{FF2B5EF4-FFF2-40B4-BE49-F238E27FC236}">
                      <a16:creationId xmlns:a16="http://schemas.microsoft.com/office/drawing/2014/main" id="{8957B5F6-D3D1-B853-515C-C55B1F6CE741}"/>
                    </a:ext>
                  </a:extLst>
                </p14:cNvPr>
                <p14:cNvContentPartPr/>
                <p14:nvPr/>
              </p14:nvContentPartPr>
              <p14:xfrm>
                <a:off x="808344" y="2908224"/>
                <a:ext cx="72720" cy="99360"/>
              </p14:xfrm>
            </p:contentPart>
          </mc:Choice>
          <mc:Fallback xmlns="">
            <p:pic>
              <p:nvPicPr>
                <p:cNvPr id="96" name="Pismo odręczne 95">
                  <a:extLst>
                    <a:ext uri="{FF2B5EF4-FFF2-40B4-BE49-F238E27FC236}">
                      <a16:creationId xmlns:a16="http://schemas.microsoft.com/office/drawing/2014/main" id="{8957B5F6-D3D1-B853-515C-C55B1F6CE7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224" y="2902104"/>
                  <a:ext cx="84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7" name="Pismo odręczne 96">
                  <a:extLst>
                    <a:ext uri="{FF2B5EF4-FFF2-40B4-BE49-F238E27FC236}">
                      <a16:creationId xmlns:a16="http://schemas.microsoft.com/office/drawing/2014/main" id="{302DCCF0-4342-13A1-CD76-ED28867255D6}"/>
                    </a:ext>
                  </a:extLst>
                </p14:cNvPr>
                <p14:cNvContentPartPr/>
                <p14:nvPr/>
              </p14:nvContentPartPr>
              <p14:xfrm>
                <a:off x="807984" y="2962584"/>
                <a:ext cx="114480" cy="229320"/>
              </p14:xfrm>
            </p:contentPart>
          </mc:Choice>
          <mc:Fallback xmlns="">
            <p:pic>
              <p:nvPicPr>
                <p:cNvPr id="97" name="Pismo odręczne 96">
                  <a:extLst>
                    <a:ext uri="{FF2B5EF4-FFF2-40B4-BE49-F238E27FC236}">
                      <a16:creationId xmlns:a16="http://schemas.microsoft.com/office/drawing/2014/main" id="{302DCCF0-4342-13A1-CD76-ED28867255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864" y="2956464"/>
                  <a:ext cx="12672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0" name="Pismo odręczne 99">
                <a:extLst>
                  <a:ext uri="{FF2B5EF4-FFF2-40B4-BE49-F238E27FC236}">
                    <a16:creationId xmlns:a16="http://schemas.microsoft.com/office/drawing/2014/main" id="{0A4BEA29-47E5-F768-3037-FC2083FD9890}"/>
                  </a:ext>
                </a:extLst>
              </p14:cNvPr>
              <p14:cNvContentPartPr/>
              <p14:nvPr/>
            </p14:nvContentPartPr>
            <p14:xfrm>
              <a:off x="7186824" y="2938104"/>
              <a:ext cx="110880" cy="261360"/>
            </p14:xfrm>
          </p:contentPart>
        </mc:Choice>
        <mc:Fallback xmlns="">
          <p:pic>
            <p:nvPicPr>
              <p:cNvPr id="100" name="Pismo odręczne 99">
                <a:extLst>
                  <a:ext uri="{FF2B5EF4-FFF2-40B4-BE49-F238E27FC236}">
                    <a16:creationId xmlns:a16="http://schemas.microsoft.com/office/drawing/2014/main" id="{0A4BEA29-47E5-F768-3037-FC2083FD989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80704" y="2931984"/>
                <a:ext cx="1231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Pismo odręczne 100">
                <a:extLst>
                  <a:ext uri="{FF2B5EF4-FFF2-40B4-BE49-F238E27FC236}">
                    <a16:creationId xmlns:a16="http://schemas.microsoft.com/office/drawing/2014/main" id="{66070BD6-321E-DC39-73CB-324B418D9E26}"/>
                  </a:ext>
                </a:extLst>
              </p14:cNvPr>
              <p14:cNvContentPartPr/>
              <p14:nvPr/>
            </p14:nvContentPartPr>
            <p14:xfrm>
              <a:off x="1827864" y="2923344"/>
              <a:ext cx="109800" cy="259560"/>
            </p14:xfrm>
          </p:contentPart>
        </mc:Choice>
        <mc:Fallback xmlns="">
          <p:pic>
            <p:nvPicPr>
              <p:cNvPr id="101" name="Pismo odręczne 100">
                <a:extLst>
                  <a:ext uri="{FF2B5EF4-FFF2-40B4-BE49-F238E27FC236}">
                    <a16:creationId xmlns:a16="http://schemas.microsoft.com/office/drawing/2014/main" id="{66070BD6-321E-DC39-73CB-324B418D9E2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21744" y="2917224"/>
                <a:ext cx="1220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2" name="Pismo odręczne 101">
                <a:extLst>
                  <a:ext uri="{FF2B5EF4-FFF2-40B4-BE49-F238E27FC236}">
                    <a16:creationId xmlns:a16="http://schemas.microsoft.com/office/drawing/2014/main" id="{3CAF6D42-F1C6-5F63-0E4D-AADF46839C9E}"/>
                  </a:ext>
                </a:extLst>
              </p14:cNvPr>
              <p14:cNvContentPartPr/>
              <p14:nvPr/>
            </p14:nvContentPartPr>
            <p14:xfrm>
              <a:off x="8149104" y="2944944"/>
              <a:ext cx="84960" cy="225720"/>
            </p14:xfrm>
          </p:contentPart>
        </mc:Choice>
        <mc:Fallback xmlns="">
          <p:pic>
            <p:nvPicPr>
              <p:cNvPr id="102" name="Pismo odręczne 101">
                <a:extLst>
                  <a:ext uri="{FF2B5EF4-FFF2-40B4-BE49-F238E27FC236}">
                    <a16:creationId xmlns:a16="http://schemas.microsoft.com/office/drawing/2014/main" id="{3CAF6D42-F1C6-5F63-0E4D-AADF46839C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42984" y="2938824"/>
                <a:ext cx="97200" cy="23796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pole tekstowe 30">
            <a:extLst>
              <a:ext uri="{FF2B5EF4-FFF2-40B4-BE49-F238E27FC236}">
                <a16:creationId xmlns:a16="http://schemas.microsoft.com/office/drawing/2014/main" id="{84C6822E-7AFE-D574-155D-9E4789D7BA0D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8B15B027-3463-9337-0AAF-6291AD834DAA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C1839410-183D-3AB2-243C-DB5119AD1EF7}"/>
              </a:ext>
            </a:extLst>
          </p:cNvPr>
          <p:cNvSpPr txBox="1"/>
          <p:nvPr/>
        </p:nvSpPr>
        <p:spPr>
          <a:xfrm>
            <a:off x="176469" y="161627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52257CD9-06DC-4F67-3D18-F5872DB2A55A}"/>
              </a:ext>
            </a:extLst>
          </p:cNvPr>
          <p:cNvGrpSpPr/>
          <p:nvPr/>
        </p:nvGrpSpPr>
        <p:grpSpPr>
          <a:xfrm>
            <a:off x="3361311" y="2321228"/>
            <a:ext cx="237240" cy="347760"/>
            <a:chOff x="4084465" y="2320445"/>
            <a:chExt cx="237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C3B73E88-846D-6996-FEE6-89775FB80BF3}"/>
                    </a:ext>
                  </a:extLst>
                </p14:cNvPr>
                <p14:cNvContentPartPr/>
                <p14:nvPr/>
              </p14:nvContentPartPr>
              <p14:xfrm>
                <a:off x="4131625" y="2320445"/>
                <a:ext cx="190080" cy="288720"/>
              </p14:xfrm>
            </p:contentPart>
          </mc:Choice>
          <mc:Fallback>
            <p:pic>
              <p:nvPicPr>
                <p:cNvPr id="3" name="Pismo odręczne 2">
                  <a:extLst>
                    <a:ext uri="{FF2B5EF4-FFF2-40B4-BE49-F238E27FC236}">
                      <a16:creationId xmlns:a16="http://schemas.microsoft.com/office/drawing/2014/main" id="{C3B73E88-846D-6996-FEE6-89775FB80B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25505" y="2314325"/>
                  <a:ext cx="202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27F390B6-3F07-3B73-2A08-428004E55109}"/>
                    </a:ext>
                  </a:extLst>
                </p14:cNvPr>
                <p14:cNvContentPartPr/>
                <p14:nvPr/>
              </p14:nvContentPartPr>
              <p14:xfrm>
                <a:off x="4084465" y="2544725"/>
                <a:ext cx="110880" cy="123480"/>
              </p14:xfrm>
            </p:contentPart>
          </mc:Choice>
          <mc:Fallback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27F390B6-3F07-3B73-2A08-428004E551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8345" y="2538605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D69B027C-4474-22B9-D2DC-DB135C5857F0}"/>
              </a:ext>
            </a:extLst>
          </p:cNvPr>
          <p:cNvGrpSpPr/>
          <p:nvPr/>
        </p:nvGrpSpPr>
        <p:grpSpPr>
          <a:xfrm>
            <a:off x="3725991" y="2380268"/>
            <a:ext cx="801360" cy="288000"/>
            <a:chOff x="4449145" y="2379485"/>
            <a:chExt cx="8013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18921FC9-6306-654D-C330-B4BC26FC7136}"/>
                    </a:ext>
                  </a:extLst>
                </p14:cNvPr>
                <p14:cNvContentPartPr/>
                <p14:nvPr/>
              </p14:nvContentPartPr>
              <p14:xfrm>
                <a:off x="4449145" y="2501525"/>
                <a:ext cx="45360" cy="94680"/>
              </p14:xfrm>
            </p:contentPart>
          </mc:Choice>
          <mc:Fallback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18921FC9-6306-654D-C330-B4BC26FC71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43025" y="2495405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62C9DA5E-EBF0-B404-DAC5-EE57F2F26F5C}"/>
                    </a:ext>
                  </a:extLst>
                </p14:cNvPr>
                <p14:cNvContentPartPr/>
                <p14:nvPr/>
              </p14:nvContentPartPr>
              <p14:xfrm>
                <a:off x="4494145" y="2397845"/>
                <a:ext cx="360" cy="1800"/>
              </p14:xfrm>
            </p:contentPart>
          </mc:Choice>
          <mc:Fallback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62C9DA5E-EBF0-B404-DAC5-EE57F2F26F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88025" y="2391725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59F8723B-B76D-7F1B-2764-E648F1984742}"/>
                    </a:ext>
                  </a:extLst>
                </p14:cNvPr>
                <p14:cNvContentPartPr/>
                <p14:nvPr/>
              </p14:nvContentPartPr>
              <p14:xfrm>
                <a:off x="4552465" y="2383805"/>
                <a:ext cx="80640" cy="283680"/>
              </p14:xfrm>
            </p:contentPart>
          </mc:Choice>
          <mc:Fallback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59F8723B-B76D-7F1B-2764-E648F19847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46345" y="2377685"/>
                  <a:ext cx="92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6A5D302E-6EF4-9785-C3BC-274A01E905BD}"/>
                    </a:ext>
                  </a:extLst>
                </p14:cNvPr>
                <p14:cNvContentPartPr/>
                <p14:nvPr/>
              </p14:nvContentPartPr>
              <p14:xfrm>
                <a:off x="4528705" y="2524925"/>
                <a:ext cx="135360" cy="54720"/>
              </p14:xfrm>
            </p:contentPart>
          </mc:Choice>
          <mc:Fallback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6A5D302E-6EF4-9785-C3BC-274A01E905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22585" y="2518805"/>
                  <a:ext cx="14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F99303AE-82FB-4F62-3666-09D1D1289D9C}"/>
                    </a:ext>
                  </a:extLst>
                </p14:cNvPr>
                <p14:cNvContentPartPr/>
                <p14:nvPr/>
              </p14:nvContentPartPr>
              <p14:xfrm>
                <a:off x="4794385" y="2388485"/>
                <a:ext cx="30600" cy="172080"/>
              </p14:xfrm>
            </p:contentPart>
          </mc:Choice>
          <mc:Fallback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F99303AE-82FB-4F62-3666-09D1D1289D9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88265" y="2382365"/>
                  <a:ext cx="4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55748493-31DB-AA54-712E-090CF13018B2}"/>
                    </a:ext>
                  </a:extLst>
                </p14:cNvPr>
                <p14:cNvContentPartPr/>
                <p14:nvPr/>
              </p14:nvContentPartPr>
              <p14:xfrm>
                <a:off x="4770265" y="2448965"/>
                <a:ext cx="50040" cy="18360"/>
              </p14:xfrm>
            </p:contentPart>
          </mc:Choice>
          <mc:Fallback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55748493-31DB-AA54-712E-090CF13018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4145" y="2442845"/>
                  <a:ext cx="62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0230E40F-1071-1768-8CDF-6C49702AA8DE}"/>
                    </a:ext>
                  </a:extLst>
                </p14:cNvPr>
                <p14:cNvContentPartPr/>
                <p14:nvPr/>
              </p14:nvContentPartPr>
              <p14:xfrm>
                <a:off x="4847305" y="2379485"/>
                <a:ext cx="82800" cy="186840"/>
              </p14:xfrm>
            </p:contentPart>
          </mc:Choice>
          <mc:Fallback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0230E40F-1071-1768-8CDF-6C49702AA8D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41185" y="2373365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A7F1AA16-9085-6B11-00A6-7EBEF710E45C}"/>
                    </a:ext>
                  </a:extLst>
                </p14:cNvPr>
                <p14:cNvContentPartPr/>
                <p14:nvPr/>
              </p14:nvContentPartPr>
              <p14:xfrm>
                <a:off x="4951345" y="2499365"/>
                <a:ext cx="75960" cy="74160"/>
              </p14:xfrm>
            </p:contentPart>
          </mc:Choice>
          <mc:Fallback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A7F1AA16-9085-6B11-00A6-7EBEF710E4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45225" y="2493245"/>
                  <a:ext cx="88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Pismo odręczne 44">
                  <a:extLst>
                    <a:ext uri="{FF2B5EF4-FFF2-40B4-BE49-F238E27FC236}">
                      <a16:creationId xmlns:a16="http://schemas.microsoft.com/office/drawing/2014/main" id="{0D7D9FDB-72E7-C16B-E629-023EFBF02132}"/>
                    </a:ext>
                  </a:extLst>
                </p14:cNvPr>
                <p14:cNvContentPartPr/>
                <p14:nvPr/>
              </p14:nvContentPartPr>
              <p14:xfrm>
                <a:off x="5065465" y="2527445"/>
                <a:ext cx="65880" cy="36360"/>
              </p14:xfrm>
            </p:contentPart>
          </mc:Choice>
          <mc:Fallback>
            <p:pic>
              <p:nvPicPr>
                <p:cNvPr id="45" name="Pismo odręczne 44">
                  <a:extLst>
                    <a:ext uri="{FF2B5EF4-FFF2-40B4-BE49-F238E27FC236}">
                      <a16:creationId xmlns:a16="http://schemas.microsoft.com/office/drawing/2014/main" id="{0D7D9FDB-72E7-C16B-E629-023EFBF021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59345" y="2521325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15A9BEF2-59C8-B63A-14D3-53F66470B237}"/>
                    </a:ext>
                  </a:extLst>
                </p14:cNvPr>
                <p14:cNvContentPartPr/>
                <p14:nvPr/>
              </p14:nvContentPartPr>
              <p14:xfrm>
                <a:off x="5149705" y="2497565"/>
                <a:ext cx="100800" cy="96480"/>
              </p14:xfrm>
            </p:contentPart>
          </mc:Choice>
          <mc:Fallback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15A9BEF2-59C8-B63A-14D3-53F66470B2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43585" y="2491445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7" name="Pismo odręczne 46">
                <a:extLst>
                  <a:ext uri="{FF2B5EF4-FFF2-40B4-BE49-F238E27FC236}">
                    <a16:creationId xmlns:a16="http://schemas.microsoft.com/office/drawing/2014/main" id="{56831B9C-7B3A-E63C-AF6F-324A8B407423}"/>
                  </a:ext>
                </a:extLst>
              </p14:cNvPr>
              <p14:cNvContentPartPr/>
              <p14:nvPr/>
            </p14:nvContentPartPr>
            <p14:xfrm>
              <a:off x="4642191" y="2510948"/>
              <a:ext cx="9000" cy="55800"/>
            </p14:xfrm>
          </p:contentPart>
        </mc:Choice>
        <mc:Fallback>
          <p:pic>
            <p:nvPicPr>
              <p:cNvPr id="47" name="Pismo odręczne 46">
                <a:extLst>
                  <a:ext uri="{FF2B5EF4-FFF2-40B4-BE49-F238E27FC236}">
                    <a16:creationId xmlns:a16="http://schemas.microsoft.com/office/drawing/2014/main" id="{56831B9C-7B3A-E63C-AF6F-324A8B40742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636071" y="2504828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8" name="Pismo odręczne 47">
                <a:extLst>
                  <a:ext uri="{FF2B5EF4-FFF2-40B4-BE49-F238E27FC236}">
                    <a16:creationId xmlns:a16="http://schemas.microsoft.com/office/drawing/2014/main" id="{C3AD87FA-0676-F6B3-594F-65BD30972C00}"/>
                  </a:ext>
                </a:extLst>
              </p14:cNvPr>
              <p14:cNvContentPartPr/>
              <p14:nvPr/>
            </p14:nvContentPartPr>
            <p14:xfrm>
              <a:off x="4664511" y="2420948"/>
              <a:ext cx="3960" cy="5760"/>
            </p14:xfrm>
          </p:contentPart>
        </mc:Choice>
        <mc:Fallback>
          <p:pic>
            <p:nvPicPr>
              <p:cNvPr id="48" name="Pismo odręczne 47">
                <a:extLst>
                  <a:ext uri="{FF2B5EF4-FFF2-40B4-BE49-F238E27FC236}">
                    <a16:creationId xmlns:a16="http://schemas.microsoft.com/office/drawing/2014/main" id="{C3AD87FA-0676-F6B3-594F-65BD30972C0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658391" y="2414828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9" name="Pismo odręczne 48">
                <a:extLst>
                  <a:ext uri="{FF2B5EF4-FFF2-40B4-BE49-F238E27FC236}">
                    <a16:creationId xmlns:a16="http://schemas.microsoft.com/office/drawing/2014/main" id="{BBDBD407-FE34-9ECD-1D12-ABE68B08B103}"/>
                  </a:ext>
                </a:extLst>
              </p14:cNvPr>
              <p14:cNvContentPartPr/>
              <p14:nvPr/>
            </p14:nvContentPartPr>
            <p14:xfrm>
              <a:off x="4686831" y="2497268"/>
              <a:ext cx="76680" cy="95760"/>
            </p14:xfrm>
          </p:contentPart>
        </mc:Choice>
        <mc:Fallback>
          <p:pic>
            <p:nvPicPr>
              <p:cNvPr id="49" name="Pismo odręczne 48">
                <a:extLst>
                  <a:ext uri="{FF2B5EF4-FFF2-40B4-BE49-F238E27FC236}">
                    <a16:creationId xmlns:a16="http://schemas.microsoft.com/office/drawing/2014/main" id="{BBDBD407-FE34-9ECD-1D12-ABE68B08B1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80711" y="2491148"/>
                <a:ext cx="88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a 49">
            <a:extLst>
              <a:ext uri="{FF2B5EF4-FFF2-40B4-BE49-F238E27FC236}">
                <a16:creationId xmlns:a16="http://schemas.microsoft.com/office/drawing/2014/main" id="{6037FBEF-35A7-5900-3546-D73D2EB6DC5F}"/>
              </a:ext>
            </a:extLst>
          </p:cNvPr>
          <p:cNvGrpSpPr/>
          <p:nvPr/>
        </p:nvGrpSpPr>
        <p:grpSpPr>
          <a:xfrm>
            <a:off x="4880511" y="2414108"/>
            <a:ext cx="1533240" cy="198000"/>
            <a:chOff x="5603665" y="2413325"/>
            <a:chExt cx="1533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AB0D3387-26BB-C854-A5D6-F2EE98F37DDA}"/>
                    </a:ext>
                  </a:extLst>
                </p14:cNvPr>
                <p14:cNvContentPartPr/>
                <p14:nvPr/>
              </p14:nvContentPartPr>
              <p14:xfrm>
                <a:off x="5603665" y="2512685"/>
                <a:ext cx="113760" cy="98640"/>
              </p14:xfrm>
            </p:contentPart>
          </mc:Choice>
          <mc:Fallback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AB0D3387-26BB-C854-A5D6-F2EE98F37DD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97545" y="2506565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649CB52B-C582-1E8F-9F87-25404719C4DA}"/>
                    </a:ext>
                  </a:extLst>
                </p14:cNvPr>
                <p14:cNvContentPartPr/>
                <p14:nvPr/>
              </p14:nvContentPartPr>
              <p14:xfrm>
                <a:off x="5805265" y="2484605"/>
                <a:ext cx="69480" cy="100080"/>
              </p14:xfrm>
            </p:contentPart>
          </mc:Choice>
          <mc:Fallback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649CB52B-C582-1E8F-9F87-25404719C4D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99145" y="247848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EAB32B9B-EE5F-5A51-E02C-BE925B9AA24E}"/>
                    </a:ext>
                  </a:extLst>
                </p14:cNvPr>
                <p14:cNvContentPartPr/>
                <p14:nvPr/>
              </p14:nvContentPartPr>
              <p14:xfrm>
                <a:off x="5900305" y="2470925"/>
                <a:ext cx="84960" cy="91800"/>
              </p14:xfrm>
            </p:contentPart>
          </mc:Choice>
          <mc:Fallback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EAB32B9B-EE5F-5A51-E02C-BE925B9AA2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94185" y="2464805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4536D557-0462-7090-7661-50CAAEDC9F66}"/>
                    </a:ext>
                  </a:extLst>
                </p14:cNvPr>
                <p14:cNvContentPartPr/>
                <p14:nvPr/>
              </p14:nvContentPartPr>
              <p14:xfrm>
                <a:off x="5994985" y="2495765"/>
                <a:ext cx="151560" cy="80640"/>
              </p14:xfrm>
            </p:contentPart>
          </mc:Choice>
          <mc:Fallback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4536D557-0462-7090-7661-50CAAEDC9F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88865" y="2489645"/>
                  <a:ext cx="163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5634DF83-44E8-5C3D-4F1B-5585C5F54F93}"/>
                    </a:ext>
                  </a:extLst>
                </p14:cNvPr>
                <p14:cNvContentPartPr/>
                <p14:nvPr/>
              </p14:nvContentPartPr>
              <p14:xfrm>
                <a:off x="6248425" y="2533565"/>
                <a:ext cx="108360" cy="67680"/>
              </p14:xfrm>
            </p:contentPart>
          </mc:Choice>
          <mc:Fallback>
            <p:pic>
              <p:nvPicPr>
                <p:cNvPr id="55" name="Pismo odręczne 54">
                  <a:extLst>
                    <a:ext uri="{FF2B5EF4-FFF2-40B4-BE49-F238E27FC236}">
                      <a16:creationId xmlns:a16="http://schemas.microsoft.com/office/drawing/2014/main" id="{5634DF83-44E8-5C3D-4F1B-5585C5F54F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42305" y="2527445"/>
                  <a:ext cx="120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Pismo odręczne 55">
                  <a:extLst>
                    <a:ext uri="{FF2B5EF4-FFF2-40B4-BE49-F238E27FC236}">
                      <a16:creationId xmlns:a16="http://schemas.microsoft.com/office/drawing/2014/main" id="{CD3AF38B-A1ED-770C-2FA7-99487930AA20}"/>
                    </a:ext>
                  </a:extLst>
                </p14:cNvPr>
                <p14:cNvContentPartPr/>
                <p14:nvPr/>
              </p14:nvContentPartPr>
              <p14:xfrm>
                <a:off x="6372985" y="2424125"/>
                <a:ext cx="48600" cy="178200"/>
              </p14:xfrm>
            </p:contentPart>
          </mc:Choice>
          <mc:Fallback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CD3AF38B-A1ED-770C-2FA7-99487930AA2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66865" y="2418005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Pismo odręczne 56">
                  <a:extLst>
                    <a:ext uri="{FF2B5EF4-FFF2-40B4-BE49-F238E27FC236}">
                      <a16:creationId xmlns:a16="http://schemas.microsoft.com/office/drawing/2014/main" id="{4519285D-75F0-F442-3BCD-59AF4E144C83}"/>
                    </a:ext>
                  </a:extLst>
                </p14:cNvPr>
                <p14:cNvContentPartPr/>
                <p14:nvPr/>
              </p14:nvContentPartPr>
              <p14:xfrm>
                <a:off x="6357505" y="2489285"/>
                <a:ext cx="50400" cy="3600"/>
              </p14:xfrm>
            </p:contentPart>
          </mc:Choice>
          <mc:Fallback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4519285D-75F0-F442-3BCD-59AF4E144C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51385" y="2483165"/>
                  <a:ext cx="62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Pismo odręczne 57">
                  <a:extLst>
                    <a:ext uri="{FF2B5EF4-FFF2-40B4-BE49-F238E27FC236}">
                      <a16:creationId xmlns:a16="http://schemas.microsoft.com/office/drawing/2014/main" id="{3B019C82-C46C-1EC4-1A1D-DB08C4773CA4}"/>
                    </a:ext>
                  </a:extLst>
                </p14:cNvPr>
                <p14:cNvContentPartPr/>
                <p14:nvPr/>
              </p14:nvContentPartPr>
              <p14:xfrm>
                <a:off x="6504385" y="2432405"/>
                <a:ext cx="29520" cy="158760"/>
              </p14:xfrm>
            </p:contentPart>
          </mc:Choice>
          <mc:Fallback>
            <p:pic>
              <p:nvPicPr>
                <p:cNvPr id="58" name="Pismo odręczne 57">
                  <a:extLst>
                    <a:ext uri="{FF2B5EF4-FFF2-40B4-BE49-F238E27FC236}">
                      <a16:creationId xmlns:a16="http://schemas.microsoft.com/office/drawing/2014/main" id="{3B019C82-C46C-1EC4-1A1D-DB08C4773C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8265" y="2426285"/>
                  <a:ext cx="4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D9D56A93-B69F-B412-717B-5FF908763E14}"/>
                    </a:ext>
                  </a:extLst>
                </p14:cNvPr>
                <p14:cNvContentPartPr/>
                <p14:nvPr/>
              </p14:nvContentPartPr>
              <p14:xfrm>
                <a:off x="6495745" y="2487125"/>
                <a:ext cx="50040" cy="14760"/>
              </p14:xfrm>
            </p:contentPart>
          </mc:Choice>
          <mc:Fallback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D9D56A93-B69F-B412-717B-5FF908763E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89625" y="2481005"/>
                  <a:ext cx="62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E446CF92-BCFB-091E-BE7E-495BAEC3F646}"/>
                    </a:ext>
                  </a:extLst>
                </p14:cNvPr>
                <p14:cNvContentPartPr/>
                <p14:nvPr/>
              </p14:nvContentPartPr>
              <p14:xfrm>
                <a:off x="6566665" y="2434565"/>
                <a:ext cx="74160" cy="172800"/>
              </p14:xfrm>
            </p:contentPart>
          </mc:Choice>
          <mc:Fallback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E446CF92-BCFB-091E-BE7E-495BAEC3F6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60545" y="2428445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277F6095-D8C7-82F0-EAE0-C5AC128CD9F2}"/>
                    </a:ext>
                  </a:extLst>
                </p14:cNvPr>
                <p14:cNvContentPartPr/>
                <p14:nvPr/>
              </p14:nvContentPartPr>
              <p14:xfrm>
                <a:off x="6650905" y="2521685"/>
                <a:ext cx="105120" cy="64800"/>
              </p14:xfrm>
            </p:contentPart>
          </mc:Choice>
          <mc:Fallback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277F6095-D8C7-82F0-EAE0-C5AC128CD9F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44785" y="2515565"/>
                  <a:ext cx="117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0FEF02B0-BF95-ACCE-E7F6-DC26C3D53559}"/>
                    </a:ext>
                  </a:extLst>
                </p14:cNvPr>
                <p14:cNvContentPartPr/>
                <p14:nvPr/>
              </p14:nvContentPartPr>
              <p14:xfrm>
                <a:off x="6842425" y="2498645"/>
                <a:ext cx="74880" cy="70920"/>
              </p14:xfrm>
            </p:contentPart>
          </mc:Choice>
          <mc:Fallback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0FEF02B0-BF95-ACCE-E7F6-DC26C3D535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36305" y="2492525"/>
                  <a:ext cx="8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8" name="Pismo odręczne 97">
                  <a:extLst>
                    <a:ext uri="{FF2B5EF4-FFF2-40B4-BE49-F238E27FC236}">
                      <a16:creationId xmlns:a16="http://schemas.microsoft.com/office/drawing/2014/main" id="{99562D06-F1EB-0A4E-7734-93E77B2C5BC2}"/>
                    </a:ext>
                  </a:extLst>
                </p14:cNvPr>
                <p14:cNvContentPartPr/>
                <p14:nvPr/>
              </p14:nvContentPartPr>
              <p14:xfrm>
                <a:off x="6926665" y="2526365"/>
                <a:ext cx="78480" cy="40320"/>
              </p14:xfrm>
            </p:contentPart>
          </mc:Choice>
          <mc:Fallback>
            <p:pic>
              <p:nvPicPr>
                <p:cNvPr id="98" name="Pismo odręczne 97">
                  <a:extLst>
                    <a:ext uri="{FF2B5EF4-FFF2-40B4-BE49-F238E27FC236}">
                      <a16:creationId xmlns:a16="http://schemas.microsoft.com/office/drawing/2014/main" id="{99562D06-F1EB-0A4E-7734-93E77B2C5B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20545" y="2520245"/>
                  <a:ext cx="9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6" name="Pismo odręczne 105">
                  <a:extLst>
                    <a:ext uri="{FF2B5EF4-FFF2-40B4-BE49-F238E27FC236}">
                      <a16:creationId xmlns:a16="http://schemas.microsoft.com/office/drawing/2014/main" id="{220B1E7F-4581-B32D-0655-F2EED03D1A29}"/>
                    </a:ext>
                  </a:extLst>
                </p14:cNvPr>
                <p14:cNvContentPartPr/>
                <p14:nvPr/>
              </p14:nvContentPartPr>
              <p14:xfrm>
                <a:off x="7014505" y="2513765"/>
                <a:ext cx="58680" cy="48600"/>
              </p14:xfrm>
            </p:contentPart>
          </mc:Choice>
          <mc:Fallback>
            <p:pic>
              <p:nvPicPr>
                <p:cNvPr id="106" name="Pismo odręczne 105">
                  <a:extLst>
                    <a:ext uri="{FF2B5EF4-FFF2-40B4-BE49-F238E27FC236}">
                      <a16:creationId xmlns:a16="http://schemas.microsoft.com/office/drawing/2014/main" id="{220B1E7F-4581-B32D-0655-F2EED03D1A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8385" y="2507645"/>
                  <a:ext cx="7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7" name="Pismo odręczne 106">
                  <a:extLst>
                    <a:ext uri="{FF2B5EF4-FFF2-40B4-BE49-F238E27FC236}">
                      <a16:creationId xmlns:a16="http://schemas.microsoft.com/office/drawing/2014/main" id="{9A93E839-E560-4BB2-0519-C23AF34826B8}"/>
                    </a:ext>
                  </a:extLst>
                </p14:cNvPr>
                <p14:cNvContentPartPr/>
                <p14:nvPr/>
              </p14:nvContentPartPr>
              <p14:xfrm>
                <a:off x="7100185" y="2413325"/>
                <a:ext cx="36720" cy="165240"/>
              </p14:xfrm>
            </p:contentPart>
          </mc:Choice>
          <mc:Fallback>
            <p:pic>
              <p:nvPicPr>
                <p:cNvPr id="107" name="Pismo odręczne 106">
                  <a:extLst>
                    <a:ext uri="{FF2B5EF4-FFF2-40B4-BE49-F238E27FC236}">
                      <a16:creationId xmlns:a16="http://schemas.microsoft.com/office/drawing/2014/main" id="{9A93E839-E560-4BB2-0519-C23AF34826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94065" y="2407205"/>
                  <a:ext cx="48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a 107">
            <a:extLst>
              <a:ext uri="{FF2B5EF4-FFF2-40B4-BE49-F238E27FC236}">
                <a16:creationId xmlns:a16="http://schemas.microsoft.com/office/drawing/2014/main" id="{3743E138-8B60-FAE3-87B7-C5974E2A7019}"/>
              </a:ext>
            </a:extLst>
          </p:cNvPr>
          <p:cNvGrpSpPr/>
          <p:nvPr/>
        </p:nvGrpSpPr>
        <p:grpSpPr>
          <a:xfrm>
            <a:off x="7990551" y="2317628"/>
            <a:ext cx="1303560" cy="284400"/>
            <a:chOff x="7992625" y="2249165"/>
            <a:chExt cx="13035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0" name="Pismo odręczne 109">
                  <a:extLst>
                    <a:ext uri="{FF2B5EF4-FFF2-40B4-BE49-F238E27FC236}">
                      <a16:creationId xmlns:a16="http://schemas.microsoft.com/office/drawing/2014/main" id="{99D9D103-7158-D075-6F92-DCEFF155E33A}"/>
                    </a:ext>
                  </a:extLst>
                </p14:cNvPr>
                <p14:cNvContentPartPr/>
                <p14:nvPr/>
              </p14:nvContentPartPr>
              <p14:xfrm>
                <a:off x="7992625" y="2249165"/>
                <a:ext cx="183960" cy="251640"/>
              </p14:xfrm>
            </p:contentPart>
          </mc:Choice>
          <mc:Fallback>
            <p:pic>
              <p:nvPicPr>
                <p:cNvPr id="110" name="Pismo odręczne 109">
                  <a:extLst>
                    <a:ext uri="{FF2B5EF4-FFF2-40B4-BE49-F238E27FC236}">
                      <a16:creationId xmlns:a16="http://schemas.microsoft.com/office/drawing/2014/main" id="{99D9D103-7158-D075-6F92-DCEFF155E3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86505" y="2243045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1" name="Pismo odręczne 110">
                  <a:extLst>
                    <a:ext uri="{FF2B5EF4-FFF2-40B4-BE49-F238E27FC236}">
                      <a16:creationId xmlns:a16="http://schemas.microsoft.com/office/drawing/2014/main" id="{B7F0EF76-41F5-CBDA-6B3D-8EDBB4500B43}"/>
                    </a:ext>
                  </a:extLst>
                </p14:cNvPr>
                <p14:cNvContentPartPr/>
                <p14:nvPr/>
              </p14:nvContentPartPr>
              <p14:xfrm>
                <a:off x="8073985" y="2457965"/>
                <a:ext cx="165600" cy="75600"/>
              </p14:xfrm>
            </p:contentPart>
          </mc:Choice>
          <mc:Fallback>
            <p:pic>
              <p:nvPicPr>
                <p:cNvPr id="111" name="Pismo odręczne 110">
                  <a:extLst>
                    <a:ext uri="{FF2B5EF4-FFF2-40B4-BE49-F238E27FC236}">
                      <a16:creationId xmlns:a16="http://schemas.microsoft.com/office/drawing/2014/main" id="{B7F0EF76-41F5-CBDA-6B3D-8EDBB4500B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67865" y="2451845"/>
                  <a:ext cx="17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2" name="Pismo odręczne 111">
                  <a:extLst>
                    <a:ext uri="{FF2B5EF4-FFF2-40B4-BE49-F238E27FC236}">
                      <a16:creationId xmlns:a16="http://schemas.microsoft.com/office/drawing/2014/main" id="{9ADF64BE-E90C-1AF6-41D7-68E542B5AB65}"/>
                    </a:ext>
                  </a:extLst>
                </p14:cNvPr>
                <p14:cNvContentPartPr/>
                <p14:nvPr/>
              </p14:nvContentPartPr>
              <p14:xfrm>
                <a:off x="8358385" y="2389205"/>
                <a:ext cx="96480" cy="107280"/>
              </p14:xfrm>
            </p:contentPart>
          </mc:Choice>
          <mc:Fallback>
            <p:pic>
              <p:nvPicPr>
                <p:cNvPr id="112" name="Pismo odręczne 111">
                  <a:extLst>
                    <a:ext uri="{FF2B5EF4-FFF2-40B4-BE49-F238E27FC236}">
                      <a16:creationId xmlns:a16="http://schemas.microsoft.com/office/drawing/2014/main" id="{9ADF64BE-E90C-1AF6-41D7-68E542B5AB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52265" y="2383085"/>
                  <a:ext cx="108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3" name="Pismo odręczne 112">
                  <a:extLst>
                    <a:ext uri="{FF2B5EF4-FFF2-40B4-BE49-F238E27FC236}">
                      <a16:creationId xmlns:a16="http://schemas.microsoft.com/office/drawing/2014/main" id="{4EB75305-2B8E-2FF5-C2CA-1D64E792929D}"/>
                    </a:ext>
                  </a:extLst>
                </p14:cNvPr>
                <p14:cNvContentPartPr/>
                <p14:nvPr/>
              </p14:nvContentPartPr>
              <p14:xfrm>
                <a:off x="8482585" y="2263565"/>
                <a:ext cx="78840" cy="239760"/>
              </p14:xfrm>
            </p:contentPart>
          </mc:Choice>
          <mc:Fallback>
            <p:pic>
              <p:nvPicPr>
                <p:cNvPr id="113" name="Pismo odręczne 112">
                  <a:extLst>
                    <a:ext uri="{FF2B5EF4-FFF2-40B4-BE49-F238E27FC236}">
                      <a16:creationId xmlns:a16="http://schemas.microsoft.com/office/drawing/2014/main" id="{4EB75305-2B8E-2FF5-C2CA-1D64E792929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76465" y="2257445"/>
                  <a:ext cx="91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4" name="Pismo odręczne 113">
                  <a:extLst>
                    <a:ext uri="{FF2B5EF4-FFF2-40B4-BE49-F238E27FC236}">
                      <a16:creationId xmlns:a16="http://schemas.microsoft.com/office/drawing/2014/main" id="{03FFCCE1-A7B7-EAD8-0CA5-195EFD0D3BD6}"/>
                    </a:ext>
                  </a:extLst>
                </p14:cNvPr>
                <p14:cNvContentPartPr/>
                <p14:nvPr/>
              </p14:nvContentPartPr>
              <p14:xfrm>
                <a:off x="8471065" y="2361845"/>
                <a:ext cx="50040" cy="10800"/>
              </p14:xfrm>
            </p:contentPart>
          </mc:Choice>
          <mc:Fallback>
            <p:pic>
              <p:nvPicPr>
                <p:cNvPr id="114" name="Pismo odręczne 113">
                  <a:extLst>
                    <a:ext uri="{FF2B5EF4-FFF2-40B4-BE49-F238E27FC236}">
                      <a16:creationId xmlns:a16="http://schemas.microsoft.com/office/drawing/2014/main" id="{03FFCCE1-A7B7-EAD8-0CA5-195EFD0D3B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64945" y="2355725"/>
                  <a:ext cx="6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5" name="Pismo odręczne 114">
                  <a:extLst>
                    <a:ext uri="{FF2B5EF4-FFF2-40B4-BE49-F238E27FC236}">
                      <a16:creationId xmlns:a16="http://schemas.microsoft.com/office/drawing/2014/main" id="{AC91F636-03B7-C313-9BE0-C57BBF1412DE}"/>
                    </a:ext>
                  </a:extLst>
                </p14:cNvPr>
                <p14:cNvContentPartPr/>
                <p14:nvPr/>
              </p14:nvContentPartPr>
              <p14:xfrm>
                <a:off x="8581585" y="2303165"/>
                <a:ext cx="83160" cy="204120"/>
              </p14:xfrm>
            </p:contentPart>
          </mc:Choice>
          <mc:Fallback>
            <p:pic>
              <p:nvPicPr>
                <p:cNvPr id="115" name="Pismo odręczne 114">
                  <a:extLst>
                    <a:ext uri="{FF2B5EF4-FFF2-40B4-BE49-F238E27FC236}">
                      <a16:creationId xmlns:a16="http://schemas.microsoft.com/office/drawing/2014/main" id="{AC91F636-03B7-C313-9BE0-C57BBF1412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75465" y="2297045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6" name="Pismo odręczne 115">
                  <a:extLst>
                    <a:ext uri="{FF2B5EF4-FFF2-40B4-BE49-F238E27FC236}">
                      <a16:creationId xmlns:a16="http://schemas.microsoft.com/office/drawing/2014/main" id="{0F515C97-52B2-160F-32C6-A4C50000DB57}"/>
                    </a:ext>
                  </a:extLst>
                </p14:cNvPr>
                <p14:cNvContentPartPr/>
                <p14:nvPr/>
              </p14:nvContentPartPr>
              <p14:xfrm>
                <a:off x="8712625" y="2427005"/>
                <a:ext cx="70200" cy="85680"/>
              </p14:xfrm>
            </p:contentPart>
          </mc:Choice>
          <mc:Fallback>
            <p:pic>
              <p:nvPicPr>
                <p:cNvPr id="116" name="Pismo odręczne 115">
                  <a:extLst>
                    <a:ext uri="{FF2B5EF4-FFF2-40B4-BE49-F238E27FC236}">
                      <a16:creationId xmlns:a16="http://schemas.microsoft.com/office/drawing/2014/main" id="{0F515C97-52B2-160F-32C6-A4C50000DB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06505" y="2420885"/>
                  <a:ext cx="8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7" name="Pismo odręczne 116">
                  <a:extLst>
                    <a:ext uri="{FF2B5EF4-FFF2-40B4-BE49-F238E27FC236}">
                      <a16:creationId xmlns:a16="http://schemas.microsoft.com/office/drawing/2014/main" id="{26B78485-C084-C40B-64E3-992FE5B77423}"/>
                    </a:ext>
                  </a:extLst>
                </p14:cNvPr>
                <p14:cNvContentPartPr/>
                <p14:nvPr/>
              </p14:nvContentPartPr>
              <p14:xfrm>
                <a:off x="8824945" y="2429165"/>
                <a:ext cx="79920" cy="69120"/>
              </p14:xfrm>
            </p:contentPart>
          </mc:Choice>
          <mc:Fallback>
            <p:pic>
              <p:nvPicPr>
                <p:cNvPr id="117" name="Pismo odręczne 116">
                  <a:extLst>
                    <a:ext uri="{FF2B5EF4-FFF2-40B4-BE49-F238E27FC236}">
                      <a16:creationId xmlns:a16="http://schemas.microsoft.com/office/drawing/2014/main" id="{26B78485-C084-C40B-64E3-992FE5B774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8825" y="2423045"/>
                  <a:ext cx="9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8" name="Pismo odręczne 117">
                  <a:extLst>
                    <a:ext uri="{FF2B5EF4-FFF2-40B4-BE49-F238E27FC236}">
                      <a16:creationId xmlns:a16="http://schemas.microsoft.com/office/drawing/2014/main" id="{B36A4C39-30A2-7AD7-ED9A-523FC1D1651F}"/>
                    </a:ext>
                  </a:extLst>
                </p14:cNvPr>
                <p14:cNvContentPartPr/>
                <p14:nvPr/>
              </p14:nvContentPartPr>
              <p14:xfrm>
                <a:off x="8927545" y="2428445"/>
                <a:ext cx="122040" cy="78840"/>
              </p14:xfrm>
            </p:contentPart>
          </mc:Choice>
          <mc:Fallback>
            <p:pic>
              <p:nvPicPr>
                <p:cNvPr id="118" name="Pismo odręczne 117">
                  <a:extLst>
                    <a:ext uri="{FF2B5EF4-FFF2-40B4-BE49-F238E27FC236}">
                      <a16:creationId xmlns:a16="http://schemas.microsoft.com/office/drawing/2014/main" id="{B36A4C39-30A2-7AD7-ED9A-523FC1D1651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21425" y="2422325"/>
                  <a:ext cx="13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9" name="Pismo odręczne 118">
                  <a:extLst>
                    <a:ext uri="{FF2B5EF4-FFF2-40B4-BE49-F238E27FC236}">
                      <a16:creationId xmlns:a16="http://schemas.microsoft.com/office/drawing/2014/main" id="{4D99FA5D-1F33-6145-A0D7-DBB5E949E181}"/>
                    </a:ext>
                  </a:extLst>
                </p14:cNvPr>
                <p14:cNvContentPartPr/>
                <p14:nvPr/>
              </p14:nvContentPartPr>
              <p14:xfrm>
                <a:off x="9066145" y="2424125"/>
                <a:ext cx="3960" cy="63000"/>
              </p14:xfrm>
            </p:contentPart>
          </mc:Choice>
          <mc:Fallback>
            <p:pic>
              <p:nvPicPr>
                <p:cNvPr id="119" name="Pismo odręczne 118">
                  <a:extLst>
                    <a:ext uri="{FF2B5EF4-FFF2-40B4-BE49-F238E27FC236}">
                      <a16:creationId xmlns:a16="http://schemas.microsoft.com/office/drawing/2014/main" id="{4D99FA5D-1F33-6145-A0D7-DBB5E949E1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60025" y="2418005"/>
                  <a:ext cx="1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0" name="Pismo odręczne 119">
                  <a:extLst>
                    <a:ext uri="{FF2B5EF4-FFF2-40B4-BE49-F238E27FC236}">
                      <a16:creationId xmlns:a16="http://schemas.microsoft.com/office/drawing/2014/main" id="{611E68EC-DBE9-1482-AAF4-B30B686C427E}"/>
                    </a:ext>
                  </a:extLst>
                </p14:cNvPr>
                <p14:cNvContentPartPr/>
                <p14:nvPr/>
              </p14:nvContentPartPr>
              <p14:xfrm>
                <a:off x="9074785" y="2342405"/>
                <a:ext cx="10440" cy="4320"/>
              </p14:xfrm>
            </p:contentPart>
          </mc:Choice>
          <mc:Fallback>
            <p:pic>
              <p:nvPicPr>
                <p:cNvPr id="120" name="Pismo odręczne 119">
                  <a:extLst>
                    <a:ext uri="{FF2B5EF4-FFF2-40B4-BE49-F238E27FC236}">
                      <a16:creationId xmlns:a16="http://schemas.microsoft.com/office/drawing/2014/main" id="{611E68EC-DBE9-1482-AAF4-B30B686C427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68665" y="2336285"/>
                  <a:ext cx="22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1" name="Pismo odręczne 120">
                  <a:extLst>
                    <a:ext uri="{FF2B5EF4-FFF2-40B4-BE49-F238E27FC236}">
                      <a16:creationId xmlns:a16="http://schemas.microsoft.com/office/drawing/2014/main" id="{0C77B0EB-0C0C-3C73-E722-CED04943D801}"/>
                    </a:ext>
                  </a:extLst>
                </p14:cNvPr>
                <p14:cNvContentPartPr/>
                <p14:nvPr/>
              </p14:nvContentPartPr>
              <p14:xfrm>
                <a:off x="9107545" y="2420885"/>
                <a:ext cx="53640" cy="77760"/>
              </p14:xfrm>
            </p:contentPart>
          </mc:Choice>
          <mc:Fallback>
            <p:pic>
              <p:nvPicPr>
                <p:cNvPr id="121" name="Pismo odręczne 120">
                  <a:extLst>
                    <a:ext uri="{FF2B5EF4-FFF2-40B4-BE49-F238E27FC236}">
                      <a16:creationId xmlns:a16="http://schemas.microsoft.com/office/drawing/2014/main" id="{0C77B0EB-0C0C-3C73-E722-CED04943D8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1425" y="2414765"/>
                  <a:ext cx="6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2" name="Pismo odręczne 121">
                  <a:extLst>
                    <a:ext uri="{FF2B5EF4-FFF2-40B4-BE49-F238E27FC236}">
                      <a16:creationId xmlns:a16="http://schemas.microsoft.com/office/drawing/2014/main" id="{E3095BF0-E516-7207-0A50-3D70852D7BC6}"/>
                    </a:ext>
                  </a:extLst>
                </p14:cNvPr>
                <p14:cNvContentPartPr/>
                <p14:nvPr/>
              </p14:nvContentPartPr>
              <p14:xfrm>
                <a:off x="9178105" y="2447885"/>
                <a:ext cx="118080" cy="47160"/>
              </p14:xfrm>
            </p:contentPart>
          </mc:Choice>
          <mc:Fallback>
            <p:pic>
              <p:nvPicPr>
                <p:cNvPr id="122" name="Pismo odręczne 121">
                  <a:extLst>
                    <a:ext uri="{FF2B5EF4-FFF2-40B4-BE49-F238E27FC236}">
                      <a16:creationId xmlns:a16="http://schemas.microsoft.com/office/drawing/2014/main" id="{E3095BF0-E516-7207-0A50-3D70852D7B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71985" y="244176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1090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0173-E026-B96D-D8DA-4D19E373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599FFDA6-5A74-E6F3-9DAE-78FBC9237AF2}"/>
              </a:ext>
            </a:extLst>
          </p:cNvPr>
          <p:cNvCxnSpPr/>
          <p:nvPr/>
        </p:nvCxnSpPr>
        <p:spPr>
          <a:xfrm>
            <a:off x="323178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929BB76C-88EC-0592-7993-E41A04923371}"/>
              </a:ext>
            </a:extLst>
          </p:cNvPr>
          <p:cNvCxnSpPr/>
          <p:nvPr/>
        </p:nvCxnSpPr>
        <p:spPr>
          <a:xfrm>
            <a:off x="428729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4F65E9BE-81D0-A7DE-491F-30E158F57387}"/>
              </a:ext>
            </a:extLst>
          </p:cNvPr>
          <p:cNvCxnSpPr/>
          <p:nvPr/>
        </p:nvCxnSpPr>
        <p:spPr>
          <a:xfrm>
            <a:off x="5333658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BEF53D72-CD73-7496-D1C4-8F2D5EDCFC86}"/>
              </a:ext>
            </a:extLst>
          </p:cNvPr>
          <p:cNvCxnSpPr/>
          <p:nvPr/>
        </p:nvCxnSpPr>
        <p:spPr>
          <a:xfrm>
            <a:off x="636670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30EA8195-1941-9896-B8BB-8DABE441AE51}"/>
              </a:ext>
            </a:extLst>
          </p:cNvPr>
          <p:cNvCxnSpPr/>
          <p:nvPr/>
        </p:nvCxnSpPr>
        <p:spPr>
          <a:xfrm>
            <a:off x="742221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5F0F0EB7-C535-2762-1C21-2C4D7DA3A9E4}"/>
              </a:ext>
            </a:extLst>
          </p:cNvPr>
          <p:cNvCxnSpPr/>
          <p:nvPr/>
        </p:nvCxnSpPr>
        <p:spPr>
          <a:xfrm>
            <a:off x="26382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9E22573E-CFD7-146E-3890-6BB6206AFF1A}"/>
              </a:ext>
            </a:extLst>
          </p:cNvPr>
          <p:cNvCxnSpPr/>
          <p:nvPr/>
        </p:nvCxnSpPr>
        <p:spPr>
          <a:xfrm>
            <a:off x="131933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90E49598-543B-C390-9576-BD03EBE75AB9}"/>
              </a:ext>
            </a:extLst>
          </p:cNvPr>
          <p:cNvCxnSpPr/>
          <p:nvPr/>
        </p:nvCxnSpPr>
        <p:spPr>
          <a:xfrm>
            <a:off x="2365699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076EFFAD-6B8F-F779-0A4B-96553E0F2191}"/>
              </a:ext>
            </a:extLst>
          </p:cNvPr>
          <p:cNvCxnSpPr/>
          <p:nvPr/>
        </p:nvCxnSpPr>
        <p:spPr>
          <a:xfrm>
            <a:off x="339874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93AEF4F0-EB84-B02C-8E26-CFBCCF8EE20D}"/>
              </a:ext>
            </a:extLst>
          </p:cNvPr>
          <p:cNvCxnSpPr/>
          <p:nvPr/>
        </p:nvCxnSpPr>
        <p:spPr>
          <a:xfrm>
            <a:off x="445425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627FEA63-2E3E-0998-866E-330FD5D5A2DC}"/>
              </a:ext>
            </a:extLst>
          </p:cNvPr>
          <p:cNvCxnSpPr/>
          <p:nvPr/>
        </p:nvCxnSpPr>
        <p:spPr>
          <a:xfrm>
            <a:off x="670345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B82FF07B-FA53-0EE7-F1EC-93886E30C0E2}"/>
              </a:ext>
            </a:extLst>
          </p:cNvPr>
          <p:cNvCxnSpPr/>
          <p:nvPr/>
        </p:nvCxnSpPr>
        <p:spPr>
          <a:xfrm>
            <a:off x="775896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3F44D487-BEAD-FE3A-4471-FA12049ACD5A}"/>
              </a:ext>
            </a:extLst>
          </p:cNvPr>
          <p:cNvCxnSpPr/>
          <p:nvPr/>
        </p:nvCxnSpPr>
        <p:spPr>
          <a:xfrm>
            <a:off x="8805330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85630D62-131C-52AA-F4D3-85D07475683C}"/>
              </a:ext>
            </a:extLst>
          </p:cNvPr>
          <p:cNvCxnSpPr/>
          <p:nvPr/>
        </p:nvCxnSpPr>
        <p:spPr>
          <a:xfrm>
            <a:off x="983837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C893DDF9-11A3-FD45-8F58-3D689A6B37E9}"/>
              </a:ext>
            </a:extLst>
          </p:cNvPr>
          <p:cNvCxnSpPr/>
          <p:nvPr/>
        </p:nvCxnSpPr>
        <p:spPr>
          <a:xfrm>
            <a:off x="1089388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17A7FC77-FDD9-45EE-134B-1F017EF8024E}"/>
                  </a:ext>
                </a:extLst>
              </p14:cNvPr>
              <p14:cNvContentPartPr/>
              <p14:nvPr/>
            </p14:nvContentPartPr>
            <p14:xfrm>
              <a:off x="4937904" y="3394224"/>
              <a:ext cx="119880" cy="1267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17A7FC77-FDD9-45EE-134B-1F017EF802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1766" y="3388104"/>
                <a:ext cx="132157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a 29">
            <a:extLst>
              <a:ext uri="{FF2B5EF4-FFF2-40B4-BE49-F238E27FC236}">
                <a16:creationId xmlns:a16="http://schemas.microsoft.com/office/drawing/2014/main" id="{0C5F6523-8A5A-2902-4045-13BFC26833F6}"/>
              </a:ext>
            </a:extLst>
          </p:cNvPr>
          <p:cNvGrpSpPr/>
          <p:nvPr/>
        </p:nvGrpSpPr>
        <p:grpSpPr>
          <a:xfrm>
            <a:off x="10970064" y="3428784"/>
            <a:ext cx="322920" cy="224280"/>
            <a:chOff x="10970064" y="3428784"/>
            <a:chExt cx="3229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ACFF332B-DBFF-A2AC-C886-F5636ADFA80B}"/>
                    </a:ext>
                  </a:extLst>
                </p14:cNvPr>
                <p14:cNvContentPartPr/>
                <p14:nvPr/>
              </p14:nvContentPartPr>
              <p14:xfrm>
                <a:off x="10970064" y="3433104"/>
                <a:ext cx="63000" cy="16020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ACFF332B-DBFF-A2AC-C886-F5636ADFA8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63944" y="3426984"/>
                  <a:ext cx="7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D799F9A5-4349-48DA-9C6A-B52D23378464}"/>
                    </a:ext>
                  </a:extLst>
                </p14:cNvPr>
                <p14:cNvContentPartPr/>
                <p14:nvPr/>
              </p14:nvContentPartPr>
              <p14:xfrm>
                <a:off x="11087784" y="3575304"/>
                <a:ext cx="3960" cy="777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D799F9A5-4349-48DA-9C6A-B52D233784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1664" y="3569184"/>
                  <a:ext cx="1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A99EA67D-CC40-084E-F105-06B91A933073}"/>
                    </a:ext>
                  </a:extLst>
                </p14:cNvPr>
                <p14:cNvContentPartPr/>
                <p14:nvPr/>
              </p14:nvContentPartPr>
              <p14:xfrm>
                <a:off x="11146464" y="3428784"/>
                <a:ext cx="70200" cy="1400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A99EA67D-CC40-084E-F105-06B91A9330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0344" y="3422664"/>
                  <a:ext cx="8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DEB3F0DC-1C24-5BC1-92F3-2C1FE40C8073}"/>
                    </a:ext>
                  </a:extLst>
                </p14:cNvPr>
                <p14:cNvContentPartPr/>
                <p14:nvPr/>
              </p14:nvContentPartPr>
              <p14:xfrm>
                <a:off x="11276064" y="3565944"/>
                <a:ext cx="16920" cy="5904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DEB3F0DC-1C24-5BC1-92F3-2C1FE40C80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071" y="3559786"/>
                  <a:ext cx="28905" cy="713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BEDF817B-8C6B-9239-90F5-9DD41AE6619A}"/>
              </a:ext>
            </a:extLst>
          </p:cNvPr>
          <p:cNvGrpSpPr/>
          <p:nvPr/>
        </p:nvGrpSpPr>
        <p:grpSpPr>
          <a:xfrm>
            <a:off x="11383704" y="3404664"/>
            <a:ext cx="310320" cy="248400"/>
            <a:chOff x="11383704" y="3404664"/>
            <a:chExt cx="310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6E804C3D-5252-2725-C2A4-092178A1ED46}"/>
                    </a:ext>
                  </a:extLst>
                </p14:cNvPr>
                <p14:cNvContentPartPr/>
                <p14:nvPr/>
              </p14:nvContentPartPr>
              <p14:xfrm>
                <a:off x="11383704" y="3404664"/>
                <a:ext cx="73800" cy="17784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6E804C3D-5252-2725-C2A4-092178A1ED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77614" y="3398544"/>
                  <a:ext cx="85981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1B7482CC-3984-F589-B5C6-78E0548245D4}"/>
                    </a:ext>
                  </a:extLst>
                </p14:cNvPr>
                <p14:cNvContentPartPr/>
                <p14:nvPr/>
              </p14:nvContentPartPr>
              <p14:xfrm>
                <a:off x="11504664" y="3575304"/>
                <a:ext cx="16920" cy="7776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1B7482CC-3984-F589-B5C6-78E0548245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8544" y="3569184"/>
                  <a:ext cx="2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C4377877-851F-23BC-C461-467BB012990B}"/>
                    </a:ext>
                  </a:extLst>
                </p14:cNvPr>
                <p14:cNvContentPartPr/>
                <p14:nvPr/>
              </p14:nvContentPartPr>
              <p14:xfrm>
                <a:off x="11593584" y="3438504"/>
                <a:ext cx="100440" cy="19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C4377877-851F-23BC-C461-467BB01299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7442" y="3432384"/>
                  <a:ext cx="112724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0F9020C5-0B60-E169-D798-A1361FEA92BE}"/>
              </a:ext>
            </a:extLst>
          </p:cNvPr>
          <p:cNvGrpSpPr/>
          <p:nvPr/>
        </p:nvGrpSpPr>
        <p:grpSpPr>
          <a:xfrm>
            <a:off x="4864464" y="2926224"/>
            <a:ext cx="185400" cy="300600"/>
            <a:chOff x="4864464" y="2926224"/>
            <a:chExt cx="1854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5400012D-6247-2D9A-3F35-E8C61702D7B8}"/>
                    </a:ext>
                  </a:extLst>
                </p14:cNvPr>
                <p14:cNvContentPartPr/>
                <p14:nvPr/>
              </p14:nvContentPartPr>
              <p14:xfrm>
                <a:off x="4864464" y="2926224"/>
                <a:ext cx="84240" cy="27324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5400012D-6247-2D9A-3F35-E8C61702D7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8318" y="2920104"/>
                  <a:ext cx="96533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262F6EE9-7502-2CA0-DCC1-902019E1E3EB}"/>
                    </a:ext>
                  </a:extLst>
                </p14:cNvPr>
                <p14:cNvContentPartPr/>
                <p14:nvPr/>
              </p14:nvContentPartPr>
              <p14:xfrm>
                <a:off x="4864464" y="3200184"/>
                <a:ext cx="185400" cy="2664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262F6EE9-7502-2CA0-DCC1-902019E1E3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8332" y="3194064"/>
                  <a:ext cx="197664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Pismo odręczne 58">
                <a:extLst>
                  <a:ext uri="{FF2B5EF4-FFF2-40B4-BE49-F238E27FC236}">
                    <a16:creationId xmlns:a16="http://schemas.microsoft.com/office/drawing/2014/main" id="{6AD7DFB0-EDF8-6BBE-9559-64FB7D654B18}"/>
                  </a:ext>
                </a:extLst>
              </p14:cNvPr>
              <p14:cNvContentPartPr/>
              <p14:nvPr/>
            </p14:nvContentPartPr>
            <p14:xfrm>
              <a:off x="11286144" y="2925864"/>
              <a:ext cx="90360" cy="269640"/>
            </p14:xfrm>
          </p:contentPart>
        </mc:Choice>
        <mc:Fallback xmlns="">
          <p:pic>
            <p:nvPicPr>
              <p:cNvPr id="59" name="Pismo odręczne 58">
                <a:extLst>
                  <a:ext uri="{FF2B5EF4-FFF2-40B4-BE49-F238E27FC236}">
                    <a16:creationId xmlns:a16="http://schemas.microsoft.com/office/drawing/2014/main" id="{6AD7DFB0-EDF8-6BBE-9559-64FB7D654B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80024" y="2919744"/>
                <a:ext cx="10260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a 98">
            <a:extLst>
              <a:ext uri="{FF2B5EF4-FFF2-40B4-BE49-F238E27FC236}">
                <a16:creationId xmlns:a16="http://schemas.microsoft.com/office/drawing/2014/main" id="{45DD66A9-D501-8C9A-E2B8-1856AB90B375}"/>
              </a:ext>
            </a:extLst>
          </p:cNvPr>
          <p:cNvGrpSpPr/>
          <p:nvPr/>
        </p:nvGrpSpPr>
        <p:grpSpPr>
          <a:xfrm>
            <a:off x="807984" y="2908224"/>
            <a:ext cx="114480" cy="283680"/>
            <a:chOff x="807984" y="2908224"/>
            <a:chExt cx="1144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6" name="Pismo odręczne 95">
                  <a:extLst>
                    <a:ext uri="{FF2B5EF4-FFF2-40B4-BE49-F238E27FC236}">
                      <a16:creationId xmlns:a16="http://schemas.microsoft.com/office/drawing/2014/main" id="{0A8B0DA3-7B48-D467-7838-345F3C2BBFF3}"/>
                    </a:ext>
                  </a:extLst>
                </p14:cNvPr>
                <p14:cNvContentPartPr/>
                <p14:nvPr/>
              </p14:nvContentPartPr>
              <p14:xfrm>
                <a:off x="808344" y="2908224"/>
                <a:ext cx="72720" cy="99360"/>
              </p14:xfrm>
            </p:contentPart>
          </mc:Choice>
          <mc:Fallback xmlns="">
            <p:pic>
              <p:nvPicPr>
                <p:cNvPr id="96" name="Pismo odręczne 95">
                  <a:extLst>
                    <a:ext uri="{FF2B5EF4-FFF2-40B4-BE49-F238E27FC236}">
                      <a16:creationId xmlns:a16="http://schemas.microsoft.com/office/drawing/2014/main" id="{0A8B0DA3-7B48-D467-7838-345F3C2BBF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224" y="2902104"/>
                  <a:ext cx="84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7" name="Pismo odręczne 96">
                  <a:extLst>
                    <a:ext uri="{FF2B5EF4-FFF2-40B4-BE49-F238E27FC236}">
                      <a16:creationId xmlns:a16="http://schemas.microsoft.com/office/drawing/2014/main" id="{E7D31788-8A48-1728-F8E6-8B2296C17FD6}"/>
                    </a:ext>
                  </a:extLst>
                </p14:cNvPr>
                <p14:cNvContentPartPr/>
                <p14:nvPr/>
              </p14:nvContentPartPr>
              <p14:xfrm>
                <a:off x="807984" y="2962584"/>
                <a:ext cx="114480" cy="229320"/>
              </p14:xfrm>
            </p:contentPart>
          </mc:Choice>
          <mc:Fallback xmlns="">
            <p:pic>
              <p:nvPicPr>
                <p:cNvPr id="97" name="Pismo odręczne 96">
                  <a:extLst>
                    <a:ext uri="{FF2B5EF4-FFF2-40B4-BE49-F238E27FC236}">
                      <a16:creationId xmlns:a16="http://schemas.microsoft.com/office/drawing/2014/main" id="{E7D31788-8A48-1728-F8E6-8B2296C17F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864" y="2956464"/>
                  <a:ext cx="12672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0" name="Pismo odręczne 99">
                <a:extLst>
                  <a:ext uri="{FF2B5EF4-FFF2-40B4-BE49-F238E27FC236}">
                    <a16:creationId xmlns:a16="http://schemas.microsoft.com/office/drawing/2014/main" id="{3AA8FE77-7ED8-34F3-5BF4-2A463477CE27}"/>
                  </a:ext>
                </a:extLst>
              </p14:cNvPr>
              <p14:cNvContentPartPr/>
              <p14:nvPr/>
            </p14:nvContentPartPr>
            <p14:xfrm>
              <a:off x="7186824" y="2938104"/>
              <a:ext cx="110880" cy="261360"/>
            </p14:xfrm>
          </p:contentPart>
        </mc:Choice>
        <mc:Fallback xmlns="">
          <p:pic>
            <p:nvPicPr>
              <p:cNvPr id="100" name="Pismo odręczne 99">
                <a:extLst>
                  <a:ext uri="{FF2B5EF4-FFF2-40B4-BE49-F238E27FC236}">
                    <a16:creationId xmlns:a16="http://schemas.microsoft.com/office/drawing/2014/main" id="{3AA8FE77-7ED8-34F3-5BF4-2A463477CE2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80704" y="2931984"/>
                <a:ext cx="1231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Pismo odręczne 100">
                <a:extLst>
                  <a:ext uri="{FF2B5EF4-FFF2-40B4-BE49-F238E27FC236}">
                    <a16:creationId xmlns:a16="http://schemas.microsoft.com/office/drawing/2014/main" id="{7370AA7F-CA03-AB12-AA06-69FD0FA720F3}"/>
                  </a:ext>
                </a:extLst>
              </p14:cNvPr>
              <p14:cNvContentPartPr/>
              <p14:nvPr/>
            </p14:nvContentPartPr>
            <p14:xfrm>
              <a:off x="1827864" y="2923344"/>
              <a:ext cx="109800" cy="259560"/>
            </p14:xfrm>
          </p:contentPart>
        </mc:Choice>
        <mc:Fallback xmlns="">
          <p:pic>
            <p:nvPicPr>
              <p:cNvPr id="101" name="Pismo odręczne 100">
                <a:extLst>
                  <a:ext uri="{FF2B5EF4-FFF2-40B4-BE49-F238E27FC236}">
                    <a16:creationId xmlns:a16="http://schemas.microsoft.com/office/drawing/2014/main" id="{7370AA7F-CA03-AB12-AA06-69FD0FA720F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21744" y="2917224"/>
                <a:ext cx="1220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2" name="Pismo odręczne 101">
                <a:extLst>
                  <a:ext uri="{FF2B5EF4-FFF2-40B4-BE49-F238E27FC236}">
                    <a16:creationId xmlns:a16="http://schemas.microsoft.com/office/drawing/2014/main" id="{AB699B45-39D1-CDFC-2E7A-BCDF327A7AE1}"/>
                  </a:ext>
                </a:extLst>
              </p14:cNvPr>
              <p14:cNvContentPartPr/>
              <p14:nvPr/>
            </p14:nvContentPartPr>
            <p14:xfrm>
              <a:off x="8149104" y="2944944"/>
              <a:ext cx="84960" cy="225720"/>
            </p14:xfrm>
          </p:contentPart>
        </mc:Choice>
        <mc:Fallback xmlns="">
          <p:pic>
            <p:nvPicPr>
              <p:cNvPr id="102" name="Pismo odręczne 101">
                <a:extLst>
                  <a:ext uri="{FF2B5EF4-FFF2-40B4-BE49-F238E27FC236}">
                    <a16:creationId xmlns:a16="http://schemas.microsoft.com/office/drawing/2014/main" id="{AB699B45-39D1-CDFC-2E7A-BCDF327A7A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42984" y="2938824"/>
                <a:ext cx="97200" cy="23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upa 104">
            <a:extLst>
              <a:ext uri="{FF2B5EF4-FFF2-40B4-BE49-F238E27FC236}">
                <a16:creationId xmlns:a16="http://schemas.microsoft.com/office/drawing/2014/main" id="{5F35757E-BD11-8280-9667-EA313E981C0D}"/>
              </a:ext>
            </a:extLst>
          </p:cNvPr>
          <p:cNvGrpSpPr/>
          <p:nvPr/>
        </p:nvGrpSpPr>
        <p:grpSpPr>
          <a:xfrm>
            <a:off x="2788704" y="2906064"/>
            <a:ext cx="191520" cy="226080"/>
            <a:chOff x="2788704" y="2906064"/>
            <a:chExt cx="19152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3" name="Pismo odręczne 102">
                  <a:extLst>
                    <a:ext uri="{FF2B5EF4-FFF2-40B4-BE49-F238E27FC236}">
                      <a16:creationId xmlns:a16="http://schemas.microsoft.com/office/drawing/2014/main" id="{C4444D3A-2922-9682-5C86-BB6E4600CC44}"/>
                    </a:ext>
                  </a:extLst>
                </p14:cNvPr>
                <p14:cNvContentPartPr/>
                <p14:nvPr/>
              </p14:nvContentPartPr>
              <p14:xfrm>
                <a:off x="2788704" y="2906064"/>
                <a:ext cx="140760" cy="226080"/>
              </p14:xfrm>
            </p:contentPart>
          </mc:Choice>
          <mc:Fallback xmlns="">
            <p:pic>
              <p:nvPicPr>
                <p:cNvPr id="103" name="Pismo odręczne 102">
                  <a:extLst>
                    <a:ext uri="{FF2B5EF4-FFF2-40B4-BE49-F238E27FC236}">
                      <a16:creationId xmlns:a16="http://schemas.microsoft.com/office/drawing/2014/main" id="{C4444D3A-2922-9682-5C86-BB6E4600CC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82584" y="2899944"/>
                  <a:ext cx="153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Pismo odręczne 103">
                  <a:extLst>
                    <a:ext uri="{FF2B5EF4-FFF2-40B4-BE49-F238E27FC236}">
                      <a16:creationId xmlns:a16="http://schemas.microsoft.com/office/drawing/2014/main" id="{25E72DC4-8AD8-447B-3EE1-4B8EF5423591}"/>
                    </a:ext>
                  </a:extLst>
                </p14:cNvPr>
                <p14:cNvContentPartPr/>
                <p14:nvPr/>
              </p14:nvContentPartPr>
              <p14:xfrm>
                <a:off x="2825424" y="3026664"/>
                <a:ext cx="154800" cy="19440"/>
              </p14:xfrm>
            </p:contentPart>
          </mc:Choice>
          <mc:Fallback xmlns="">
            <p:pic>
              <p:nvPicPr>
                <p:cNvPr id="104" name="Pismo odręczne 103">
                  <a:extLst>
                    <a:ext uri="{FF2B5EF4-FFF2-40B4-BE49-F238E27FC236}">
                      <a16:creationId xmlns:a16="http://schemas.microsoft.com/office/drawing/2014/main" id="{25E72DC4-8AD8-447B-3EE1-4B8EF542359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19304" y="3020544"/>
                  <a:ext cx="16704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9" name="Pismo odręczne 108">
                <a:extLst>
                  <a:ext uri="{FF2B5EF4-FFF2-40B4-BE49-F238E27FC236}">
                    <a16:creationId xmlns:a16="http://schemas.microsoft.com/office/drawing/2014/main" id="{780F5D09-0C36-6288-B5BA-C45AAD627E7B}"/>
                  </a:ext>
                </a:extLst>
              </p14:cNvPr>
              <p14:cNvContentPartPr/>
              <p14:nvPr/>
            </p14:nvContentPartPr>
            <p14:xfrm>
              <a:off x="3794544" y="2913264"/>
              <a:ext cx="89640" cy="221040"/>
            </p14:xfrm>
          </p:contentPart>
        </mc:Choice>
        <mc:Fallback xmlns="">
          <p:pic>
            <p:nvPicPr>
              <p:cNvPr id="109" name="Pismo odręczne 108">
                <a:extLst>
                  <a:ext uri="{FF2B5EF4-FFF2-40B4-BE49-F238E27FC236}">
                    <a16:creationId xmlns:a16="http://schemas.microsoft.com/office/drawing/2014/main" id="{780F5D09-0C36-6288-B5BA-C45AAD627E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88424" y="2907144"/>
                <a:ext cx="1018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upa 129">
            <a:extLst>
              <a:ext uri="{FF2B5EF4-FFF2-40B4-BE49-F238E27FC236}">
                <a16:creationId xmlns:a16="http://schemas.microsoft.com/office/drawing/2014/main" id="{DB435B13-33AA-3569-6C23-6084FAFBC0AC}"/>
              </a:ext>
            </a:extLst>
          </p:cNvPr>
          <p:cNvGrpSpPr/>
          <p:nvPr/>
        </p:nvGrpSpPr>
        <p:grpSpPr>
          <a:xfrm>
            <a:off x="9162144" y="2930544"/>
            <a:ext cx="146880" cy="289800"/>
            <a:chOff x="9162144" y="2930544"/>
            <a:chExt cx="14688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8" name="Pismo odręczne 127">
                  <a:extLst>
                    <a:ext uri="{FF2B5EF4-FFF2-40B4-BE49-F238E27FC236}">
                      <a16:creationId xmlns:a16="http://schemas.microsoft.com/office/drawing/2014/main" id="{FA3C25EC-211E-BDB7-39CE-FED14F8F76C1}"/>
                    </a:ext>
                  </a:extLst>
                </p14:cNvPr>
                <p14:cNvContentPartPr/>
                <p14:nvPr/>
              </p14:nvContentPartPr>
              <p14:xfrm>
                <a:off x="9162144" y="2930544"/>
                <a:ext cx="140760" cy="289800"/>
              </p14:xfrm>
            </p:contentPart>
          </mc:Choice>
          <mc:Fallback xmlns="">
            <p:pic>
              <p:nvPicPr>
                <p:cNvPr id="128" name="Pismo odręczne 127">
                  <a:extLst>
                    <a:ext uri="{FF2B5EF4-FFF2-40B4-BE49-F238E27FC236}">
                      <a16:creationId xmlns:a16="http://schemas.microsoft.com/office/drawing/2014/main" id="{FA3C25EC-211E-BDB7-39CE-FED14F8F76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56024" y="2924424"/>
                  <a:ext cx="1530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9" name="Pismo odręczne 128">
                  <a:extLst>
                    <a:ext uri="{FF2B5EF4-FFF2-40B4-BE49-F238E27FC236}">
                      <a16:creationId xmlns:a16="http://schemas.microsoft.com/office/drawing/2014/main" id="{63527BC1-03B6-F7EB-B567-4AE6EF1F7531}"/>
                    </a:ext>
                  </a:extLst>
                </p14:cNvPr>
                <p14:cNvContentPartPr/>
                <p14:nvPr/>
              </p14:nvContentPartPr>
              <p14:xfrm>
                <a:off x="9180504" y="3100464"/>
                <a:ext cx="128520" cy="8640"/>
              </p14:xfrm>
            </p:contentPart>
          </mc:Choice>
          <mc:Fallback xmlns="">
            <p:pic>
              <p:nvPicPr>
                <p:cNvPr id="129" name="Pismo odręczne 128">
                  <a:extLst>
                    <a:ext uri="{FF2B5EF4-FFF2-40B4-BE49-F238E27FC236}">
                      <a16:creationId xmlns:a16="http://schemas.microsoft.com/office/drawing/2014/main" id="{63527BC1-03B6-F7EB-B567-4AE6EF1F75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74384" y="3094344"/>
                  <a:ext cx="140760" cy="2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1" name="Pismo odręczne 130">
                <a:extLst>
                  <a:ext uri="{FF2B5EF4-FFF2-40B4-BE49-F238E27FC236}">
                    <a16:creationId xmlns:a16="http://schemas.microsoft.com/office/drawing/2014/main" id="{B0202B1D-9841-E1A3-7022-8FD9682C1BA1}"/>
                  </a:ext>
                </a:extLst>
              </p14:cNvPr>
              <p14:cNvContentPartPr/>
              <p14:nvPr/>
            </p14:nvContentPartPr>
            <p14:xfrm>
              <a:off x="10177704" y="2964024"/>
              <a:ext cx="109440" cy="245520"/>
            </p14:xfrm>
          </p:contentPart>
        </mc:Choice>
        <mc:Fallback xmlns="">
          <p:pic>
            <p:nvPicPr>
              <p:cNvPr id="131" name="Pismo odręczne 130">
                <a:extLst>
                  <a:ext uri="{FF2B5EF4-FFF2-40B4-BE49-F238E27FC236}">
                    <a16:creationId xmlns:a16="http://schemas.microsoft.com/office/drawing/2014/main" id="{B0202B1D-9841-E1A3-7022-8FD9682C1BA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71584" y="2957904"/>
                <a:ext cx="121680" cy="25776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pole tekstowe 30">
            <a:extLst>
              <a:ext uri="{FF2B5EF4-FFF2-40B4-BE49-F238E27FC236}">
                <a16:creationId xmlns:a16="http://schemas.microsoft.com/office/drawing/2014/main" id="{467035CA-0942-C4B5-7896-48125C79EE3F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E1A2904A-A3FB-5244-D260-07ABF28AAF05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E019E367-100B-45A3-4D6F-6CEC4002C949}"/>
              </a:ext>
            </a:extLst>
          </p:cNvPr>
          <p:cNvSpPr txBox="1"/>
          <p:nvPr/>
        </p:nvSpPr>
        <p:spPr>
          <a:xfrm>
            <a:off x="176469" y="161627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3F61C065-F33A-EFB6-5C02-2FAC9C2E1CD2}"/>
              </a:ext>
            </a:extLst>
          </p:cNvPr>
          <p:cNvGrpSpPr/>
          <p:nvPr/>
        </p:nvGrpSpPr>
        <p:grpSpPr>
          <a:xfrm>
            <a:off x="3361311" y="2321228"/>
            <a:ext cx="237240" cy="347760"/>
            <a:chOff x="4084465" y="2320445"/>
            <a:chExt cx="237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569C5C57-D9CE-6CB9-F102-A78A91FF5A7E}"/>
                    </a:ext>
                  </a:extLst>
                </p14:cNvPr>
                <p14:cNvContentPartPr/>
                <p14:nvPr/>
              </p14:nvContentPartPr>
              <p14:xfrm>
                <a:off x="4131625" y="2320445"/>
                <a:ext cx="190080" cy="288720"/>
              </p14:xfrm>
            </p:contentPart>
          </mc:Choice>
          <mc:Fallback>
            <p:pic>
              <p:nvPicPr>
                <p:cNvPr id="3" name="Pismo odręczne 2">
                  <a:extLst>
                    <a:ext uri="{FF2B5EF4-FFF2-40B4-BE49-F238E27FC236}">
                      <a16:creationId xmlns:a16="http://schemas.microsoft.com/office/drawing/2014/main" id="{569C5C57-D9CE-6CB9-F102-A78A91FF5A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25505" y="2314325"/>
                  <a:ext cx="202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298B6659-F756-1701-2CE6-83FCC6239E25}"/>
                    </a:ext>
                  </a:extLst>
                </p14:cNvPr>
                <p14:cNvContentPartPr/>
                <p14:nvPr/>
              </p14:nvContentPartPr>
              <p14:xfrm>
                <a:off x="4084465" y="2544725"/>
                <a:ext cx="110880" cy="123480"/>
              </p14:xfrm>
            </p:contentPart>
          </mc:Choice>
          <mc:Fallback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298B6659-F756-1701-2CE6-83FCC6239E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78345" y="2538605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1CC094DE-DD1C-FDC2-4F4F-49B9BBDFC5F5}"/>
              </a:ext>
            </a:extLst>
          </p:cNvPr>
          <p:cNvGrpSpPr/>
          <p:nvPr/>
        </p:nvGrpSpPr>
        <p:grpSpPr>
          <a:xfrm>
            <a:off x="3725991" y="2380268"/>
            <a:ext cx="801360" cy="288000"/>
            <a:chOff x="4449145" y="2379485"/>
            <a:chExt cx="8013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AEDE8943-D981-F1DC-B613-9B3306ACB659}"/>
                    </a:ext>
                  </a:extLst>
                </p14:cNvPr>
                <p14:cNvContentPartPr/>
                <p14:nvPr/>
              </p14:nvContentPartPr>
              <p14:xfrm>
                <a:off x="4449145" y="2501525"/>
                <a:ext cx="45360" cy="94680"/>
              </p14:xfrm>
            </p:contentPart>
          </mc:Choice>
          <mc:Fallback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AEDE8943-D981-F1DC-B613-9B3306ACB6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43025" y="2495405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3C98BE57-9814-DCEA-EB73-09B82455CB9A}"/>
                    </a:ext>
                  </a:extLst>
                </p14:cNvPr>
                <p14:cNvContentPartPr/>
                <p14:nvPr/>
              </p14:nvContentPartPr>
              <p14:xfrm>
                <a:off x="4494145" y="2397845"/>
                <a:ext cx="360" cy="1800"/>
              </p14:xfrm>
            </p:contentPart>
          </mc:Choice>
          <mc:Fallback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3C98BE57-9814-DCEA-EB73-09B82455CB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88025" y="2391725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DD1B4D3F-6CB6-B996-0B1F-CB52F46ACC54}"/>
                    </a:ext>
                  </a:extLst>
                </p14:cNvPr>
                <p14:cNvContentPartPr/>
                <p14:nvPr/>
              </p14:nvContentPartPr>
              <p14:xfrm>
                <a:off x="4552465" y="2383805"/>
                <a:ext cx="80640" cy="283680"/>
              </p14:xfrm>
            </p:contentPart>
          </mc:Choice>
          <mc:Fallback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DD1B4D3F-6CB6-B996-0B1F-CB52F46ACC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46345" y="2377685"/>
                  <a:ext cx="92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A978A417-6C5C-92F2-0376-BB438BF3AF23}"/>
                    </a:ext>
                  </a:extLst>
                </p14:cNvPr>
                <p14:cNvContentPartPr/>
                <p14:nvPr/>
              </p14:nvContentPartPr>
              <p14:xfrm>
                <a:off x="4528705" y="2524925"/>
                <a:ext cx="135360" cy="54720"/>
              </p14:xfrm>
            </p:contentPart>
          </mc:Choice>
          <mc:Fallback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A978A417-6C5C-92F2-0376-BB438BF3AF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2585" y="2518805"/>
                  <a:ext cx="14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6B110302-A182-90F7-B3AB-56F524BEE88C}"/>
                    </a:ext>
                  </a:extLst>
                </p14:cNvPr>
                <p14:cNvContentPartPr/>
                <p14:nvPr/>
              </p14:nvContentPartPr>
              <p14:xfrm>
                <a:off x="4794385" y="2388485"/>
                <a:ext cx="30600" cy="172080"/>
              </p14:xfrm>
            </p:contentPart>
          </mc:Choice>
          <mc:Fallback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6B110302-A182-90F7-B3AB-56F524BEE8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88265" y="2382365"/>
                  <a:ext cx="4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2691769A-1682-B806-3D60-A6DAA9EA3614}"/>
                    </a:ext>
                  </a:extLst>
                </p14:cNvPr>
                <p14:cNvContentPartPr/>
                <p14:nvPr/>
              </p14:nvContentPartPr>
              <p14:xfrm>
                <a:off x="4770265" y="2448965"/>
                <a:ext cx="50040" cy="18360"/>
              </p14:xfrm>
            </p:contentPart>
          </mc:Choice>
          <mc:Fallback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2691769A-1682-B806-3D60-A6DAA9EA361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64145" y="2442845"/>
                  <a:ext cx="62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936DD854-429E-AFED-10EF-FCE0CD0DC322}"/>
                    </a:ext>
                  </a:extLst>
                </p14:cNvPr>
                <p14:cNvContentPartPr/>
                <p14:nvPr/>
              </p14:nvContentPartPr>
              <p14:xfrm>
                <a:off x="4847305" y="2379485"/>
                <a:ext cx="82800" cy="186840"/>
              </p14:xfrm>
            </p:contentPart>
          </mc:Choice>
          <mc:Fallback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936DD854-429E-AFED-10EF-FCE0CD0DC3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41185" y="2373365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A45615C6-B23F-1C84-CC9F-14E1A6683222}"/>
                    </a:ext>
                  </a:extLst>
                </p14:cNvPr>
                <p14:cNvContentPartPr/>
                <p14:nvPr/>
              </p14:nvContentPartPr>
              <p14:xfrm>
                <a:off x="4951345" y="2499365"/>
                <a:ext cx="75960" cy="74160"/>
              </p14:xfrm>
            </p:contentPart>
          </mc:Choice>
          <mc:Fallback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A45615C6-B23F-1C84-CC9F-14E1A66832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45225" y="2493245"/>
                  <a:ext cx="88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Pismo odręczne 44">
                  <a:extLst>
                    <a:ext uri="{FF2B5EF4-FFF2-40B4-BE49-F238E27FC236}">
                      <a16:creationId xmlns:a16="http://schemas.microsoft.com/office/drawing/2014/main" id="{62D6709E-C7EB-B78F-E737-4A276F41C5C5}"/>
                    </a:ext>
                  </a:extLst>
                </p14:cNvPr>
                <p14:cNvContentPartPr/>
                <p14:nvPr/>
              </p14:nvContentPartPr>
              <p14:xfrm>
                <a:off x="5065465" y="2527445"/>
                <a:ext cx="65880" cy="36360"/>
              </p14:xfrm>
            </p:contentPart>
          </mc:Choice>
          <mc:Fallback>
            <p:pic>
              <p:nvPicPr>
                <p:cNvPr id="45" name="Pismo odręczne 44">
                  <a:extLst>
                    <a:ext uri="{FF2B5EF4-FFF2-40B4-BE49-F238E27FC236}">
                      <a16:creationId xmlns:a16="http://schemas.microsoft.com/office/drawing/2014/main" id="{62D6709E-C7EB-B78F-E737-4A276F41C5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59345" y="2521325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9B823977-7576-0644-8305-A856336BD0A8}"/>
                    </a:ext>
                  </a:extLst>
                </p14:cNvPr>
                <p14:cNvContentPartPr/>
                <p14:nvPr/>
              </p14:nvContentPartPr>
              <p14:xfrm>
                <a:off x="5149705" y="2497565"/>
                <a:ext cx="100800" cy="96480"/>
              </p14:xfrm>
            </p:contentPart>
          </mc:Choice>
          <mc:Fallback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9B823977-7576-0644-8305-A856336BD0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43585" y="2491445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Pismo odręczne 46">
                <a:extLst>
                  <a:ext uri="{FF2B5EF4-FFF2-40B4-BE49-F238E27FC236}">
                    <a16:creationId xmlns:a16="http://schemas.microsoft.com/office/drawing/2014/main" id="{AA153795-A750-2C6F-65DB-C246230C20AD}"/>
                  </a:ext>
                </a:extLst>
              </p14:cNvPr>
              <p14:cNvContentPartPr/>
              <p14:nvPr/>
            </p14:nvContentPartPr>
            <p14:xfrm>
              <a:off x="4642191" y="2510948"/>
              <a:ext cx="9000" cy="55800"/>
            </p14:xfrm>
          </p:contentPart>
        </mc:Choice>
        <mc:Fallback>
          <p:pic>
            <p:nvPicPr>
              <p:cNvPr id="47" name="Pismo odręczne 46">
                <a:extLst>
                  <a:ext uri="{FF2B5EF4-FFF2-40B4-BE49-F238E27FC236}">
                    <a16:creationId xmlns:a16="http://schemas.microsoft.com/office/drawing/2014/main" id="{AA153795-A750-2C6F-65DB-C246230C20A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36071" y="2504828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Pismo odręczne 47">
                <a:extLst>
                  <a:ext uri="{FF2B5EF4-FFF2-40B4-BE49-F238E27FC236}">
                    <a16:creationId xmlns:a16="http://schemas.microsoft.com/office/drawing/2014/main" id="{E110808F-4533-5C19-F636-92E1E578E622}"/>
                  </a:ext>
                </a:extLst>
              </p14:cNvPr>
              <p14:cNvContentPartPr/>
              <p14:nvPr/>
            </p14:nvContentPartPr>
            <p14:xfrm>
              <a:off x="4664511" y="2420948"/>
              <a:ext cx="3960" cy="5760"/>
            </p14:xfrm>
          </p:contentPart>
        </mc:Choice>
        <mc:Fallback>
          <p:pic>
            <p:nvPicPr>
              <p:cNvPr id="48" name="Pismo odręczne 47">
                <a:extLst>
                  <a:ext uri="{FF2B5EF4-FFF2-40B4-BE49-F238E27FC236}">
                    <a16:creationId xmlns:a16="http://schemas.microsoft.com/office/drawing/2014/main" id="{E110808F-4533-5C19-F636-92E1E578E62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58391" y="2414828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9" name="Pismo odręczne 48">
                <a:extLst>
                  <a:ext uri="{FF2B5EF4-FFF2-40B4-BE49-F238E27FC236}">
                    <a16:creationId xmlns:a16="http://schemas.microsoft.com/office/drawing/2014/main" id="{09D9FD8B-A98E-53C8-096C-838BE24944EF}"/>
                  </a:ext>
                </a:extLst>
              </p14:cNvPr>
              <p14:cNvContentPartPr/>
              <p14:nvPr/>
            </p14:nvContentPartPr>
            <p14:xfrm>
              <a:off x="4686831" y="2497268"/>
              <a:ext cx="76680" cy="95760"/>
            </p14:xfrm>
          </p:contentPart>
        </mc:Choice>
        <mc:Fallback>
          <p:pic>
            <p:nvPicPr>
              <p:cNvPr id="49" name="Pismo odręczne 48">
                <a:extLst>
                  <a:ext uri="{FF2B5EF4-FFF2-40B4-BE49-F238E27FC236}">
                    <a16:creationId xmlns:a16="http://schemas.microsoft.com/office/drawing/2014/main" id="{09D9FD8B-A98E-53C8-096C-838BE24944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80711" y="2491148"/>
                <a:ext cx="88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a 49">
            <a:extLst>
              <a:ext uri="{FF2B5EF4-FFF2-40B4-BE49-F238E27FC236}">
                <a16:creationId xmlns:a16="http://schemas.microsoft.com/office/drawing/2014/main" id="{0FC92E1F-BFC9-E361-9E09-3CD27224C7B7}"/>
              </a:ext>
            </a:extLst>
          </p:cNvPr>
          <p:cNvGrpSpPr/>
          <p:nvPr/>
        </p:nvGrpSpPr>
        <p:grpSpPr>
          <a:xfrm>
            <a:off x="4880511" y="2414108"/>
            <a:ext cx="1533240" cy="198000"/>
            <a:chOff x="5603665" y="2413325"/>
            <a:chExt cx="1533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CB61611E-39A7-FD2A-70D1-82397ABF6FD9}"/>
                    </a:ext>
                  </a:extLst>
                </p14:cNvPr>
                <p14:cNvContentPartPr/>
                <p14:nvPr/>
              </p14:nvContentPartPr>
              <p14:xfrm>
                <a:off x="5603665" y="2512685"/>
                <a:ext cx="113760" cy="98640"/>
              </p14:xfrm>
            </p:contentPart>
          </mc:Choice>
          <mc:Fallback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CB61611E-39A7-FD2A-70D1-82397ABF6FD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97545" y="2506565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F3C00476-E8B2-40D3-FE9E-7F5C8801AF28}"/>
                    </a:ext>
                  </a:extLst>
                </p14:cNvPr>
                <p14:cNvContentPartPr/>
                <p14:nvPr/>
              </p14:nvContentPartPr>
              <p14:xfrm>
                <a:off x="5805265" y="2484605"/>
                <a:ext cx="69480" cy="100080"/>
              </p14:xfrm>
            </p:contentPart>
          </mc:Choice>
          <mc:Fallback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F3C00476-E8B2-40D3-FE9E-7F5C8801AF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99145" y="247848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A82A6F22-1AFC-4380-AD12-CEEF8EDD5A84}"/>
                    </a:ext>
                  </a:extLst>
                </p14:cNvPr>
                <p14:cNvContentPartPr/>
                <p14:nvPr/>
              </p14:nvContentPartPr>
              <p14:xfrm>
                <a:off x="5900305" y="2470925"/>
                <a:ext cx="84960" cy="91800"/>
              </p14:xfrm>
            </p:contentPart>
          </mc:Choice>
          <mc:Fallback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A82A6F22-1AFC-4380-AD12-CEEF8EDD5A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94185" y="2464805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6BA40C50-A6D6-305A-0587-0DA33BF9069E}"/>
                    </a:ext>
                  </a:extLst>
                </p14:cNvPr>
                <p14:cNvContentPartPr/>
                <p14:nvPr/>
              </p14:nvContentPartPr>
              <p14:xfrm>
                <a:off x="5994985" y="2495765"/>
                <a:ext cx="151560" cy="80640"/>
              </p14:xfrm>
            </p:contentPart>
          </mc:Choice>
          <mc:Fallback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6BA40C50-A6D6-305A-0587-0DA33BF9069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88865" y="2489645"/>
                  <a:ext cx="163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2633DE8E-9241-6380-FE0C-C08363C9D435}"/>
                    </a:ext>
                  </a:extLst>
                </p14:cNvPr>
                <p14:cNvContentPartPr/>
                <p14:nvPr/>
              </p14:nvContentPartPr>
              <p14:xfrm>
                <a:off x="6248425" y="2533565"/>
                <a:ext cx="108360" cy="67680"/>
              </p14:xfrm>
            </p:contentPart>
          </mc:Choice>
          <mc:Fallback>
            <p:pic>
              <p:nvPicPr>
                <p:cNvPr id="55" name="Pismo odręczne 54">
                  <a:extLst>
                    <a:ext uri="{FF2B5EF4-FFF2-40B4-BE49-F238E27FC236}">
                      <a16:creationId xmlns:a16="http://schemas.microsoft.com/office/drawing/2014/main" id="{2633DE8E-9241-6380-FE0C-C08363C9D4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42305" y="2527445"/>
                  <a:ext cx="120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Pismo odręczne 55">
                  <a:extLst>
                    <a:ext uri="{FF2B5EF4-FFF2-40B4-BE49-F238E27FC236}">
                      <a16:creationId xmlns:a16="http://schemas.microsoft.com/office/drawing/2014/main" id="{A15119F8-D01C-BBF3-F5B4-CD50C2951E88}"/>
                    </a:ext>
                  </a:extLst>
                </p14:cNvPr>
                <p14:cNvContentPartPr/>
                <p14:nvPr/>
              </p14:nvContentPartPr>
              <p14:xfrm>
                <a:off x="6372985" y="2424125"/>
                <a:ext cx="48600" cy="178200"/>
              </p14:xfrm>
            </p:contentPart>
          </mc:Choice>
          <mc:Fallback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A15119F8-D01C-BBF3-F5B4-CD50C2951E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66865" y="2418005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Pismo odręczne 56">
                  <a:extLst>
                    <a:ext uri="{FF2B5EF4-FFF2-40B4-BE49-F238E27FC236}">
                      <a16:creationId xmlns:a16="http://schemas.microsoft.com/office/drawing/2014/main" id="{39F6BE24-65B3-3107-6767-B06E0200012B}"/>
                    </a:ext>
                  </a:extLst>
                </p14:cNvPr>
                <p14:cNvContentPartPr/>
                <p14:nvPr/>
              </p14:nvContentPartPr>
              <p14:xfrm>
                <a:off x="6357505" y="2489285"/>
                <a:ext cx="50400" cy="3600"/>
              </p14:xfrm>
            </p:contentPart>
          </mc:Choice>
          <mc:Fallback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39F6BE24-65B3-3107-6767-B06E020001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51385" y="2483165"/>
                  <a:ext cx="62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Pismo odręczne 57">
                  <a:extLst>
                    <a:ext uri="{FF2B5EF4-FFF2-40B4-BE49-F238E27FC236}">
                      <a16:creationId xmlns:a16="http://schemas.microsoft.com/office/drawing/2014/main" id="{6F749F88-8BA7-0016-462A-B21F29B25616}"/>
                    </a:ext>
                  </a:extLst>
                </p14:cNvPr>
                <p14:cNvContentPartPr/>
                <p14:nvPr/>
              </p14:nvContentPartPr>
              <p14:xfrm>
                <a:off x="6504385" y="2432405"/>
                <a:ext cx="29520" cy="158760"/>
              </p14:xfrm>
            </p:contentPart>
          </mc:Choice>
          <mc:Fallback>
            <p:pic>
              <p:nvPicPr>
                <p:cNvPr id="58" name="Pismo odręczne 57">
                  <a:extLst>
                    <a:ext uri="{FF2B5EF4-FFF2-40B4-BE49-F238E27FC236}">
                      <a16:creationId xmlns:a16="http://schemas.microsoft.com/office/drawing/2014/main" id="{6F749F88-8BA7-0016-462A-B21F29B2561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98265" y="2426285"/>
                  <a:ext cx="4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F2F918FD-1056-222C-503C-DF9400A1502A}"/>
                    </a:ext>
                  </a:extLst>
                </p14:cNvPr>
                <p14:cNvContentPartPr/>
                <p14:nvPr/>
              </p14:nvContentPartPr>
              <p14:xfrm>
                <a:off x="6495745" y="2487125"/>
                <a:ext cx="50040" cy="14760"/>
              </p14:xfrm>
            </p:contentPart>
          </mc:Choice>
          <mc:Fallback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F2F918FD-1056-222C-503C-DF9400A1502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9625" y="2481005"/>
                  <a:ext cx="62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E0D6A49A-63A7-6BA5-4321-39B081D7A1F1}"/>
                    </a:ext>
                  </a:extLst>
                </p14:cNvPr>
                <p14:cNvContentPartPr/>
                <p14:nvPr/>
              </p14:nvContentPartPr>
              <p14:xfrm>
                <a:off x="6566665" y="2434565"/>
                <a:ext cx="74160" cy="172800"/>
              </p14:xfrm>
            </p:contentPart>
          </mc:Choice>
          <mc:Fallback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E0D6A49A-63A7-6BA5-4321-39B081D7A1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60545" y="2428445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83D165E9-0430-56EC-EDDA-16986E9BA599}"/>
                    </a:ext>
                  </a:extLst>
                </p14:cNvPr>
                <p14:cNvContentPartPr/>
                <p14:nvPr/>
              </p14:nvContentPartPr>
              <p14:xfrm>
                <a:off x="6650905" y="2521685"/>
                <a:ext cx="105120" cy="64800"/>
              </p14:xfrm>
            </p:contentPart>
          </mc:Choice>
          <mc:Fallback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83D165E9-0430-56EC-EDDA-16986E9BA59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44785" y="2515565"/>
                  <a:ext cx="117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821ECD7E-CF46-DD8B-3ABE-FF8B6BD01DEF}"/>
                    </a:ext>
                  </a:extLst>
                </p14:cNvPr>
                <p14:cNvContentPartPr/>
                <p14:nvPr/>
              </p14:nvContentPartPr>
              <p14:xfrm>
                <a:off x="6842425" y="2498645"/>
                <a:ext cx="74880" cy="70920"/>
              </p14:xfrm>
            </p:contentPart>
          </mc:Choice>
          <mc:Fallback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821ECD7E-CF46-DD8B-3ABE-FF8B6BD01D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36305" y="2492525"/>
                  <a:ext cx="8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8" name="Pismo odręczne 97">
                  <a:extLst>
                    <a:ext uri="{FF2B5EF4-FFF2-40B4-BE49-F238E27FC236}">
                      <a16:creationId xmlns:a16="http://schemas.microsoft.com/office/drawing/2014/main" id="{754D99D6-868E-3A50-4DF6-4FABE7B5DEED}"/>
                    </a:ext>
                  </a:extLst>
                </p14:cNvPr>
                <p14:cNvContentPartPr/>
                <p14:nvPr/>
              </p14:nvContentPartPr>
              <p14:xfrm>
                <a:off x="6926665" y="2526365"/>
                <a:ext cx="78480" cy="40320"/>
              </p14:xfrm>
            </p:contentPart>
          </mc:Choice>
          <mc:Fallback>
            <p:pic>
              <p:nvPicPr>
                <p:cNvPr id="98" name="Pismo odręczne 97">
                  <a:extLst>
                    <a:ext uri="{FF2B5EF4-FFF2-40B4-BE49-F238E27FC236}">
                      <a16:creationId xmlns:a16="http://schemas.microsoft.com/office/drawing/2014/main" id="{754D99D6-868E-3A50-4DF6-4FABE7B5DEE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20545" y="2520245"/>
                  <a:ext cx="9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6" name="Pismo odręczne 105">
                  <a:extLst>
                    <a:ext uri="{FF2B5EF4-FFF2-40B4-BE49-F238E27FC236}">
                      <a16:creationId xmlns:a16="http://schemas.microsoft.com/office/drawing/2014/main" id="{230B5AF4-A7A5-2DA9-481D-9C1A72789ECE}"/>
                    </a:ext>
                  </a:extLst>
                </p14:cNvPr>
                <p14:cNvContentPartPr/>
                <p14:nvPr/>
              </p14:nvContentPartPr>
              <p14:xfrm>
                <a:off x="7014505" y="2513765"/>
                <a:ext cx="58680" cy="48600"/>
              </p14:xfrm>
            </p:contentPart>
          </mc:Choice>
          <mc:Fallback>
            <p:pic>
              <p:nvPicPr>
                <p:cNvPr id="106" name="Pismo odręczne 105">
                  <a:extLst>
                    <a:ext uri="{FF2B5EF4-FFF2-40B4-BE49-F238E27FC236}">
                      <a16:creationId xmlns:a16="http://schemas.microsoft.com/office/drawing/2014/main" id="{230B5AF4-A7A5-2DA9-481D-9C1A72789E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08385" y="2507645"/>
                  <a:ext cx="7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7" name="Pismo odręczne 106">
                  <a:extLst>
                    <a:ext uri="{FF2B5EF4-FFF2-40B4-BE49-F238E27FC236}">
                      <a16:creationId xmlns:a16="http://schemas.microsoft.com/office/drawing/2014/main" id="{2CC2F5BC-D1C8-59E6-3E14-39649C9F7F63}"/>
                    </a:ext>
                  </a:extLst>
                </p14:cNvPr>
                <p14:cNvContentPartPr/>
                <p14:nvPr/>
              </p14:nvContentPartPr>
              <p14:xfrm>
                <a:off x="7100185" y="2413325"/>
                <a:ext cx="36720" cy="165240"/>
              </p14:xfrm>
            </p:contentPart>
          </mc:Choice>
          <mc:Fallback>
            <p:pic>
              <p:nvPicPr>
                <p:cNvPr id="107" name="Pismo odręczne 106">
                  <a:extLst>
                    <a:ext uri="{FF2B5EF4-FFF2-40B4-BE49-F238E27FC236}">
                      <a16:creationId xmlns:a16="http://schemas.microsoft.com/office/drawing/2014/main" id="{2CC2F5BC-D1C8-59E6-3E14-39649C9F7F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94065" y="2407205"/>
                  <a:ext cx="48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a 107">
            <a:extLst>
              <a:ext uri="{FF2B5EF4-FFF2-40B4-BE49-F238E27FC236}">
                <a16:creationId xmlns:a16="http://schemas.microsoft.com/office/drawing/2014/main" id="{A34A5FF0-A7EF-60DC-D18C-D6DFD6202230}"/>
              </a:ext>
            </a:extLst>
          </p:cNvPr>
          <p:cNvGrpSpPr/>
          <p:nvPr/>
        </p:nvGrpSpPr>
        <p:grpSpPr>
          <a:xfrm>
            <a:off x="7990551" y="2317628"/>
            <a:ext cx="1303560" cy="284400"/>
            <a:chOff x="7992625" y="2249165"/>
            <a:chExt cx="13035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0" name="Pismo odręczne 109">
                  <a:extLst>
                    <a:ext uri="{FF2B5EF4-FFF2-40B4-BE49-F238E27FC236}">
                      <a16:creationId xmlns:a16="http://schemas.microsoft.com/office/drawing/2014/main" id="{0E479C18-DEA1-25B1-71F7-EC8ED4186527}"/>
                    </a:ext>
                  </a:extLst>
                </p14:cNvPr>
                <p14:cNvContentPartPr/>
                <p14:nvPr/>
              </p14:nvContentPartPr>
              <p14:xfrm>
                <a:off x="7992625" y="2249165"/>
                <a:ext cx="183960" cy="251640"/>
              </p14:xfrm>
            </p:contentPart>
          </mc:Choice>
          <mc:Fallback>
            <p:pic>
              <p:nvPicPr>
                <p:cNvPr id="110" name="Pismo odręczne 109">
                  <a:extLst>
                    <a:ext uri="{FF2B5EF4-FFF2-40B4-BE49-F238E27FC236}">
                      <a16:creationId xmlns:a16="http://schemas.microsoft.com/office/drawing/2014/main" id="{0E479C18-DEA1-25B1-71F7-EC8ED418652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86505" y="2243045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1" name="Pismo odręczne 110">
                  <a:extLst>
                    <a:ext uri="{FF2B5EF4-FFF2-40B4-BE49-F238E27FC236}">
                      <a16:creationId xmlns:a16="http://schemas.microsoft.com/office/drawing/2014/main" id="{423A9CAF-9880-BDFF-F54A-1B2CCAC5FDB8}"/>
                    </a:ext>
                  </a:extLst>
                </p14:cNvPr>
                <p14:cNvContentPartPr/>
                <p14:nvPr/>
              </p14:nvContentPartPr>
              <p14:xfrm>
                <a:off x="8073985" y="2457965"/>
                <a:ext cx="165600" cy="75600"/>
              </p14:xfrm>
            </p:contentPart>
          </mc:Choice>
          <mc:Fallback>
            <p:pic>
              <p:nvPicPr>
                <p:cNvPr id="111" name="Pismo odręczne 110">
                  <a:extLst>
                    <a:ext uri="{FF2B5EF4-FFF2-40B4-BE49-F238E27FC236}">
                      <a16:creationId xmlns:a16="http://schemas.microsoft.com/office/drawing/2014/main" id="{423A9CAF-9880-BDFF-F54A-1B2CCAC5FDB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67865" y="2451845"/>
                  <a:ext cx="17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2" name="Pismo odręczne 111">
                  <a:extLst>
                    <a:ext uri="{FF2B5EF4-FFF2-40B4-BE49-F238E27FC236}">
                      <a16:creationId xmlns:a16="http://schemas.microsoft.com/office/drawing/2014/main" id="{7A8AA46C-AC84-422C-B354-19C1969C1380}"/>
                    </a:ext>
                  </a:extLst>
                </p14:cNvPr>
                <p14:cNvContentPartPr/>
                <p14:nvPr/>
              </p14:nvContentPartPr>
              <p14:xfrm>
                <a:off x="8358385" y="2389205"/>
                <a:ext cx="96480" cy="107280"/>
              </p14:xfrm>
            </p:contentPart>
          </mc:Choice>
          <mc:Fallback>
            <p:pic>
              <p:nvPicPr>
                <p:cNvPr id="112" name="Pismo odręczne 111">
                  <a:extLst>
                    <a:ext uri="{FF2B5EF4-FFF2-40B4-BE49-F238E27FC236}">
                      <a16:creationId xmlns:a16="http://schemas.microsoft.com/office/drawing/2014/main" id="{7A8AA46C-AC84-422C-B354-19C1969C13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52265" y="2383085"/>
                  <a:ext cx="108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3" name="Pismo odręczne 112">
                  <a:extLst>
                    <a:ext uri="{FF2B5EF4-FFF2-40B4-BE49-F238E27FC236}">
                      <a16:creationId xmlns:a16="http://schemas.microsoft.com/office/drawing/2014/main" id="{DDA526CE-DD89-3988-F086-5332E3860B81}"/>
                    </a:ext>
                  </a:extLst>
                </p14:cNvPr>
                <p14:cNvContentPartPr/>
                <p14:nvPr/>
              </p14:nvContentPartPr>
              <p14:xfrm>
                <a:off x="8482585" y="2263565"/>
                <a:ext cx="78840" cy="239760"/>
              </p14:xfrm>
            </p:contentPart>
          </mc:Choice>
          <mc:Fallback>
            <p:pic>
              <p:nvPicPr>
                <p:cNvPr id="113" name="Pismo odręczne 112">
                  <a:extLst>
                    <a:ext uri="{FF2B5EF4-FFF2-40B4-BE49-F238E27FC236}">
                      <a16:creationId xmlns:a16="http://schemas.microsoft.com/office/drawing/2014/main" id="{DDA526CE-DD89-3988-F086-5332E3860B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76465" y="2257445"/>
                  <a:ext cx="91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4" name="Pismo odręczne 113">
                  <a:extLst>
                    <a:ext uri="{FF2B5EF4-FFF2-40B4-BE49-F238E27FC236}">
                      <a16:creationId xmlns:a16="http://schemas.microsoft.com/office/drawing/2014/main" id="{46659DE7-F747-E22E-5ADC-37B8F52C440F}"/>
                    </a:ext>
                  </a:extLst>
                </p14:cNvPr>
                <p14:cNvContentPartPr/>
                <p14:nvPr/>
              </p14:nvContentPartPr>
              <p14:xfrm>
                <a:off x="8471065" y="2361845"/>
                <a:ext cx="50040" cy="10800"/>
              </p14:xfrm>
            </p:contentPart>
          </mc:Choice>
          <mc:Fallback>
            <p:pic>
              <p:nvPicPr>
                <p:cNvPr id="114" name="Pismo odręczne 113">
                  <a:extLst>
                    <a:ext uri="{FF2B5EF4-FFF2-40B4-BE49-F238E27FC236}">
                      <a16:creationId xmlns:a16="http://schemas.microsoft.com/office/drawing/2014/main" id="{46659DE7-F747-E22E-5ADC-37B8F52C44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64945" y="2355725"/>
                  <a:ext cx="6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5" name="Pismo odręczne 114">
                  <a:extLst>
                    <a:ext uri="{FF2B5EF4-FFF2-40B4-BE49-F238E27FC236}">
                      <a16:creationId xmlns:a16="http://schemas.microsoft.com/office/drawing/2014/main" id="{ABA43F83-4AD9-6C5B-4A38-C493F044DB5E}"/>
                    </a:ext>
                  </a:extLst>
                </p14:cNvPr>
                <p14:cNvContentPartPr/>
                <p14:nvPr/>
              </p14:nvContentPartPr>
              <p14:xfrm>
                <a:off x="8581585" y="2303165"/>
                <a:ext cx="83160" cy="204120"/>
              </p14:xfrm>
            </p:contentPart>
          </mc:Choice>
          <mc:Fallback>
            <p:pic>
              <p:nvPicPr>
                <p:cNvPr id="115" name="Pismo odręczne 114">
                  <a:extLst>
                    <a:ext uri="{FF2B5EF4-FFF2-40B4-BE49-F238E27FC236}">
                      <a16:creationId xmlns:a16="http://schemas.microsoft.com/office/drawing/2014/main" id="{ABA43F83-4AD9-6C5B-4A38-C493F044DB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5465" y="2297045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6" name="Pismo odręczne 115">
                  <a:extLst>
                    <a:ext uri="{FF2B5EF4-FFF2-40B4-BE49-F238E27FC236}">
                      <a16:creationId xmlns:a16="http://schemas.microsoft.com/office/drawing/2014/main" id="{7DBDDB84-D45F-F451-AD45-7017429C2871}"/>
                    </a:ext>
                  </a:extLst>
                </p14:cNvPr>
                <p14:cNvContentPartPr/>
                <p14:nvPr/>
              </p14:nvContentPartPr>
              <p14:xfrm>
                <a:off x="8712625" y="2427005"/>
                <a:ext cx="70200" cy="85680"/>
              </p14:xfrm>
            </p:contentPart>
          </mc:Choice>
          <mc:Fallback>
            <p:pic>
              <p:nvPicPr>
                <p:cNvPr id="116" name="Pismo odręczne 115">
                  <a:extLst>
                    <a:ext uri="{FF2B5EF4-FFF2-40B4-BE49-F238E27FC236}">
                      <a16:creationId xmlns:a16="http://schemas.microsoft.com/office/drawing/2014/main" id="{7DBDDB84-D45F-F451-AD45-7017429C28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06505" y="2420885"/>
                  <a:ext cx="8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7" name="Pismo odręczne 116">
                  <a:extLst>
                    <a:ext uri="{FF2B5EF4-FFF2-40B4-BE49-F238E27FC236}">
                      <a16:creationId xmlns:a16="http://schemas.microsoft.com/office/drawing/2014/main" id="{E24A0749-9E22-49CA-B545-BA6E79EA66E3}"/>
                    </a:ext>
                  </a:extLst>
                </p14:cNvPr>
                <p14:cNvContentPartPr/>
                <p14:nvPr/>
              </p14:nvContentPartPr>
              <p14:xfrm>
                <a:off x="8824945" y="2429165"/>
                <a:ext cx="79920" cy="69120"/>
              </p14:xfrm>
            </p:contentPart>
          </mc:Choice>
          <mc:Fallback>
            <p:pic>
              <p:nvPicPr>
                <p:cNvPr id="117" name="Pismo odręczne 116">
                  <a:extLst>
                    <a:ext uri="{FF2B5EF4-FFF2-40B4-BE49-F238E27FC236}">
                      <a16:creationId xmlns:a16="http://schemas.microsoft.com/office/drawing/2014/main" id="{E24A0749-9E22-49CA-B545-BA6E79EA66E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18825" y="2423045"/>
                  <a:ext cx="9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8" name="Pismo odręczne 117">
                  <a:extLst>
                    <a:ext uri="{FF2B5EF4-FFF2-40B4-BE49-F238E27FC236}">
                      <a16:creationId xmlns:a16="http://schemas.microsoft.com/office/drawing/2014/main" id="{4542D05C-2046-C50C-633C-71DFF7D86FEA}"/>
                    </a:ext>
                  </a:extLst>
                </p14:cNvPr>
                <p14:cNvContentPartPr/>
                <p14:nvPr/>
              </p14:nvContentPartPr>
              <p14:xfrm>
                <a:off x="8927545" y="2428445"/>
                <a:ext cx="122040" cy="78840"/>
              </p14:xfrm>
            </p:contentPart>
          </mc:Choice>
          <mc:Fallback>
            <p:pic>
              <p:nvPicPr>
                <p:cNvPr id="118" name="Pismo odręczne 117">
                  <a:extLst>
                    <a:ext uri="{FF2B5EF4-FFF2-40B4-BE49-F238E27FC236}">
                      <a16:creationId xmlns:a16="http://schemas.microsoft.com/office/drawing/2014/main" id="{4542D05C-2046-C50C-633C-71DFF7D86F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21425" y="2422325"/>
                  <a:ext cx="13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9" name="Pismo odręczne 118">
                  <a:extLst>
                    <a:ext uri="{FF2B5EF4-FFF2-40B4-BE49-F238E27FC236}">
                      <a16:creationId xmlns:a16="http://schemas.microsoft.com/office/drawing/2014/main" id="{36C278EF-39C1-1454-24CF-1599621CBA7F}"/>
                    </a:ext>
                  </a:extLst>
                </p14:cNvPr>
                <p14:cNvContentPartPr/>
                <p14:nvPr/>
              </p14:nvContentPartPr>
              <p14:xfrm>
                <a:off x="9066145" y="2424125"/>
                <a:ext cx="3960" cy="63000"/>
              </p14:xfrm>
            </p:contentPart>
          </mc:Choice>
          <mc:Fallback>
            <p:pic>
              <p:nvPicPr>
                <p:cNvPr id="119" name="Pismo odręczne 118">
                  <a:extLst>
                    <a:ext uri="{FF2B5EF4-FFF2-40B4-BE49-F238E27FC236}">
                      <a16:creationId xmlns:a16="http://schemas.microsoft.com/office/drawing/2014/main" id="{36C278EF-39C1-1454-24CF-1599621CBA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60025" y="2418005"/>
                  <a:ext cx="1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0" name="Pismo odręczne 119">
                  <a:extLst>
                    <a:ext uri="{FF2B5EF4-FFF2-40B4-BE49-F238E27FC236}">
                      <a16:creationId xmlns:a16="http://schemas.microsoft.com/office/drawing/2014/main" id="{6C488006-70D1-90C3-AD44-50B1AB58C1BF}"/>
                    </a:ext>
                  </a:extLst>
                </p14:cNvPr>
                <p14:cNvContentPartPr/>
                <p14:nvPr/>
              </p14:nvContentPartPr>
              <p14:xfrm>
                <a:off x="9074785" y="2342405"/>
                <a:ext cx="10440" cy="4320"/>
              </p14:xfrm>
            </p:contentPart>
          </mc:Choice>
          <mc:Fallback>
            <p:pic>
              <p:nvPicPr>
                <p:cNvPr id="120" name="Pismo odręczne 119">
                  <a:extLst>
                    <a:ext uri="{FF2B5EF4-FFF2-40B4-BE49-F238E27FC236}">
                      <a16:creationId xmlns:a16="http://schemas.microsoft.com/office/drawing/2014/main" id="{6C488006-70D1-90C3-AD44-50B1AB58C1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68665" y="2336285"/>
                  <a:ext cx="22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1" name="Pismo odręczne 120">
                  <a:extLst>
                    <a:ext uri="{FF2B5EF4-FFF2-40B4-BE49-F238E27FC236}">
                      <a16:creationId xmlns:a16="http://schemas.microsoft.com/office/drawing/2014/main" id="{1EEF1D97-87F8-376C-F6E4-DB3B1B668C5D}"/>
                    </a:ext>
                  </a:extLst>
                </p14:cNvPr>
                <p14:cNvContentPartPr/>
                <p14:nvPr/>
              </p14:nvContentPartPr>
              <p14:xfrm>
                <a:off x="9107545" y="2420885"/>
                <a:ext cx="53640" cy="77760"/>
              </p14:xfrm>
            </p:contentPart>
          </mc:Choice>
          <mc:Fallback>
            <p:pic>
              <p:nvPicPr>
                <p:cNvPr id="121" name="Pismo odręczne 120">
                  <a:extLst>
                    <a:ext uri="{FF2B5EF4-FFF2-40B4-BE49-F238E27FC236}">
                      <a16:creationId xmlns:a16="http://schemas.microsoft.com/office/drawing/2014/main" id="{1EEF1D97-87F8-376C-F6E4-DB3B1B668C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01425" y="2414765"/>
                  <a:ext cx="6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2" name="Pismo odręczne 121">
                  <a:extLst>
                    <a:ext uri="{FF2B5EF4-FFF2-40B4-BE49-F238E27FC236}">
                      <a16:creationId xmlns:a16="http://schemas.microsoft.com/office/drawing/2014/main" id="{990EAA73-22FC-8A90-ECFF-F2E7C8DEC4A5}"/>
                    </a:ext>
                  </a:extLst>
                </p14:cNvPr>
                <p14:cNvContentPartPr/>
                <p14:nvPr/>
              </p14:nvContentPartPr>
              <p14:xfrm>
                <a:off x="9178105" y="2447885"/>
                <a:ext cx="118080" cy="47160"/>
              </p14:xfrm>
            </p:contentPart>
          </mc:Choice>
          <mc:Fallback>
            <p:pic>
              <p:nvPicPr>
                <p:cNvPr id="122" name="Pismo odręczne 121">
                  <a:extLst>
                    <a:ext uri="{FF2B5EF4-FFF2-40B4-BE49-F238E27FC236}">
                      <a16:creationId xmlns:a16="http://schemas.microsoft.com/office/drawing/2014/main" id="{990EAA73-22FC-8A90-ECFF-F2E7C8DEC4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71985" y="244176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0965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B306-277A-92CD-B06B-2C10974B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A62C214D-0312-F5B9-C30E-7F4CDC5B3CD2}"/>
              </a:ext>
            </a:extLst>
          </p:cNvPr>
          <p:cNvCxnSpPr/>
          <p:nvPr/>
        </p:nvCxnSpPr>
        <p:spPr>
          <a:xfrm>
            <a:off x="323178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A1BA7FCC-B7CF-043F-D769-00728D334CD3}"/>
              </a:ext>
            </a:extLst>
          </p:cNvPr>
          <p:cNvCxnSpPr/>
          <p:nvPr/>
        </p:nvCxnSpPr>
        <p:spPr>
          <a:xfrm>
            <a:off x="4287292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F8A5E0F6-A561-6265-BB71-E053B158BCD7}"/>
              </a:ext>
            </a:extLst>
          </p:cNvPr>
          <p:cNvCxnSpPr/>
          <p:nvPr/>
        </p:nvCxnSpPr>
        <p:spPr>
          <a:xfrm>
            <a:off x="5333658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19F23A10-A3F0-5ABB-A766-06A373159FD5}"/>
              </a:ext>
            </a:extLst>
          </p:cNvPr>
          <p:cNvCxnSpPr/>
          <p:nvPr/>
        </p:nvCxnSpPr>
        <p:spPr>
          <a:xfrm>
            <a:off x="636670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68865632-E8C9-0520-801B-B8E9B50CE78F}"/>
              </a:ext>
            </a:extLst>
          </p:cNvPr>
          <p:cNvCxnSpPr/>
          <p:nvPr/>
        </p:nvCxnSpPr>
        <p:spPr>
          <a:xfrm>
            <a:off x="7422216" y="2212848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F92781C5-958B-9397-4FF2-8126E10BA325}"/>
              </a:ext>
            </a:extLst>
          </p:cNvPr>
          <p:cNvCxnSpPr/>
          <p:nvPr/>
        </p:nvCxnSpPr>
        <p:spPr>
          <a:xfrm>
            <a:off x="26382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885B0B15-6908-5CB2-A9C5-BB766F4AC2F7}"/>
              </a:ext>
            </a:extLst>
          </p:cNvPr>
          <p:cNvCxnSpPr/>
          <p:nvPr/>
        </p:nvCxnSpPr>
        <p:spPr>
          <a:xfrm>
            <a:off x="1319333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61512A5B-CFCE-2884-4F2A-D2A9CBE3424E}"/>
              </a:ext>
            </a:extLst>
          </p:cNvPr>
          <p:cNvCxnSpPr/>
          <p:nvPr/>
        </p:nvCxnSpPr>
        <p:spPr>
          <a:xfrm>
            <a:off x="2365699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464ADD02-A5FF-AB27-231E-6E6505BC77C5}"/>
              </a:ext>
            </a:extLst>
          </p:cNvPr>
          <p:cNvCxnSpPr/>
          <p:nvPr/>
        </p:nvCxnSpPr>
        <p:spPr>
          <a:xfrm>
            <a:off x="339874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8604BC7A-E408-71D5-6AF0-6DA0F9487EC1}"/>
              </a:ext>
            </a:extLst>
          </p:cNvPr>
          <p:cNvCxnSpPr/>
          <p:nvPr/>
        </p:nvCxnSpPr>
        <p:spPr>
          <a:xfrm>
            <a:off x="4454257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15BF905E-E02B-5249-39E6-D10B234F46D2}"/>
              </a:ext>
            </a:extLst>
          </p:cNvPr>
          <p:cNvCxnSpPr/>
          <p:nvPr/>
        </p:nvCxnSpPr>
        <p:spPr>
          <a:xfrm>
            <a:off x="670345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FBEEAB85-ECF4-0844-A397-50495FA28097}"/>
              </a:ext>
            </a:extLst>
          </p:cNvPr>
          <p:cNvCxnSpPr/>
          <p:nvPr/>
        </p:nvCxnSpPr>
        <p:spPr>
          <a:xfrm>
            <a:off x="7758964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89119E15-A612-D6DE-DF25-24D3B11DF238}"/>
              </a:ext>
            </a:extLst>
          </p:cNvPr>
          <p:cNvCxnSpPr/>
          <p:nvPr/>
        </p:nvCxnSpPr>
        <p:spPr>
          <a:xfrm>
            <a:off x="8805330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17493089-08A0-EA4F-679A-793FF56511A9}"/>
              </a:ext>
            </a:extLst>
          </p:cNvPr>
          <p:cNvCxnSpPr/>
          <p:nvPr/>
        </p:nvCxnSpPr>
        <p:spPr>
          <a:xfrm>
            <a:off x="983837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D9D7EB38-F156-20BC-8FA5-02FC1A388BBE}"/>
              </a:ext>
            </a:extLst>
          </p:cNvPr>
          <p:cNvCxnSpPr/>
          <p:nvPr/>
        </p:nvCxnSpPr>
        <p:spPr>
          <a:xfrm>
            <a:off x="10893888" y="3307080"/>
            <a:ext cx="964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F002104A-4CEE-8B61-3410-CA29E273FEFB}"/>
                  </a:ext>
                </a:extLst>
              </p14:cNvPr>
              <p14:cNvContentPartPr/>
              <p14:nvPr/>
            </p14:nvContentPartPr>
            <p14:xfrm>
              <a:off x="4937904" y="3394224"/>
              <a:ext cx="119880" cy="12672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F002104A-4CEE-8B61-3410-CA29E273FE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1766" y="3388104"/>
                <a:ext cx="132157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a 29">
            <a:extLst>
              <a:ext uri="{FF2B5EF4-FFF2-40B4-BE49-F238E27FC236}">
                <a16:creationId xmlns:a16="http://schemas.microsoft.com/office/drawing/2014/main" id="{F2D93F28-C120-55C8-8A27-EB9B04E93CCE}"/>
              </a:ext>
            </a:extLst>
          </p:cNvPr>
          <p:cNvGrpSpPr/>
          <p:nvPr/>
        </p:nvGrpSpPr>
        <p:grpSpPr>
          <a:xfrm>
            <a:off x="10970064" y="3428784"/>
            <a:ext cx="322920" cy="224280"/>
            <a:chOff x="10970064" y="3428784"/>
            <a:chExt cx="3229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D47A65A0-D751-DB2F-CC9E-0A6E0679B013}"/>
                    </a:ext>
                  </a:extLst>
                </p14:cNvPr>
                <p14:cNvContentPartPr/>
                <p14:nvPr/>
              </p14:nvContentPartPr>
              <p14:xfrm>
                <a:off x="10970064" y="3433104"/>
                <a:ext cx="63000" cy="16020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D47A65A0-D751-DB2F-CC9E-0A6E0679B0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63944" y="3426984"/>
                  <a:ext cx="7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70012077-1790-9A8F-A4B3-B5381A0A27F8}"/>
                    </a:ext>
                  </a:extLst>
                </p14:cNvPr>
                <p14:cNvContentPartPr/>
                <p14:nvPr/>
              </p14:nvContentPartPr>
              <p14:xfrm>
                <a:off x="11087784" y="3575304"/>
                <a:ext cx="3960" cy="7776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70012077-1790-9A8F-A4B3-B5381A0A27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1664" y="3569184"/>
                  <a:ext cx="1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6584FFDB-AA44-6662-E947-1655088C221A}"/>
                    </a:ext>
                  </a:extLst>
                </p14:cNvPr>
                <p14:cNvContentPartPr/>
                <p14:nvPr/>
              </p14:nvContentPartPr>
              <p14:xfrm>
                <a:off x="11146464" y="3428784"/>
                <a:ext cx="70200" cy="1400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6584FFDB-AA44-6662-E947-1655088C22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0344" y="3422664"/>
                  <a:ext cx="8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27E99778-B48D-F85E-B36E-C089069F632B}"/>
                    </a:ext>
                  </a:extLst>
                </p14:cNvPr>
                <p14:cNvContentPartPr/>
                <p14:nvPr/>
              </p14:nvContentPartPr>
              <p14:xfrm>
                <a:off x="11276064" y="3565944"/>
                <a:ext cx="16920" cy="59040"/>
              </p14:xfrm>
            </p:contentPart>
          </mc:Choice>
          <mc:Fallback xmlns="">
            <p:pic>
              <p:nvPicPr>
                <p:cNvPr id="25" name="Pismo odręczne 24">
                  <a:extLst>
                    <a:ext uri="{FF2B5EF4-FFF2-40B4-BE49-F238E27FC236}">
                      <a16:creationId xmlns:a16="http://schemas.microsoft.com/office/drawing/2014/main" id="{27E99778-B48D-F85E-B36E-C089069F63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071" y="3559786"/>
                  <a:ext cx="28905" cy="713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F383EBAC-D470-9420-5665-AEA8ADD5530A}"/>
              </a:ext>
            </a:extLst>
          </p:cNvPr>
          <p:cNvGrpSpPr/>
          <p:nvPr/>
        </p:nvGrpSpPr>
        <p:grpSpPr>
          <a:xfrm>
            <a:off x="11383704" y="3404664"/>
            <a:ext cx="310320" cy="248400"/>
            <a:chOff x="11383704" y="3404664"/>
            <a:chExt cx="310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FF5713F7-E5E5-DE00-FBB1-774BDE465D44}"/>
                    </a:ext>
                  </a:extLst>
                </p14:cNvPr>
                <p14:cNvContentPartPr/>
                <p14:nvPr/>
              </p14:nvContentPartPr>
              <p14:xfrm>
                <a:off x="11383704" y="3404664"/>
                <a:ext cx="73800" cy="17784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FF5713F7-E5E5-DE00-FBB1-774BDE465D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77614" y="3398544"/>
                  <a:ext cx="85981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1690DD7E-A99A-E112-83DA-598BCC7D02C9}"/>
                    </a:ext>
                  </a:extLst>
                </p14:cNvPr>
                <p14:cNvContentPartPr/>
                <p14:nvPr/>
              </p14:nvContentPartPr>
              <p14:xfrm>
                <a:off x="11504664" y="3575304"/>
                <a:ext cx="16920" cy="7776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1690DD7E-A99A-E112-83DA-598BCC7D02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8544" y="3569184"/>
                  <a:ext cx="2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CCD941EB-C91D-77AE-B6CB-28BD4DA0AD3F}"/>
                    </a:ext>
                  </a:extLst>
                </p14:cNvPr>
                <p14:cNvContentPartPr/>
                <p14:nvPr/>
              </p14:nvContentPartPr>
              <p14:xfrm>
                <a:off x="11593584" y="3438504"/>
                <a:ext cx="100440" cy="19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CCD941EB-C91D-77AE-B6CB-28BD4DA0AD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7442" y="3432384"/>
                  <a:ext cx="112724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B1C7C2FA-C67E-F73F-DD21-C591C39FDF63}"/>
              </a:ext>
            </a:extLst>
          </p:cNvPr>
          <p:cNvGrpSpPr/>
          <p:nvPr/>
        </p:nvGrpSpPr>
        <p:grpSpPr>
          <a:xfrm>
            <a:off x="4864464" y="2926224"/>
            <a:ext cx="185400" cy="300600"/>
            <a:chOff x="4864464" y="2926224"/>
            <a:chExt cx="1854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1238B0BF-8CB5-DB36-56C3-9C2EAB508B8D}"/>
                    </a:ext>
                  </a:extLst>
                </p14:cNvPr>
                <p14:cNvContentPartPr/>
                <p14:nvPr/>
              </p14:nvContentPartPr>
              <p14:xfrm>
                <a:off x="4864464" y="2926224"/>
                <a:ext cx="84240" cy="273240"/>
              </p14:xfrm>
            </p:contentPart>
          </mc:Choice>
          <mc:Fallback xmlns="">
            <p:pic>
              <p:nvPicPr>
                <p:cNvPr id="20" name="Pismo odręczne 19">
                  <a:extLst>
                    <a:ext uri="{FF2B5EF4-FFF2-40B4-BE49-F238E27FC236}">
                      <a16:creationId xmlns:a16="http://schemas.microsoft.com/office/drawing/2014/main" id="{1238B0BF-8CB5-DB36-56C3-9C2EAB508B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8318" y="2920104"/>
                  <a:ext cx="96533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41684E1E-F2D3-26E2-5DB6-2F54CFCF1811}"/>
                    </a:ext>
                  </a:extLst>
                </p14:cNvPr>
                <p14:cNvContentPartPr/>
                <p14:nvPr/>
              </p14:nvContentPartPr>
              <p14:xfrm>
                <a:off x="4864464" y="3200184"/>
                <a:ext cx="185400" cy="2664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41684E1E-F2D3-26E2-5DB6-2F54CFCF18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8332" y="3194064"/>
                  <a:ext cx="197664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Pismo odręczne 58">
                <a:extLst>
                  <a:ext uri="{FF2B5EF4-FFF2-40B4-BE49-F238E27FC236}">
                    <a16:creationId xmlns:a16="http://schemas.microsoft.com/office/drawing/2014/main" id="{8CC42F0C-60DE-F10B-E574-9A53DAD3DACB}"/>
                  </a:ext>
                </a:extLst>
              </p14:cNvPr>
              <p14:cNvContentPartPr/>
              <p14:nvPr/>
            </p14:nvContentPartPr>
            <p14:xfrm>
              <a:off x="11286144" y="2925864"/>
              <a:ext cx="90360" cy="269640"/>
            </p14:xfrm>
          </p:contentPart>
        </mc:Choice>
        <mc:Fallback xmlns="">
          <p:pic>
            <p:nvPicPr>
              <p:cNvPr id="59" name="Pismo odręczne 58">
                <a:extLst>
                  <a:ext uri="{FF2B5EF4-FFF2-40B4-BE49-F238E27FC236}">
                    <a16:creationId xmlns:a16="http://schemas.microsoft.com/office/drawing/2014/main" id="{8CC42F0C-60DE-F10B-E574-9A53DAD3DA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80024" y="2919744"/>
                <a:ext cx="10260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a 98">
            <a:extLst>
              <a:ext uri="{FF2B5EF4-FFF2-40B4-BE49-F238E27FC236}">
                <a16:creationId xmlns:a16="http://schemas.microsoft.com/office/drawing/2014/main" id="{A5841CB5-92EE-6FB5-608A-6621D9639116}"/>
              </a:ext>
            </a:extLst>
          </p:cNvPr>
          <p:cNvGrpSpPr/>
          <p:nvPr/>
        </p:nvGrpSpPr>
        <p:grpSpPr>
          <a:xfrm>
            <a:off x="807984" y="2908224"/>
            <a:ext cx="114480" cy="283680"/>
            <a:chOff x="807984" y="2908224"/>
            <a:chExt cx="1144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6" name="Pismo odręczne 95">
                  <a:extLst>
                    <a:ext uri="{FF2B5EF4-FFF2-40B4-BE49-F238E27FC236}">
                      <a16:creationId xmlns:a16="http://schemas.microsoft.com/office/drawing/2014/main" id="{7D7AD0F8-BB44-1CFA-FD49-7F15B157379F}"/>
                    </a:ext>
                  </a:extLst>
                </p14:cNvPr>
                <p14:cNvContentPartPr/>
                <p14:nvPr/>
              </p14:nvContentPartPr>
              <p14:xfrm>
                <a:off x="808344" y="2908224"/>
                <a:ext cx="72720" cy="99360"/>
              </p14:xfrm>
            </p:contentPart>
          </mc:Choice>
          <mc:Fallback xmlns="">
            <p:pic>
              <p:nvPicPr>
                <p:cNvPr id="96" name="Pismo odręczne 95">
                  <a:extLst>
                    <a:ext uri="{FF2B5EF4-FFF2-40B4-BE49-F238E27FC236}">
                      <a16:creationId xmlns:a16="http://schemas.microsoft.com/office/drawing/2014/main" id="{7D7AD0F8-BB44-1CFA-FD49-7F15B157379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224" y="2902104"/>
                  <a:ext cx="84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7" name="Pismo odręczne 96">
                  <a:extLst>
                    <a:ext uri="{FF2B5EF4-FFF2-40B4-BE49-F238E27FC236}">
                      <a16:creationId xmlns:a16="http://schemas.microsoft.com/office/drawing/2014/main" id="{1F702DAB-01CF-D3FB-7A51-5F3AF13FF778}"/>
                    </a:ext>
                  </a:extLst>
                </p14:cNvPr>
                <p14:cNvContentPartPr/>
                <p14:nvPr/>
              </p14:nvContentPartPr>
              <p14:xfrm>
                <a:off x="807984" y="2962584"/>
                <a:ext cx="114480" cy="229320"/>
              </p14:xfrm>
            </p:contentPart>
          </mc:Choice>
          <mc:Fallback xmlns="">
            <p:pic>
              <p:nvPicPr>
                <p:cNvPr id="97" name="Pismo odręczne 96">
                  <a:extLst>
                    <a:ext uri="{FF2B5EF4-FFF2-40B4-BE49-F238E27FC236}">
                      <a16:creationId xmlns:a16="http://schemas.microsoft.com/office/drawing/2014/main" id="{1F702DAB-01CF-D3FB-7A51-5F3AF13FF7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864" y="2956464"/>
                  <a:ext cx="12672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0" name="Pismo odręczne 99">
                <a:extLst>
                  <a:ext uri="{FF2B5EF4-FFF2-40B4-BE49-F238E27FC236}">
                    <a16:creationId xmlns:a16="http://schemas.microsoft.com/office/drawing/2014/main" id="{64F9D14A-572B-9AD7-0C97-6CEA941E1046}"/>
                  </a:ext>
                </a:extLst>
              </p14:cNvPr>
              <p14:cNvContentPartPr/>
              <p14:nvPr/>
            </p14:nvContentPartPr>
            <p14:xfrm>
              <a:off x="7186824" y="2938104"/>
              <a:ext cx="110880" cy="261360"/>
            </p14:xfrm>
          </p:contentPart>
        </mc:Choice>
        <mc:Fallback xmlns="">
          <p:pic>
            <p:nvPicPr>
              <p:cNvPr id="100" name="Pismo odręczne 99">
                <a:extLst>
                  <a:ext uri="{FF2B5EF4-FFF2-40B4-BE49-F238E27FC236}">
                    <a16:creationId xmlns:a16="http://schemas.microsoft.com/office/drawing/2014/main" id="{64F9D14A-572B-9AD7-0C97-6CEA941E10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80704" y="2931984"/>
                <a:ext cx="1231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Pismo odręczne 100">
                <a:extLst>
                  <a:ext uri="{FF2B5EF4-FFF2-40B4-BE49-F238E27FC236}">
                    <a16:creationId xmlns:a16="http://schemas.microsoft.com/office/drawing/2014/main" id="{AD9185AC-3CB6-AC36-35C3-7810EBEB8B9B}"/>
                  </a:ext>
                </a:extLst>
              </p14:cNvPr>
              <p14:cNvContentPartPr/>
              <p14:nvPr/>
            </p14:nvContentPartPr>
            <p14:xfrm>
              <a:off x="1827864" y="2923344"/>
              <a:ext cx="109800" cy="259560"/>
            </p14:xfrm>
          </p:contentPart>
        </mc:Choice>
        <mc:Fallback xmlns="">
          <p:pic>
            <p:nvPicPr>
              <p:cNvPr id="101" name="Pismo odręczne 100">
                <a:extLst>
                  <a:ext uri="{FF2B5EF4-FFF2-40B4-BE49-F238E27FC236}">
                    <a16:creationId xmlns:a16="http://schemas.microsoft.com/office/drawing/2014/main" id="{AD9185AC-3CB6-AC36-35C3-7810EBEB8B9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21744" y="2917224"/>
                <a:ext cx="1220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2" name="Pismo odręczne 101">
                <a:extLst>
                  <a:ext uri="{FF2B5EF4-FFF2-40B4-BE49-F238E27FC236}">
                    <a16:creationId xmlns:a16="http://schemas.microsoft.com/office/drawing/2014/main" id="{655F08C9-E0F8-F178-9A0E-BA8196C98361}"/>
                  </a:ext>
                </a:extLst>
              </p14:cNvPr>
              <p14:cNvContentPartPr/>
              <p14:nvPr/>
            </p14:nvContentPartPr>
            <p14:xfrm>
              <a:off x="8149104" y="2944944"/>
              <a:ext cx="84960" cy="225720"/>
            </p14:xfrm>
          </p:contentPart>
        </mc:Choice>
        <mc:Fallback xmlns="">
          <p:pic>
            <p:nvPicPr>
              <p:cNvPr id="102" name="Pismo odręczne 101">
                <a:extLst>
                  <a:ext uri="{FF2B5EF4-FFF2-40B4-BE49-F238E27FC236}">
                    <a16:creationId xmlns:a16="http://schemas.microsoft.com/office/drawing/2014/main" id="{655F08C9-E0F8-F178-9A0E-BA8196C9836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42984" y="2938824"/>
                <a:ext cx="97200" cy="23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upa 104">
            <a:extLst>
              <a:ext uri="{FF2B5EF4-FFF2-40B4-BE49-F238E27FC236}">
                <a16:creationId xmlns:a16="http://schemas.microsoft.com/office/drawing/2014/main" id="{F8E36646-B869-3596-363F-72079FBE1CA4}"/>
              </a:ext>
            </a:extLst>
          </p:cNvPr>
          <p:cNvGrpSpPr/>
          <p:nvPr/>
        </p:nvGrpSpPr>
        <p:grpSpPr>
          <a:xfrm>
            <a:off x="2788704" y="2906064"/>
            <a:ext cx="191520" cy="226080"/>
            <a:chOff x="2788704" y="2906064"/>
            <a:chExt cx="19152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3" name="Pismo odręczne 102">
                  <a:extLst>
                    <a:ext uri="{FF2B5EF4-FFF2-40B4-BE49-F238E27FC236}">
                      <a16:creationId xmlns:a16="http://schemas.microsoft.com/office/drawing/2014/main" id="{3ED39623-6DDD-D9F5-9033-8C2D5053F530}"/>
                    </a:ext>
                  </a:extLst>
                </p14:cNvPr>
                <p14:cNvContentPartPr/>
                <p14:nvPr/>
              </p14:nvContentPartPr>
              <p14:xfrm>
                <a:off x="2788704" y="2906064"/>
                <a:ext cx="140760" cy="226080"/>
              </p14:xfrm>
            </p:contentPart>
          </mc:Choice>
          <mc:Fallback xmlns="">
            <p:pic>
              <p:nvPicPr>
                <p:cNvPr id="103" name="Pismo odręczne 102">
                  <a:extLst>
                    <a:ext uri="{FF2B5EF4-FFF2-40B4-BE49-F238E27FC236}">
                      <a16:creationId xmlns:a16="http://schemas.microsoft.com/office/drawing/2014/main" id="{3ED39623-6DDD-D9F5-9033-8C2D5053F53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82584" y="2899934"/>
                  <a:ext cx="153000" cy="238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Pismo odręczne 103">
                  <a:extLst>
                    <a:ext uri="{FF2B5EF4-FFF2-40B4-BE49-F238E27FC236}">
                      <a16:creationId xmlns:a16="http://schemas.microsoft.com/office/drawing/2014/main" id="{45936C0D-1E13-DED8-112F-722DCCBBC1EC}"/>
                    </a:ext>
                  </a:extLst>
                </p14:cNvPr>
                <p14:cNvContentPartPr/>
                <p14:nvPr/>
              </p14:nvContentPartPr>
              <p14:xfrm>
                <a:off x="2825424" y="3026664"/>
                <a:ext cx="154800" cy="19440"/>
              </p14:xfrm>
            </p:contentPart>
          </mc:Choice>
          <mc:Fallback xmlns="">
            <p:pic>
              <p:nvPicPr>
                <p:cNvPr id="104" name="Pismo odręczne 103">
                  <a:extLst>
                    <a:ext uri="{FF2B5EF4-FFF2-40B4-BE49-F238E27FC236}">
                      <a16:creationId xmlns:a16="http://schemas.microsoft.com/office/drawing/2014/main" id="{45936C0D-1E13-DED8-112F-722DCCBBC1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19304" y="3020544"/>
                  <a:ext cx="16704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9" name="Pismo odręczne 108">
                <a:extLst>
                  <a:ext uri="{FF2B5EF4-FFF2-40B4-BE49-F238E27FC236}">
                    <a16:creationId xmlns:a16="http://schemas.microsoft.com/office/drawing/2014/main" id="{52C1FB49-7D66-FD0E-3F19-93C0E056ACDA}"/>
                  </a:ext>
                </a:extLst>
              </p14:cNvPr>
              <p14:cNvContentPartPr/>
              <p14:nvPr/>
            </p14:nvContentPartPr>
            <p14:xfrm>
              <a:off x="3794544" y="2913264"/>
              <a:ext cx="89640" cy="221040"/>
            </p14:xfrm>
          </p:contentPart>
        </mc:Choice>
        <mc:Fallback xmlns="">
          <p:pic>
            <p:nvPicPr>
              <p:cNvPr id="109" name="Pismo odręczne 108">
                <a:extLst>
                  <a:ext uri="{FF2B5EF4-FFF2-40B4-BE49-F238E27FC236}">
                    <a16:creationId xmlns:a16="http://schemas.microsoft.com/office/drawing/2014/main" id="{52C1FB49-7D66-FD0E-3F19-93C0E056ACD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88424" y="2907144"/>
                <a:ext cx="1018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upa 129">
            <a:extLst>
              <a:ext uri="{FF2B5EF4-FFF2-40B4-BE49-F238E27FC236}">
                <a16:creationId xmlns:a16="http://schemas.microsoft.com/office/drawing/2014/main" id="{7F329978-055B-5ACD-D3DE-BD3BDF0E589F}"/>
              </a:ext>
            </a:extLst>
          </p:cNvPr>
          <p:cNvGrpSpPr/>
          <p:nvPr/>
        </p:nvGrpSpPr>
        <p:grpSpPr>
          <a:xfrm>
            <a:off x="9162144" y="2930544"/>
            <a:ext cx="146880" cy="289800"/>
            <a:chOff x="9162144" y="2930544"/>
            <a:chExt cx="14688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8" name="Pismo odręczne 127">
                  <a:extLst>
                    <a:ext uri="{FF2B5EF4-FFF2-40B4-BE49-F238E27FC236}">
                      <a16:creationId xmlns:a16="http://schemas.microsoft.com/office/drawing/2014/main" id="{E1351689-D8C2-0762-FEC5-F4194BF79F00}"/>
                    </a:ext>
                  </a:extLst>
                </p14:cNvPr>
                <p14:cNvContentPartPr/>
                <p14:nvPr/>
              </p14:nvContentPartPr>
              <p14:xfrm>
                <a:off x="9162144" y="2930544"/>
                <a:ext cx="140760" cy="289800"/>
              </p14:xfrm>
            </p:contentPart>
          </mc:Choice>
          <mc:Fallback xmlns="">
            <p:pic>
              <p:nvPicPr>
                <p:cNvPr id="128" name="Pismo odręczne 127">
                  <a:extLst>
                    <a:ext uri="{FF2B5EF4-FFF2-40B4-BE49-F238E27FC236}">
                      <a16:creationId xmlns:a16="http://schemas.microsoft.com/office/drawing/2014/main" id="{E1351689-D8C2-0762-FEC5-F4194BF79F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56040" y="2924424"/>
                  <a:ext cx="152969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9" name="Pismo odręczne 128">
                  <a:extLst>
                    <a:ext uri="{FF2B5EF4-FFF2-40B4-BE49-F238E27FC236}">
                      <a16:creationId xmlns:a16="http://schemas.microsoft.com/office/drawing/2014/main" id="{97892ABF-2CF1-E428-E25A-4AFE40CB4CFF}"/>
                    </a:ext>
                  </a:extLst>
                </p14:cNvPr>
                <p14:cNvContentPartPr/>
                <p14:nvPr/>
              </p14:nvContentPartPr>
              <p14:xfrm>
                <a:off x="9180504" y="3100464"/>
                <a:ext cx="128520" cy="8640"/>
              </p14:xfrm>
            </p:contentPart>
          </mc:Choice>
          <mc:Fallback xmlns="">
            <p:pic>
              <p:nvPicPr>
                <p:cNvPr id="129" name="Pismo odręczne 128">
                  <a:extLst>
                    <a:ext uri="{FF2B5EF4-FFF2-40B4-BE49-F238E27FC236}">
                      <a16:creationId xmlns:a16="http://schemas.microsoft.com/office/drawing/2014/main" id="{97892ABF-2CF1-E428-E25A-4AFE40CB4CF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74384" y="3094078"/>
                  <a:ext cx="140760" cy="2141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1" name="Pismo odręczne 130">
                <a:extLst>
                  <a:ext uri="{FF2B5EF4-FFF2-40B4-BE49-F238E27FC236}">
                    <a16:creationId xmlns:a16="http://schemas.microsoft.com/office/drawing/2014/main" id="{0C9B5DD1-8115-7F8A-E395-69410C2F3844}"/>
                  </a:ext>
                </a:extLst>
              </p14:cNvPr>
              <p14:cNvContentPartPr/>
              <p14:nvPr/>
            </p14:nvContentPartPr>
            <p14:xfrm>
              <a:off x="10177704" y="2964024"/>
              <a:ext cx="109440" cy="245520"/>
            </p14:xfrm>
          </p:contentPart>
        </mc:Choice>
        <mc:Fallback xmlns="">
          <p:pic>
            <p:nvPicPr>
              <p:cNvPr id="131" name="Pismo odręczne 130">
                <a:extLst>
                  <a:ext uri="{FF2B5EF4-FFF2-40B4-BE49-F238E27FC236}">
                    <a16:creationId xmlns:a16="http://schemas.microsoft.com/office/drawing/2014/main" id="{0C9B5DD1-8115-7F8A-E395-69410C2F384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71584" y="2957913"/>
                <a:ext cx="121680" cy="257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pole tekstowe 132">
                <a:extLst>
                  <a:ext uri="{FF2B5EF4-FFF2-40B4-BE49-F238E27FC236}">
                    <a16:creationId xmlns:a16="http://schemas.microsoft.com/office/drawing/2014/main" id="{41B0D7CE-9B57-9DA8-F21B-D79A98619827}"/>
                  </a:ext>
                </a:extLst>
              </p:cNvPr>
              <p:cNvSpPr txBox="1"/>
              <p:nvPr/>
            </p:nvSpPr>
            <p:spPr>
              <a:xfrm>
                <a:off x="176468" y="3670626"/>
                <a:ext cx="93841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result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9⋅8⋅7⋅6⋅1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8⋅8⋅7⋅6⋅4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3024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10752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13776</m:t>
                    </m:r>
                  </m:oMath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3" name="pole tekstowe 132">
                <a:extLst>
                  <a:ext uri="{FF2B5EF4-FFF2-40B4-BE49-F238E27FC236}">
                    <a16:creationId xmlns:a16="http://schemas.microsoft.com/office/drawing/2014/main" id="{41B0D7CE-9B57-9DA8-F21B-D79A98619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670626"/>
                <a:ext cx="9384107" cy="461665"/>
              </a:xfrm>
              <a:prstGeom prst="rect">
                <a:avLst/>
              </a:prstGeom>
              <a:blipFill>
                <a:blip r:embed="rId46"/>
                <a:stretch>
                  <a:fillRect l="-10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pole tekstowe 30">
            <a:extLst>
              <a:ext uri="{FF2B5EF4-FFF2-40B4-BE49-F238E27FC236}">
                <a16:creationId xmlns:a16="http://schemas.microsoft.com/office/drawing/2014/main" id="{B7E93F4B-5F63-4AE0-46D0-CA2EBD1829FF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42C0DF6C-0C79-227F-EB75-2DCF56FC486B}"/>
              </a:ext>
            </a:extLst>
          </p:cNvPr>
          <p:cNvSpPr txBox="1"/>
          <p:nvPr/>
        </p:nvSpPr>
        <p:spPr>
          <a:xfrm>
            <a:off x="176470" y="785277"/>
            <a:ext cx="10448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 2: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five-digit even numbers are there with different digits?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7F83160B-2E8C-78E3-EFD7-EF3A01BBC784}"/>
              </a:ext>
            </a:extLst>
          </p:cNvPr>
          <p:cNvSpPr txBox="1"/>
          <p:nvPr/>
        </p:nvSpPr>
        <p:spPr>
          <a:xfrm>
            <a:off x="176469" y="161627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1CFA9905-9EF1-C428-775E-C1D6A5FE6D43}"/>
              </a:ext>
            </a:extLst>
          </p:cNvPr>
          <p:cNvGrpSpPr/>
          <p:nvPr/>
        </p:nvGrpSpPr>
        <p:grpSpPr>
          <a:xfrm>
            <a:off x="3361311" y="2321228"/>
            <a:ext cx="237240" cy="347760"/>
            <a:chOff x="4084465" y="2320445"/>
            <a:chExt cx="237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F6399E06-2FB8-E17B-2290-5229E7078E32}"/>
                    </a:ext>
                  </a:extLst>
                </p14:cNvPr>
                <p14:cNvContentPartPr/>
                <p14:nvPr/>
              </p14:nvContentPartPr>
              <p14:xfrm>
                <a:off x="4131625" y="2320445"/>
                <a:ext cx="190080" cy="288720"/>
              </p14:xfrm>
            </p:contentPart>
          </mc:Choice>
          <mc:Fallback>
            <p:pic>
              <p:nvPicPr>
                <p:cNvPr id="3" name="Pismo odręczne 2">
                  <a:extLst>
                    <a:ext uri="{FF2B5EF4-FFF2-40B4-BE49-F238E27FC236}">
                      <a16:creationId xmlns:a16="http://schemas.microsoft.com/office/drawing/2014/main" id="{F6399E06-2FB8-E17B-2290-5229E7078E3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25505" y="2314325"/>
                  <a:ext cx="202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E69624EC-EB48-32CB-6B5C-5C93B9E47DBE}"/>
                    </a:ext>
                  </a:extLst>
                </p14:cNvPr>
                <p14:cNvContentPartPr/>
                <p14:nvPr/>
              </p14:nvContentPartPr>
              <p14:xfrm>
                <a:off x="4084465" y="2544725"/>
                <a:ext cx="110880" cy="123480"/>
              </p14:xfrm>
            </p:contentPart>
          </mc:Choice>
          <mc:Fallback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E69624EC-EB48-32CB-6B5C-5C93B9E47D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78345" y="2538605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9D783E22-1E6D-5B9D-554C-F3FEB41990E1}"/>
              </a:ext>
            </a:extLst>
          </p:cNvPr>
          <p:cNvGrpSpPr/>
          <p:nvPr/>
        </p:nvGrpSpPr>
        <p:grpSpPr>
          <a:xfrm>
            <a:off x="3725991" y="2380268"/>
            <a:ext cx="801360" cy="288000"/>
            <a:chOff x="4449145" y="2379485"/>
            <a:chExt cx="8013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ACE7A840-6ABB-8F4A-39EA-2E2085B587AE}"/>
                    </a:ext>
                  </a:extLst>
                </p14:cNvPr>
                <p14:cNvContentPartPr/>
                <p14:nvPr/>
              </p14:nvContentPartPr>
              <p14:xfrm>
                <a:off x="4449145" y="2501525"/>
                <a:ext cx="45360" cy="94680"/>
              </p14:xfrm>
            </p:contentPart>
          </mc:Choice>
          <mc:Fallback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ACE7A840-6ABB-8F4A-39EA-2E2085B587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43025" y="2495405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CBC08372-0B32-2D38-801B-5D209F018135}"/>
                    </a:ext>
                  </a:extLst>
                </p14:cNvPr>
                <p14:cNvContentPartPr/>
                <p14:nvPr/>
              </p14:nvContentPartPr>
              <p14:xfrm>
                <a:off x="4494145" y="2397845"/>
                <a:ext cx="360" cy="1800"/>
              </p14:xfrm>
            </p:contentPart>
          </mc:Choice>
          <mc:Fallback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CBC08372-0B32-2D38-801B-5D209F0181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88025" y="2391725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8A5815DA-17AC-50F1-DA14-645FDB865822}"/>
                    </a:ext>
                  </a:extLst>
                </p14:cNvPr>
                <p14:cNvContentPartPr/>
                <p14:nvPr/>
              </p14:nvContentPartPr>
              <p14:xfrm>
                <a:off x="4552465" y="2383805"/>
                <a:ext cx="80640" cy="283680"/>
              </p14:xfrm>
            </p:contentPart>
          </mc:Choice>
          <mc:Fallback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8A5815DA-17AC-50F1-DA14-645FDB8658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46345" y="2377685"/>
                  <a:ext cx="92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EB76ADC0-59E9-56A8-6462-A2BB2D4ED44E}"/>
                    </a:ext>
                  </a:extLst>
                </p14:cNvPr>
                <p14:cNvContentPartPr/>
                <p14:nvPr/>
              </p14:nvContentPartPr>
              <p14:xfrm>
                <a:off x="4528705" y="2524925"/>
                <a:ext cx="135360" cy="54720"/>
              </p14:xfrm>
            </p:contentPart>
          </mc:Choice>
          <mc:Fallback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EB76ADC0-59E9-56A8-6462-A2BB2D4ED44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2585" y="2518805"/>
                  <a:ext cx="14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58AD371E-45A4-FE89-2134-D83D96FF3A2C}"/>
                    </a:ext>
                  </a:extLst>
                </p14:cNvPr>
                <p14:cNvContentPartPr/>
                <p14:nvPr/>
              </p14:nvContentPartPr>
              <p14:xfrm>
                <a:off x="4794385" y="2388485"/>
                <a:ext cx="30600" cy="172080"/>
              </p14:xfrm>
            </p:contentPart>
          </mc:Choice>
          <mc:Fallback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58AD371E-45A4-FE89-2134-D83D96FF3A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88265" y="2382365"/>
                  <a:ext cx="42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3377C23D-3D21-FB5D-B031-9571F3350D07}"/>
                    </a:ext>
                  </a:extLst>
                </p14:cNvPr>
                <p14:cNvContentPartPr/>
                <p14:nvPr/>
              </p14:nvContentPartPr>
              <p14:xfrm>
                <a:off x="4770265" y="2448965"/>
                <a:ext cx="50040" cy="18360"/>
              </p14:xfrm>
            </p:contentPart>
          </mc:Choice>
          <mc:Fallback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3377C23D-3D21-FB5D-B031-9571F3350D0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64145" y="2442845"/>
                  <a:ext cx="62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8EEAB86E-EBAD-A843-93E6-78C003FE083E}"/>
                    </a:ext>
                  </a:extLst>
                </p14:cNvPr>
                <p14:cNvContentPartPr/>
                <p14:nvPr/>
              </p14:nvContentPartPr>
              <p14:xfrm>
                <a:off x="4847305" y="2379485"/>
                <a:ext cx="82800" cy="186840"/>
              </p14:xfrm>
            </p:contentPart>
          </mc:Choice>
          <mc:Fallback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8EEAB86E-EBAD-A843-93E6-78C003FE08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41185" y="2373365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99D624E1-9477-425E-F913-1E083C8A3C55}"/>
                    </a:ext>
                  </a:extLst>
                </p14:cNvPr>
                <p14:cNvContentPartPr/>
                <p14:nvPr/>
              </p14:nvContentPartPr>
              <p14:xfrm>
                <a:off x="4951345" y="2499365"/>
                <a:ext cx="75960" cy="74160"/>
              </p14:xfrm>
            </p:contentPart>
          </mc:Choice>
          <mc:Fallback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99D624E1-9477-425E-F913-1E083C8A3C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45225" y="2493245"/>
                  <a:ext cx="88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Pismo odręczne 44">
                  <a:extLst>
                    <a:ext uri="{FF2B5EF4-FFF2-40B4-BE49-F238E27FC236}">
                      <a16:creationId xmlns:a16="http://schemas.microsoft.com/office/drawing/2014/main" id="{06774372-698C-E830-2BEC-C667912E09D2}"/>
                    </a:ext>
                  </a:extLst>
                </p14:cNvPr>
                <p14:cNvContentPartPr/>
                <p14:nvPr/>
              </p14:nvContentPartPr>
              <p14:xfrm>
                <a:off x="5065465" y="2527445"/>
                <a:ext cx="65880" cy="36360"/>
              </p14:xfrm>
            </p:contentPart>
          </mc:Choice>
          <mc:Fallback>
            <p:pic>
              <p:nvPicPr>
                <p:cNvPr id="45" name="Pismo odręczne 44">
                  <a:extLst>
                    <a:ext uri="{FF2B5EF4-FFF2-40B4-BE49-F238E27FC236}">
                      <a16:creationId xmlns:a16="http://schemas.microsoft.com/office/drawing/2014/main" id="{06774372-698C-E830-2BEC-C667912E09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59345" y="2521325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431DA72B-0E83-FF41-1C0D-575FA4715BDE}"/>
                    </a:ext>
                  </a:extLst>
                </p14:cNvPr>
                <p14:cNvContentPartPr/>
                <p14:nvPr/>
              </p14:nvContentPartPr>
              <p14:xfrm>
                <a:off x="5149705" y="2497565"/>
                <a:ext cx="100800" cy="96480"/>
              </p14:xfrm>
            </p:contentPart>
          </mc:Choice>
          <mc:Fallback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431DA72B-0E83-FF41-1C0D-575FA4715BD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43585" y="2491445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Pismo odręczne 46">
                <a:extLst>
                  <a:ext uri="{FF2B5EF4-FFF2-40B4-BE49-F238E27FC236}">
                    <a16:creationId xmlns:a16="http://schemas.microsoft.com/office/drawing/2014/main" id="{7C71622F-D654-CAC7-0440-2F588B462698}"/>
                  </a:ext>
                </a:extLst>
              </p14:cNvPr>
              <p14:cNvContentPartPr/>
              <p14:nvPr/>
            </p14:nvContentPartPr>
            <p14:xfrm>
              <a:off x="4642191" y="2510948"/>
              <a:ext cx="9000" cy="55800"/>
            </p14:xfrm>
          </p:contentPart>
        </mc:Choice>
        <mc:Fallback>
          <p:pic>
            <p:nvPicPr>
              <p:cNvPr id="47" name="Pismo odręczne 46">
                <a:extLst>
                  <a:ext uri="{FF2B5EF4-FFF2-40B4-BE49-F238E27FC236}">
                    <a16:creationId xmlns:a16="http://schemas.microsoft.com/office/drawing/2014/main" id="{7C71622F-D654-CAC7-0440-2F588B46269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36071" y="2504828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Pismo odręczne 47">
                <a:extLst>
                  <a:ext uri="{FF2B5EF4-FFF2-40B4-BE49-F238E27FC236}">
                    <a16:creationId xmlns:a16="http://schemas.microsoft.com/office/drawing/2014/main" id="{2D38F756-26F5-799F-D511-8DCC0CC71737}"/>
                  </a:ext>
                </a:extLst>
              </p14:cNvPr>
              <p14:cNvContentPartPr/>
              <p14:nvPr/>
            </p14:nvContentPartPr>
            <p14:xfrm>
              <a:off x="4664511" y="2420948"/>
              <a:ext cx="3960" cy="5760"/>
            </p14:xfrm>
          </p:contentPart>
        </mc:Choice>
        <mc:Fallback>
          <p:pic>
            <p:nvPicPr>
              <p:cNvPr id="48" name="Pismo odręczne 47">
                <a:extLst>
                  <a:ext uri="{FF2B5EF4-FFF2-40B4-BE49-F238E27FC236}">
                    <a16:creationId xmlns:a16="http://schemas.microsoft.com/office/drawing/2014/main" id="{2D38F756-26F5-799F-D511-8DCC0CC7173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58391" y="2414828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9" name="Pismo odręczne 48">
                <a:extLst>
                  <a:ext uri="{FF2B5EF4-FFF2-40B4-BE49-F238E27FC236}">
                    <a16:creationId xmlns:a16="http://schemas.microsoft.com/office/drawing/2014/main" id="{DE38D429-97E4-C188-88CC-520C208460DC}"/>
                  </a:ext>
                </a:extLst>
              </p14:cNvPr>
              <p14:cNvContentPartPr/>
              <p14:nvPr/>
            </p14:nvContentPartPr>
            <p14:xfrm>
              <a:off x="4686831" y="2497268"/>
              <a:ext cx="76680" cy="95760"/>
            </p14:xfrm>
          </p:contentPart>
        </mc:Choice>
        <mc:Fallback>
          <p:pic>
            <p:nvPicPr>
              <p:cNvPr id="49" name="Pismo odręczne 48">
                <a:extLst>
                  <a:ext uri="{FF2B5EF4-FFF2-40B4-BE49-F238E27FC236}">
                    <a16:creationId xmlns:a16="http://schemas.microsoft.com/office/drawing/2014/main" id="{DE38D429-97E4-C188-88CC-520C208460D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80711" y="2491148"/>
                <a:ext cx="88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a 49">
            <a:extLst>
              <a:ext uri="{FF2B5EF4-FFF2-40B4-BE49-F238E27FC236}">
                <a16:creationId xmlns:a16="http://schemas.microsoft.com/office/drawing/2014/main" id="{0D74D7C8-6F49-D82C-BBB8-5760D3DFE01B}"/>
              </a:ext>
            </a:extLst>
          </p:cNvPr>
          <p:cNvGrpSpPr/>
          <p:nvPr/>
        </p:nvGrpSpPr>
        <p:grpSpPr>
          <a:xfrm>
            <a:off x="4880511" y="2414108"/>
            <a:ext cx="1533240" cy="198000"/>
            <a:chOff x="5603665" y="2413325"/>
            <a:chExt cx="1533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5206B573-0A00-60E0-86DF-1FD714C18302}"/>
                    </a:ext>
                  </a:extLst>
                </p14:cNvPr>
                <p14:cNvContentPartPr/>
                <p14:nvPr/>
              </p14:nvContentPartPr>
              <p14:xfrm>
                <a:off x="5603665" y="2512685"/>
                <a:ext cx="113760" cy="98640"/>
              </p14:xfrm>
            </p:contentPart>
          </mc:Choice>
          <mc:Fallback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5206B573-0A00-60E0-86DF-1FD714C183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97545" y="2506565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82608286-22CE-3DB1-2F4F-3E6DE7F079C3}"/>
                    </a:ext>
                  </a:extLst>
                </p14:cNvPr>
                <p14:cNvContentPartPr/>
                <p14:nvPr/>
              </p14:nvContentPartPr>
              <p14:xfrm>
                <a:off x="5805265" y="2484605"/>
                <a:ext cx="69480" cy="100080"/>
              </p14:xfrm>
            </p:contentPart>
          </mc:Choice>
          <mc:Fallback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82608286-22CE-3DB1-2F4F-3E6DE7F079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99145" y="247848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86A01B82-1D93-C219-373E-F55C2C066070}"/>
                    </a:ext>
                  </a:extLst>
                </p14:cNvPr>
                <p14:cNvContentPartPr/>
                <p14:nvPr/>
              </p14:nvContentPartPr>
              <p14:xfrm>
                <a:off x="5900305" y="2470925"/>
                <a:ext cx="84960" cy="91800"/>
              </p14:xfrm>
            </p:contentPart>
          </mc:Choice>
          <mc:Fallback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86A01B82-1D93-C219-373E-F55C2C0660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94185" y="2464805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D714DF78-5089-C96C-FE88-889F1BC78FD5}"/>
                    </a:ext>
                  </a:extLst>
                </p14:cNvPr>
                <p14:cNvContentPartPr/>
                <p14:nvPr/>
              </p14:nvContentPartPr>
              <p14:xfrm>
                <a:off x="5994985" y="2495765"/>
                <a:ext cx="151560" cy="80640"/>
              </p14:xfrm>
            </p:contentPart>
          </mc:Choice>
          <mc:Fallback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D714DF78-5089-C96C-FE88-889F1BC78FD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88865" y="2489645"/>
                  <a:ext cx="163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AC790881-A341-4952-6498-CD3DDAC423DA}"/>
                    </a:ext>
                  </a:extLst>
                </p14:cNvPr>
                <p14:cNvContentPartPr/>
                <p14:nvPr/>
              </p14:nvContentPartPr>
              <p14:xfrm>
                <a:off x="6248425" y="2533565"/>
                <a:ext cx="108360" cy="67680"/>
              </p14:xfrm>
            </p:contentPart>
          </mc:Choice>
          <mc:Fallback>
            <p:pic>
              <p:nvPicPr>
                <p:cNvPr id="55" name="Pismo odręczne 54">
                  <a:extLst>
                    <a:ext uri="{FF2B5EF4-FFF2-40B4-BE49-F238E27FC236}">
                      <a16:creationId xmlns:a16="http://schemas.microsoft.com/office/drawing/2014/main" id="{AC790881-A341-4952-6498-CD3DDAC423D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42305" y="2527445"/>
                  <a:ext cx="120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Pismo odręczne 55">
                  <a:extLst>
                    <a:ext uri="{FF2B5EF4-FFF2-40B4-BE49-F238E27FC236}">
                      <a16:creationId xmlns:a16="http://schemas.microsoft.com/office/drawing/2014/main" id="{E4F1EE15-9D29-9B59-98A1-9D71CEF3CE2E}"/>
                    </a:ext>
                  </a:extLst>
                </p14:cNvPr>
                <p14:cNvContentPartPr/>
                <p14:nvPr/>
              </p14:nvContentPartPr>
              <p14:xfrm>
                <a:off x="6372985" y="2424125"/>
                <a:ext cx="48600" cy="178200"/>
              </p14:xfrm>
            </p:contentPart>
          </mc:Choice>
          <mc:Fallback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E4F1EE15-9D29-9B59-98A1-9D71CEF3CE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66865" y="2418005"/>
                  <a:ext cx="60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Pismo odręczne 56">
                  <a:extLst>
                    <a:ext uri="{FF2B5EF4-FFF2-40B4-BE49-F238E27FC236}">
                      <a16:creationId xmlns:a16="http://schemas.microsoft.com/office/drawing/2014/main" id="{E82305F6-633A-8DB5-DCA1-94AB0F27B6EB}"/>
                    </a:ext>
                  </a:extLst>
                </p14:cNvPr>
                <p14:cNvContentPartPr/>
                <p14:nvPr/>
              </p14:nvContentPartPr>
              <p14:xfrm>
                <a:off x="6357505" y="2489285"/>
                <a:ext cx="50400" cy="3600"/>
              </p14:xfrm>
            </p:contentPart>
          </mc:Choice>
          <mc:Fallback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E82305F6-633A-8DB5-DCA1-94AB0F27B6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51385" y="2483165"/>
                  <a:ext cx="62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Pismo odręczne 57">
                  <a:extLst>
                    <a:ext uri="{FF2B5EF4-FFF2-40B4-BE49-F238E27FC236}">
                      <a16:creationId xmlns:a16="http://schemas.microsoft.com/office/drawing/2014/main" id="{11607684-E660-EEFF-0273-AF2F78B807A3}"/>
                    </a:ext>
                  </a:extLst>
                </p14:cNvPr>
                <p14:cNvContentPartPr/>
                <p14:nvPr/>
              </p14:nvContentPartPr>
              <p14:xfrm>
                <a:off x="6504385" y="2432405"/>
                <a:ext cx="29520" cy="158760"/>
              </p14:xfrm>
            </p:contentPart>
          </mc:Choice>
          <mc:Fallback>
            <p:pic>
              <p:nvPicPr>
                <p:cNvPr id="58" name="Pismo odręczne 57">
                  <a:extLst>
                    <a:ext uri="{FF2B5EF4-FFF2-40B4-BE49-F238E27FC236}">
                      <a16:creationId xmlns:a16="http://schemas.microsoft.com/office/drawing/2014/main" id="{11607684-E660-EEFF-0273-AF2F78B807A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98265" y="2426285"/>
                  <a:ext cx="41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E9274F37-DD6A-F5FF-4544-1493E7795030}"/>
                    </a:ext>
                  </a:extLst>
                </p14:cNvPr>
                <p14:cNvContentPartPr/>
                <p14:nvPr/>
              </p14:nvContentPartPr>
              <p14:xfrm>
                <a:off x="6495745" y="2487125"/>
                <a:ext cx="50040" cy="14760"/>
              </p14:xfrm>
            </p:contentPart>
          </mc:Choice>
          <mc:Fallback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E9274F37-DD6A-F5FF-4544-1493E77950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9625" y="2481005"/>
                  <a:ext cx="62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4871EDE7-282F-0FBA-3485-6CD6323B1551}"/>
                    </a:ext>
                  </a:extLst>
                </p14:cNvPr>
                <p14:cNvContentPartPr/>
                <p14:nvPr/>
              </p14:nvContentPartPr>
              <p14:xfrm>
                <a:off x="6566665" y="2434565"/>
                <a:ext cx="74160" cy="172800"/>
              </p14:xfrm>
            </p:contentPart>
          </mc:Choice>
          <mc:Fallback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4871EDE7-282F-0FBA-3485-6CD6323B15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60545" y="2428445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CAD4629C-559F-A923-9A0F-443BC8EC255A}"/>
                    </a:ext>
                  </a:extLst>
                </p14:cNvPr>
                <p14:cNvContentPartPr/>
                <p14:nvPr/>
              </p14:nvContentPartPr>
              <p14:xfrm>
                <a:off x="6650905" y="2521685"/>
                <a:ext cx="105120" cy="64800"/>
              </p14:xfrm>
            </p:contentPart>
          </mc:Choice>
          <mc:Fallback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CAD4629C-559F-A923-9A0F-443BC8EC25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44785" y="2515565"/>
                  <a:ext cx="117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5A30B4A0-FE5E-734C-7986-62084B33EFFB}"/>
                    </a:ext>
                  </a:extLst>
                </p14:cNvPr>
                <p14:cNvContentPartPr/>
                <p14:nvPr/>
              </p14:nvContentPartPr>
              <p14:xfrm>
                <a:off x="6842425" y="2498645"/>
                <a:ext cx="74880" cy="70920"/>
              </p14:xfrm>
            </p:contentPart>
          </mc:Choice>
          <mc:Fallback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5A30B4A0-FE5E-734C-7986-62084B33EF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36305" y="2492525"/>
                  <a:ext cx="8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8" name="Pismo odręczne 97">
                  <a:extLst>
                    <a:ext uri="{FF2B5EF4-FFF2-40B4-BE49-F238E27FC236}">
                      <a16:creationId xmlns:a16="http://schemas.microsoft.com/office/drawing/2014/main" id="{C92D0CE2-B3D1-83D2-FD4E-56BE7D3E84BE}"/>
                    </a:ext>
                  </a:extLst>
                </p14:cNvPr>
                <p14:cNvContentPartPr/>
                <p14:nvPr/>
              </p14:nvContentPartPr>
              <p14:xfrm>
                <a:off x="6926665" y="2526365"/>
                <a:ext cx="78480" cy="40320"/>
              </p14:xfrm>
            </p:contentPart>
          </mc:Choice>
          <mc:Fallback>
            <p:pic>
              <p:nvPicPr>
                <p:cNvPr id="98" name="Pismo odręczne 97">
                  <a:extLst>
                    <a:ext uri="{FF2B5EF4-FFF2-40B4-BE49-F238E27FC236}">
                      <a16:creationId xmlns:a16="http://schemas.microsoft.com/office/drawing/2014/main" id="{C92D0CE2-B3D1-83D2-FD4E-56BE7D3E84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20545" y="2520245"/>
                  <a:ext cx="9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6" name="Pismo odręczne 105">
                  <a:extLst>
                    <a:ext uri="{FF2B5EF4-FFF2-40B4-BE49-F238E27FC236}">
                      <a16:creationId xmlns:a16="http://schemas.microsoft.com/office/drawing/2014/main" id="{1903CAEB-9435-F2BD-4CFE-B118E9A7089F}"/>
                    </a:ext>
                  </a:extLst>
                </p14:cNvPr>
                <p14:cNvContentPartPr/>
                <p14:nvPr/>
              </p14:nvContentPartPr>
              <p14:xfrm>
                <a:off x="7014505" y="2513765"/>
                <a:ext cx="58680" cy="48600"/>
              </p14:xfrm>
            </p:contentPart>
          </mc:Choice>
          <mc:Fallback>
            <p:pic>
              <p:nvPicPr>
                <p:cNvPr id="106" name="Pismo odręczne 105">
                  <a:extLst>
                    <a:ext uri="{FF2B5EF4-FFF2-40B4-BE49-F238E27FC236}">
                      <a16:creationId xmlns:a16="http://schemas.microsoft.com/office/drawing/2014/main" id="{1903CAEB-9435-F2BD-4CFE-B118E9A708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08385" y="2507645"/>
                  <a:ext cx="7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7" name="Pismo odręczne 106">
                  <a:extLst>
                    <a:ext uri="{FF2B5EF4-FFF2-40B4-BE49-F238E27FC236}">
                      <a16:creationId xmlns:a16="http://schemas.microsoft.com/office/drawing/2014/main" id="{AF21ACC1-DFCA-7213-D5EC-FC50AC304974}"/>
                    </a:ext>
                  </a:extLst>
                </p14:cNvPr>
                <p14:cNvContentPartPr/>
                <p14:nvPr/>
              </p14:nvContentPartPr>
              <p14:xfrm>
                <a:off x="7100185" y="2413325"/>
                <a:ext cx="36720" cy="165240"/>
              </p14:xfrm>
            </p:contentPart>
          </mc:Choice>
          <mc:Fallback>
            <p:pic>
              <p:nvPicPr>
                <p:cNvPr id="107" name="Pismo odręczne 106">
                  <a:extLst>
                    <a:ext uri="{FF2B5EF4-FFF2-40B4-BE49-F238E27FC236}">
                      <a16:creationId xmlns:a16="http://schemas.microsoft.com/office/drawing/2014/main" id="{AF21ACC1-DFCA-7213-D5EC-FC50AC3049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94065" y="2407205"/>
                  <a:ext cx="48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a 107">
            <a:extLst>
              <a:ext uri="{FF2B5EF4-FFF2-40B4-BE49-F238E27FC236}">
                <a16:creationId xmlns:a16="http://schemas.microsoft.com/office/drawing/2014/main" id="{A4386464-403E-06D0-7204-845A9126807C}"/>
              </a:ext>
            </a:extLst>
          </p:cNvPr>
          <p:cNvGrpSpPr/>
          <p:nvPr/>
        </p:nvGrpSpPr>
        <p:grpSpPr>
          <a:xfrm>
            <a:off x="7990551" y="2317628"/>
            <a:ext cx="1303560" cy="284400"/>
            <a:chOff x="7992625" y="2249165"/>
            <a:chExt cx="13035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0" name="Pismo odręczne 109">
                  <a:extLst>
                    <a:ext uri="{FF2B5EF4-FFF2-40B4-BE49-F238E27FC236}">
                      <a16:creationId xmlns:a16="http://schemas.microsoft.com/office/drawing/2014/main" id="{AD24BD1A-DEDC-7C1E-0530-B57A82D958DD}"/>
                    </a:ext>
                  </a:extLst>
                </p14:cNvPr>
                <p14:cNvContentPartPr/>
                <p14:nvPr/>
              </p14:nvContentPartPr>
              <p14:xfrm>
                <a:off x="7992625" y="2249165"/>
                <a:ext cx="183960" cy="251640"/>
              </p14:xfrm>
            </p:contentPart>
          </mc:Choice>
          <mc:Fallback>
            <p:pic>
              <p:nvPicPr>
                <p:cNvPr id="110" name="Pismo odręczne 109">
                  <a:extLst>
                    <a:ext uri="{FF2B5EF4-FFF2-40B4-BE49-F238E27FC236}">
                      <a16:creationId xmlns:a16="http://schemas.microsoft.com/office/drawing/2014/main" id="{AD24BD1A-DEDC-7C1E-0530-B57A82D958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86505" y="2243045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1" name="Pismo odręczne 110">
                  <a:extLst>
                    <a:ext uri="{FF2B5EF4-FFF2-40B4-BE49-F238E27FC236}">
                      <a16:creationId xmlns:a16="http://schemas.microsoft.com/office/drawing/2014/main" id="{AF7DAAF6-52ED-36F3-3FA5-099DFA5259FC}"/>
                    </a:ext>
                  </a:extLst>
                </p14:cNvPr>
                <p14:cNvContentPartPr/>
                <p14:nvPr/>
              </p14:nvContentPartPr>
              <p14:xfrm>
                <a:off x="8073985" y="2457965"/>
                <a:ext cx="165600" cy="75600"/>
              </p14:xfrm>
            </p:contentPart>
          </mc:Choice>
          <mc:Fallback>
            <p:pic>
              <p:nvPicPr>
                <p:cNvPr id="111" name="Pismo odręczne 110">
                  <a:extLst>
                    <a:ext uri="{FF2B5EF4-FFF2-40B4-BE49-F238E27FC236}">
                      <a16:creationId xmlns:a16="http://schemas.microsoft.com/office/drawing/2014/main" id="{AF7DAAF6-52ED-36F3-3FA5-099DFA5259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67865" y="2451845"/>
                  <a:ext cx="17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2" name="Pismo odręczne 111">
                  <a:extLst>
                    <a:ext uri="{FF2B5EF4-FFF2-40B4-BE49-F238E27FC236}">
                      <a16:creationId xmlns:a16="http://schemas.microsoft.com/office/drawing/2014/main" id="{943A7FFC-E881-5ED2-9E51-F8ED8D4188DB}"/>
                    </a:ext>
                  </a:extLst>
                </p14:cNvPr>
                <p14:cNvContentPartPr/>
                <p14:nvPr/>
              </p14:nvContentPartPr>
              <p14:xfrm>
                <a:off x="8358385" y="2389205"/>
                <a:ext cx="96480" cy="107280"/>
              </p14:xfrm>
            </p:contentPart>
          </mc:Choice>
          <mc:Fallback>
            <p:pic>
              <p:nvPicPr>
                <p:cNvPr id="112" name="Pismo odręczne 111">
                  <a:extLst>
                    <a:ext uri="{FF2B5EF4-FFF2-40B4-BE49-F238E27FC236}">
                      <a16:creationId xmlns:a16="http://schemas.microsoft.com/office/drawing/2014/main" id="{943A7FFC-E881-5ED2-9E51-F8ED8D4188D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52265" y="2383085"/>
                  <a:ext cx="108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3" name="Pismo odręczne 112">
                  <a:extLst>
                    <a:ext uri="{FF2B5EF4-FFF2-40B4-BE49-F238E27FC236}">
                      <a16:creationId xmlns:a16="http://schemas.microsoft.com/office/drawing/2014/main" id="{C5AFCDEA-21EE-0883-050C-A2337F6A1BB5}"/>
                    </a:ext>
                  </a:extLst>
                </p14:cNvPr>
                <p14:cNvContentPartPr/>
                <p14:nvPr/>
              </p14:nvContentPartPr>
              <p14:xfrm>
                <a:off x="8482585" y="2263565"/>
                <a:ext cx="78840" cy="239760"/>
              </p14:xfrm>
            </p:contentPart>
          </mc:Choice>
          <mc:Fallback>
            <p:pic>
              <p:nvPicPr>
                <p:cNvPr id="113" name="Pismo odręczne 112">
                  <a:extLst>
                    <a:ext uri="{FF2B5EF4-FFF2-40B4-BE49-F238E27FC236}">
                      <a16:creationId xmlns:a16="http://schemas.microsoft.com/office/drawing/2014/main" id="{C5AFCDEA-21EE-0883-050C-A2337F6A1B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76465" y="2257445"/>
                  <a:ext cx="91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4" name="Pismo odręczne 113">
                  <a:extLst>
                    <a:ext uri="{FF2B5EF4-FFF2-40B4-BE49-F238E27FC236}">
                      <a16:creationId xmlns:a16="http://schemas.microsoft.com/office/drawing/2014/main" id="{4EE5273A-65AF-FAF0-AA01-B716481EB4D4}"/>
                    </a:ext>
                  </a:extLst>
                </p14:cNvPr>
                <p14:cNvContentPartPr/>
                <p14:nvPr/>
              </p14:nvContentPartPr>
              <p14:xfrm>
                <a:off x="8471065" y="2361845"/>
                <a:ext cx="50040" cy="10800"/>
              </p14:xfrm>
            </p:contentPart>
          </mc:Choice>
          <mc:Fallback>
            <p:pic>
              <p:nvPicPr>
                <p:cNvPr id="114" name="Pismo odręczne 113">
                  <a:extLst>
                    <a:ext uri="{FF2B5EF4-FFF2-40B4-BE49-F238E27FC236}">
                      <a16:creationId xmlns:a16="http://schemas.microsoft.com/office/drawing/2014/main" id="{4EE5273A-65AF-FAF0-AA01-B716481EB4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64945" y="2355725"/>
                  <a:ext cx="6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5" name="Pismo odręczne 114">
                  <a:extLst>
                    <a:ext uri="{FF2B5EF4-FFF2-40B4-BE49-F238E27FC236}">
                      <a16:creationId xmlns:a16="http://schemas.microsoft.com/office/drawing/2014/main" id="{8C8CEAEE-D459-A7F8-C938-B8CB46BD93A8}"/>
                    </a:ext>
                  </a:extLst>
                </p14:cNvPr>
                <p14:cNvContentPartPr/>
                <p14:nvPr/>
              </p14:nvContentPartPr>
              <p14:xfrm>
                <a:off x="8581585" y="2303165"/>
                <a:ext cx="83160" cy="204120"/>
              </p14:xfrm>
            </p:contentPart>
          </mc:Choice>
          <mc:Fallback>
            <p:pic>
              <p:nvPicPr>
                <p:cNvPr id="115" name="Pismo odręczne 114">
                  <a:extLst>
                    <a:ext uri="{FF2B5EF4-FFF2-40B4-BE49-F238E27FC236}">
                      <a16:creationId xmlns:a16="http://schemas.microsoft.com/office/drawing/2014/main" id="{8C8CEAEE-D459-A7F8-C938-B8CB46BD93A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5465" y="2297045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6" name="Pismo odręczne 115">
                  <a:extLst>
                    <a:ext uri="{FF2B5EF4-FFF2-40B4-BE49-F238E27FC236}">
                      <a16:creationId xmlns:a16="http://schemas.microsoft.com/office/drawing/2014/main" id="{AC049133-3297-303D-975F-014892C5230C}"/>
                    </a:ext>
                  </a:extLst>
                </p14:cNvPr>
                <p14:cNvContentPartPr/>
                <p14:nvPr/>
              </p14:nvContentPartPr>
              <p14:xfrm>
                <a:off x="8712625" y="2427005"/>
                <a:ext cx="70200" cy="85680"/>
              </p14:xfrm>
            </p:contentPart>
          </mc:Choice>
          <mc:Fallback>
            <p:pic>
              <p:nvPicPr>
                <p:cNvPr id="116" name="Pismo odręczne 115">
                  <a:extLst>
                    <a:ext uri="{FF2B5EF4-FFF2-40B4-BE49-F238E27FC236}">
                      <a16:creationId xmlns:a16="http://schemas.microsoft.com/office/drawing/2014/main" id="{AC049133-3297-303D-975F-014892C523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06505" y="2420885"/>
                  <a:ext cx="8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7" name="Pismo odręczne 116">
                  <a:extLst>
                    <a:ext uri="{FF2B5EF4-FFF2-40B4-BE49-F238E27FC236}">
                      <a16:creationId xmlns:a16="http://schemas.microsoft.com/office/drawing/2014/main" id="{7055C6BA-6FEE-7D68-C1DC-90972BF99724}"/>
                    </a:ext>
                  </a:extLst>
                </p14:cNvPr>
                <p14:cNvContentPartPr/>
                <p14:nvPr/>
              </p14:nvContentPartPr>
              <p14:xfrm>
                <a:off x="8824945" y="2429165"/>
                <a:ext cx="79920" cy="69120"/>
              </p14:xfrm>
            </p:contentPart>
          </mc:Choice>
          <mc:Fallback>
            <p:pic>
              <p:nvPicPr>
                <p:cNvPr id="117" name="Pismo odręczne 116">
                  <a:extLst>
                    <a:ext uri="{FF2B5EF4-FFF2-40B4-BE49-F238E27FC236}">
                      <a16:creationId xmlns:a16="http://schemas.microsoft.com/office/drawing/2014/main" id="{7055C6BA-6FEE-7D68-C1DC-90972BF997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18825" y="2423045"/>
                  <a:ext cx="9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8" name="Pismo odręczne 117">
                  <a:extLst>
                    <a:ext uri="{FF2B5EF4-FFF2-40B4-BE49-F238E27FC236}">
                      <a16:creationId xmlns:a16="http://schemas.microsoft.com/office/drawing/2014/main" id="{B2EAC3A1-5FA6-E5F0-1DDD-34B1B5576424}"/>
                    </a:ext>
                  </a:extLst>
                </p14:cNvPr>
                <p14:cNvContentPartPr/>
                <p14:nvPr/>
              </p14:nvContentPartPr>
              <p14:xfrm>
                <a:off x="8927545" y="2428445"/>
                <a:ext cx="122040" cy="78840"/>
              </p14:xfrm>
            </p:contentPart>
          </mc:Choice>
          <mc:Fallback>
            <p:pic>
              <p:nvPicPr>
                <p:cNvPr id="118" name="Pismo odręczne 117">
                  <a:extLst>
                    <a:ext uri="{FF2B5EF4-FFF2-40B4-BE49-F238E27FC236}">
                      <a16:creationId xmlns:a16="http://schemas.microsoft.com/office/drawing/2014/main" id="{B2EAC3A1-5FA6-E5F0-1DDD-34B1B55764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21425" y="2422325"/>
                  <a:ext cx="13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9" name="Pismo odręczne 118">
                  <a:extLst>
                    <a:ext uri="{FF2B5EF4-FFF2-40B4-BE49-F238E27FC236}">
                      <a16:creationId xmlns:a16="http://schemas.microsoft.com/office/drawing/2014/main" id="{4DB23B9D-092B-1F7E-E5BF-1C435C20AE04}"/>
                    </a:ext>
                  </a:extLst>
                </p14:cNvPr>
                <p14:cNvContentPartPr/>
                <p14:nvPr/>
              </p14:nvContentPartPr>
              <p14:xfrm>
                <a:off x="9066145" y="2424125"/>
                <a:ext cx="3960" cy="63000"/>
              </p14:xfrm>
            </p:contentPart>
          </mc:Choice>
          <mc:Fallback>
            <p:pic>
              <p:nvPicPr>
                <p:cNvPr id="119" name="Pismo odręczne 118">
                  <a:extLst>
                    <a:ext uri="{FF2B5EF4-FFF2-40B4-BE49-F238E27FC236}">
                      <a16:creationId xmlns:a16="http://schemas.microsoft.com/office/drawing/2014/main" id="{4DB23B9D-092B-1F7E-E5BF-1C435C20AE0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60025" y="2418005"/>
                  <a:ext cx="1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0" name="Pismo odręczne 119">
                  <a:extLst>
                    <a:ext uri="{FF2B5EF4-FFF2-40B4-BE49-F238E27FC236}">
                      <a16:creationId xmlns:a16="http://schemas.microsoft.com/office/drawing/2014/main" id="{59276412-C443-D7A1-2684-30963BB87E1F}"/>
                    </a:ext>
                  </a:extLst>
                </p14:cNvPr>
                <p14:cNvContentPartPr/>
                <p14:nvPr/>
              </p14:nvContentPartPr>
              <p14:xfrm>
                <a:off x="9074785" y="2342405"/>
                <a:ext cx="10440" cy="4320"/>
              </p14:xfrm>
            </p:contentPart>
          </mc:Choice>
          <mc:Fallback>
            <p:pic>
              <p:nvPicPr>
                <p:cNvPr id="120" name="Pismo odręczne 119">
                  <a:extLst>
                    <a:ext uri="{FF2B5EF4-FFF2-40B4-BE49-F238E27FC236}">
                      <a16:creationId xmlns:a16="http://schemas.microsoft.com/office/drawing/2014/main" id="{59276412-C443-D7A1-2684-30963BB87E1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68665" y="2336285"/>
                  <a:ext cx="22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1" name="Pismo odręczne 120">
                  <a:extLst>
                    <a:ext uri="{FF2B5EF4-FFF2-40B4-BE49-F238E27FC236}">
                      <a16:creationId xmlns:a16="http://schemas.microsoft.com/office/drawing/2014/main" id="{01774781-72FD-5792-7CC4-D78B7F23B0D7}"/>
                    </a:ext>
                  </a:extLst>
                </p14:cNvPr>
                <p14:cNvContentPartPr/>
                <p14:nvPr/>
              </p14:nvContentPartPr>
              <p14:xfrm>
                <a:off x="9107545" y="2420885"/>
                <a:ext cx="53640" cy="77760"/>
              </p14:xfrm>
            </p:contentPart>
          </mc:Choice>
          <mc:Fallback>
            <p:pic>
              <p:nvPicPr>
                <p:cNvPr id="121" name="Pismo odręczne 120">
                  <a:extLst>
                    <a:ext uri="{FF2B5EF4-FFF2-40B4-BE49-F238E27FC236}">
                      <a16:creationId xmlns:a16="http://schemas.microsoft.com/office/drawing/2014/main" id="{01774781-72FD-5792-7CC4-D78B7F23B0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01425" y="2414765"/>
                  <a:ext cx="6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2" name="Pismo odręczne 121">
                  <a:extLst>
                    <a:ext uri="{FF2B5EF4-FFF2-40B4-BE49-F238E27FC236}">
                      <a16:creationId xmlns:a16="http://schemas.microsoft.com/office/drawing/2014/main" id="{6DFED7BE-99BC-32B7-35BA-D452EBAC6620}"/>
                    </a:ext>
                  </a:extLst>
                </p14:cNvPr>
                <p14:cNvContentPartPr/>
                <p14:nvPr/>
              </p14:nvContentPartPr>
              <p14:xfrm>
                <a:off x="9178105" y="2447885"/>
                <a:ext cx="118080" cy="47160"/>
              </p14:xfrm>
            </p:contentPart>
          </mc:Choice>
          <mc:Fallback>
            <p:pic>
              <p:nvPicPr>
                <p:cNvPr id="122" name="Pismo odręczne 121">
                  <a:extLst>
                    <a:ext uri="{FF2B5EF4-FFF2-40B4-BE49-F238E27FC236}">
                      <a16:creationId xmlns:a16="http://schemas.microsoft.com/office/drawing/2014/main" id="{6DFED7BE-99BC-32B7-35BA-D452EBAC662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71985" y="244176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6769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8AF4-2566-F85C-DC45-1E4CED9D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DB1D874-31B5-BA77-CDA9-9C5140580A1B}"/>
              </a:ext>
            </a:extLst>
          </p:cNvPr>
          <p:cNvSpPr txBox="1"/>
          <p:nvPr/>
        </p:nvSpPr>
        <p:spPr>
          <a:xfrm>
            <a:off x="176470" y="785277"/>
            <a:ext cx="119952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 as the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multiplication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739BD7F-C42D-7A9E-3FEC-92160DA876EC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</p:spTree>
    <p:extLst>
      <p:ext uri="{BB962C8B-B14F-4D97-AF65-F5344CB8AC3E}">
        <p14:creationId xmlns:p14="http://schemas.microsoft.com/office/powerpoint/2010/main" val="355974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91C1-4114-1DC1-7D8B-D2460D40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67C108BC-D481-304B-292F-419A5792ECDE}"/>
              </a:ext>
            </a:extLst>
          </p:cNvPr>
          <p:cNvSpPr txBox="1"/>
          <p:nvPr/>
        </p:nvSpPr>
        <p:spPr>
          <a:xfrm>
            <a:off x="176470" y="1616274"/>
            <a:ext cx="11703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 much wider applications and are used,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other things, in combinations.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DF0F7FC-B199-D428-BA0F-8AB417D0D63B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AD77340-8B64-D129-F690-13652B0D6CB9}"/>
              </a:ext>
            </a:extLst>
          </p:cNvPr>
          <p:cNvSpPr txBox="1"/>
          <p:nvPr/>
        </p:nvSpPr>
        <p:spPr>
          <a:xfrm>
            <a:off x="176470" y="785277"/>
            <a:ext cx="119952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 as the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multiplication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799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26C4-3DDF-7E77-C952-7AA6F688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B95C7F90-C4F2-6CBA-9FFF-23AB2693538C}"/>
              </a:ext>
            </a:extLst>
          </p:cNvPr>
          <p:cNvSpPr txBox="1"/>
          <p:nvPr/>
        </p:nvSpPr>
        <p:spPr>
          <a:xfrm>
            <a:off x="150437" y="2447271"/>
            <a:ext cx="3806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Formally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12AE2B9-B491-46B5-1DEA-DFB9A429BC51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847BE48-53D1-00A9-B657-729E191A18CF}"/>
              </a:ext>
            </a:extLst>
          </p:cNvPr>
          <p:cNvSpPr txBox="1"/>
          <p:nvPr/>
        </p:nvSpPr>
        <p:spPr>
          <a:xfrm>
            <a:off x="176470" y="785277"/>
            <a:ext cx="119952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 as the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multiplication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3370D22-6E90-D1F2-845E-D3E1032C7EA1}"/>
              </a:ext>
            </a:extLst>
          </p:cNvPr>
          <p:cNvSpPr txBox="1"/>
          <p:nvPr/>
        </p:nvSpPr>
        <p:spPr>
          <a:xfrm>
            <a:off x="176470" y="1616274"/>
            <a:ext cx="11703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 much wider applications and are used,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other things, in combinations.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39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0774-7857-DEE4-7950-045DAC38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E158B868-4E71-ACD3-A156-11B47D13D799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A828BAF-E795-DF67-A6ED-F56997D86071}"/>
              </a:ext>
            </a:extLst>
          </p:cNvPr>
          <p:cNvSpPr txBox="1"/>
          <p:nvPr/>
        </p:nvSpPr>
        <p:spPr>
          <a:xfrm>
            <a:off x="176470" y="785277"/>
            <a:ext cx="119952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 as the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multiplication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ACE260C-6593-4CB1-7E47-2DCDFF77BB4E}"/>
              </a:ext>
            </a:extLst>
          </p:cNvPr>
          <p:cNvSpPr txBox="1"/>
          <p:nvPr/>
        </p:nvSpPr>
        <p:spPr>
          <a:xfrm>
            <a:off x="176470" y="1616274"/>
            <a:ext cx="11703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 much wider applications and are used,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other things, in combinations.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052A468-B2ED-43AF-2FF2-0A982B00A481}"/>
              </a:ext>
            </a:extLst>
          </p:cNvPr>
          <p:cNvSpPr txBox="1"/>
          <p:nvPr/>
        </p:nvSpPr>
        <p:spPr>
          <a:xfrm>
            <a:off x="150437" y="2447271"/>
            <a:ext cx="3806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Formally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648833-E44D-37BD-D0B3-E5B18F9B1CBF}"/>
                  </a:ext>
                </a:extLst>
              </p:cNvPr>
              <p:cNvSpPr txBox="1"/>
              <p:nvPr/>
            </p:nvSpPr>
            <p:spPr>
              <a:xfrm>
                <a:off x="176470" y="2908936"/>
                <a:ext cx="1150090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choice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involves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making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decisions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succession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made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ways, …, the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choice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made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ways.</a:t>
                </a: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648833-E44D-37BD-D0B3-E5B18F9B1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08936"/>
                <a:ext cx="11500905" cy="1569660"/>
              </a:xfrm>
              <a:prstGeom prst="rect">
                <a:avLst/>
              </a:prstGeom>
              <a:blipFill>
                <a:blip r:embed="rId2"/>
                <a:stretch>
                  <a:fillRect l="-848" t="-3101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363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8E68-ACC9-94BA-6861-F6EF8F50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2C9D1CA-D8B7-9D4F-2F1C-5F12EC4FDA91}"/>
                  </a:ext>
                </a:extLst>
              </p:cNvPr>
              <p:cNvSpPr txBox="1"/>
              <p:nvPr/>
            </p:nvSpPr>
            <p:spPr>
              <a:xfrm>
                <a:off x="150422" y="4456896"/>
                <a:ext cx="1043490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 of sum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choice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involves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making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decisions,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made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ways, …, the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choice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made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2C9D1CA-D8B7-9D4F-2F1C-5F12EC4FD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22" y="4456896"/>
                <a:ext cx="10434908" cy="1569660"/>
              </a:xfrm>
              <a:prstGeom prst="rect">
                <a:avLst/>
              </a:prstGeom>
              <a:blipFill>
                <a:blip r:embed="rId3"/>
                <a:stretch>
                  <a:fillRect l="-935" t="-3101" r="-175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D1B8389-EE02-0323-7403-8EEA420172D5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E69CF65-C658-1CFE-DAB1-850CAA63CC82}"/>
              </a:ext>
            </a:extLst>
          </p:cNvPr>
          <p:cNvSpPr txBox="1"/>
          <p:nvPr/>
        </p:nvSpPr>
        <p:spPr>
          <a:xfrm>
            <a:off x="176470" y="785277"/>
            <a:ext cx="119952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 as the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multiplication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pl-PL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involves the conjunction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418A73D-411E-050B-7581-ED7E8B398239}"/>
              </a:ext>
            </a:extLst>
          </p:cNvPr>
          <p:cNvSpPr txBox="1"/>
          <p:nvPr/>
        </p:nvSpPr>
        <p:spPr>
          <a:xfrm>
            <a:off x="176470" y="1616274"/>
            <a:ext cx="11703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 much wider applications and are used,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among other things, in combinations.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18AF30B-921A-5B3C-941A-35554EA6372D}"/>
              </a:ext>
            </a:extLst>
          </p:cNvPr>
          <p:cNvSpPr txBox="1"/>
          <p:nvPr/>
        </p:nvSpPr>
        <p:spPr>
          <a:xfrm>
            <a:off x="150437" y="2447271"/>
            <a:ext cx="3806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Formally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write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84A1EDF-78A7-C8A9-0DDD-E765B340E555}"/>
                  </a:ext>
                </a:extLst>
              </p:cNvPr>
              <p:cNvSpPr txBox="1"/>
              <p:nvPr/>
            </p:nvSpPr>
            <p:spPr>
              <a:xfrm>
                <a:off x="176470" y="2908936"/>
                <a:ext cx="1150090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choice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involves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making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decisions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succession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made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ways, …, the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choice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made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⋅…⋅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84A1EDF-78A7-C8A9-0DDD-E765B340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08936"/>
                <a:ext cx="11500905" cy="1569660"/>
              </a:xfrm>
              <a:prstGeom prst="rect">
                <a:avLst/>
              </a:prstGeom>
              <a:blipFill>
                <a:blip r:embed="rId4"/>
                <a:stretch>
                  <a:fillRect l="-848" t="-3101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392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F895-3967-0DB8-9BA5-248C3FF4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515B79F-11CD-F948-7443-E5F77BAF4B27}"/>
              </a:ext>
            </a:extLst>
          </p:cNvPr>
          <p:cNvSpPr txBox="1"/>
          <p:nvPr/>
        </p:nvSpPr>
        <p:spPr>
          <a:xfrm>
            <a:off x="176470" y="785277"/>
            <a:ext cx="91566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Note: In an addition rule, decisions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choices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must be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mutually exclusive.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92C0FC1-2235-7843-B094-A2FA6AA6163C}"/>
              </a:ext>
            </a:extLst>
          </p:cNvPr>
          <p:cNvSpPr txBox="1"/>
          <p:nvPr/>
        </p:nvSpPr>
        <p:spPr>
          <a:xfrm>
            <a:off x="4164029" y="0"/>
            <a:ext cx="3863943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</a:t>
            </a:r>
          </a:p>
        </p:txBody>
      </p:sp>
    </p:spTree>
    <p:extLst>
      <p:ext uri="{BB962C8B-B14F-4D97-AF65-F5344CB8AC3E}">
        <p14:creationId xmlns:p14="http://schemas.microsoft.com/office/powerpoint/2010/main" val="165859396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</TotalTime>
  <Words>1306</Words>
  <Application>Microsoft Office PowerPoint</Application>
  <PresentationFormat>Panoramiczny</PresentationFormat>
  <Paragraphs>123</Paragraphs>
  <Slides>24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111</cp:revision>
  <dcterms:created xsi:type="dcterms:W3CDTF">2024-10-31T12:17:59Z</dcterms:created>
  <dcterms:modified xsi:type="dcterms:W3CDTF">2025-05-13T11:42:13Z</dcterms:modified>
</cp:coreProperties>
</file>