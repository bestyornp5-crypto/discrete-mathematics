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70" r:id="rId4"/>
    <p:sldId id="269" r:id="rId5"/>
    <p:sldId id="268" r:id="rId6"/>
    <p:sldId id="273" r:id="rId7"/>
    <p:sldId id="276" r:id="rId8"/>
    <p:sldId id="275" r:id="rId9"/>
    <p:sldId id="274" r:id="rId10"/>
    <p:sldId id="267" r:id="rId11"/>
    <p:sldId id="272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5-20T11:27:10.8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15328 11800 0,'88'-123'32,"-17"-18"-17,-18 17 1,17-140 15,-70 211-31,18-35 16,0 52-16,-1-17 15,-17-17 1,0 52-16,0 54 94,0 69-79,0 37 17,18-54-17,0-35 1,-1 17 0,-17-35 15,18-35-16,0 53 1,-18 0 0,17-35-1,-17 35 1,0-36-16,0 107 31,0-18-15,0-36-1,0-17 1,0-35 0</inkml:trace>
  <inkml:trace contextRef="#ctx0" brushRef="#br0" timeOffset="335.58">15540 11518 0,'0'0'0,"70"0"31,-34 0-16,-19-17 1,36 17 0</inkml:trace>
  <inkml:trace contextRef="#ctx0" brushRef="#br0" timeOffset="1137.01">15946 11836 0,'0'0'0,"35"-53"31,0 18-15,-35 17-16,35-17 15,-17-1 1,0-17 15,-18 142 32,-18 16-48,18-16 1,-35-36 0,35-1 15,-18-52-15,18 18-1</inkml:trace>
  <inkml:trace contextRef="#ctx0" brushRef="#br0" timeOffset="1623.06">16281 11395 0,'0'0'0,"35"0"16,88 0 15,-87 0-15,-19 0-16,1 0 31</inkml:trace>
  <inkml:trace contextRef="#ctx0" brushRef="#br0" timeOffset="1951.85">16439 11201 0,'18'0'15,"0"0"1,52 0-1,-34 0 1,69 0 0</inkml:trace>
  <inkml:trace contextRef="#ctx0" brushRef="#br0" timeOffset="3293.11">17321 10619 0,'-35'70'47,"0"18"-31,-18 36 0,18-36-1,-1 0 1,19 0-1,-19-17 1,19-53 0,17-1 15,0 1 16</inkml:trace>
  <inkml:trace contextRef="#ctx0" brushRef="#br0" timeOffset="3510.39">17110 11289 0,'35'18'31,"-17"52"-15,-1 18-1,-17 18 1,0-18-1,0-52 1,0 17 0,0-36 15,18-17-15</inkml:trace>
  <inkml:trace contextRef="#ctx0" brushRef="#br0" timeOffset="4169.99">17604 10989 0,'0'18'16,"-36"35"-1,19 35 1,17-71-16,0 54 16,0 35-1,0-71-15,0 124 32,35-106-17,-17-53 1,17 0-1,-17 0 1,17 0 0,18-53-1,-36 0 1,-17 35-16,0 1 16,36-72-1,-19 37 1,-17-1-1</inkml:trace>
  <inkml:trace contextRef="#ctx0" brushRef="#br0" timeOffset="4582.43">17815 11095 0,'0'0'0,"-17"-35"16,17-1-16,-18 36 16,-35-70-1,35 52 1,1-17-1,-1 35 32,1 17-15,-1-17-17,18 18 1,-18 17-1,1 1 17,17-19-17</inkml:trace>
  <inkml:trace contextRef="#ctx0" brushRef="#br0" timeOffset="10092.2">15998 11730 0,'0'0'0,"0"-18"16,18 1 0,0 17 15,-1-18 0,1 18-15,17 0-1,-17-18 1,17 1 0,1 17-1,-19 0 1,1 0 0,-18-18 15,0 53-16,0-17 1,0 17 0,0-17 15,0 17-15,-18 18-1,-35 18 1,18 34-1,0-69 1,17-1 0,0-17-1,18-1 1,-17-17 0,-1 0-1,-17 18 16,35 0-15,35-18 78,0 0-79,-17 0 1,35 0 0,-35 0-1,17 0 1,0-18 0,0 18-1,-17 0 1,0 0-1,17-18 1,-88 18 140,-53 0-124,53 0-17,36 0-15,-19 0 16,19 0-1,34-53 126,19 36-125,-1-19-1,-35 19 1,35-36 0,-35 35-1,18-35 16,-18 36-15,0-36 0,18 35-1,-18 1 32,0-19-16,0 1 1,-18 35-1,18-18-15,-18 1-1,1 17 1,-1 0-1,0 0 1,1 0-16,-1 0 16,-17 0 15,52 0 125,1 0-140,35 0 15,-35 0-15,-1 0-1,1 0 32,0 17-16,-18 1 1,0 0-17,0 17 1,0-17 0,0 17-1,-18 0 1,18-17-1,-18 17 1,1 0 15,17 1-15,-18-1 0,0 0-1,-17 36 1,35-36-1,-35-17 1,35 17 0,-18-18-1,71-17 157,-35 0-156,-1 0-16,1 0 0,53-35 31,-54 18-15,1 17-1,-1-18 17,1 18-17,0 0 16,-1 0 16</inkml:trace>
  <inkml:trace contextRef="#ctx0" brushRef="#br0" timeOffset="12174.74">17815 11024 0,'-17'0'78,"17"18"-46,0 0-17,0-1 48,0 19-32,0-19 94,0 18-94,0-17 0,0 35 1,0-18-1,0 1 0,0-19-15,0 1-1</inkml:trace>
  <inkml:trace contextRef="#ctx0" brushRef="#br0" timeOffset="12692.84">18168 11536 0,'-18'35'32,"18"-17"-17,-35 52 17,35-52-17,-35 35 1,35-35-1,-18 34 1</inkml:trace>
  <inkml:trace contextRef="#ctx0" brushRef="#br0" timeOffset="14930.61">18591 10936 0,'18'0'47,"17"0"-16,-17 0-15,-18 18 15,0-1-15,0 54 0,0 35 15,0-89-16,-18 36 1,-35 18 15,53-53-15,-17-18-16,-19 70 16,1-35 15,53-17 0,105-18 0,-70 0 1,0 0-17,-35 0 1,35 0-1,-36 0-15</inkml:trace>
  <inkml:trace contextRef="#ctx0" brushRef="#br0" timeOffset="15275.42">19032 11307 0,'0'17'16,"0"-34"-16,-35 246 31,-18-88 0,53-88-15,-17-18 0</inkml:trace>
  <inkml:trace contextRef="#ctx0" brushRef="#br0" timeOffset="16055.64">19491 10866 0,'-18'35'47,"-70"141"-16,88-123-15,0-35 0,0-1 15,18 1-15,35-18 15,-18 0-16,18 0 17,-35-18-17,-1 18-15,1-17 32,-1 17 14,-17 141-30,-52 0 31,16-35-31,19-71-16,17-17 31</inkml:trace>
  <inkml:trace contextRef="#ctx0" brushRef="#br0" timeOffset="16340.4">19914 11395 0,'-17'70'31,"-1"-34"-31,-35 105 31,35-88-15,1-53-16,17 17 16,0 1-16</inkml:trace>
  <inkml:trace contextRef="#ctx0" brushRef="#br0" timeOffset="17068.83">20426 10918 0,'0'-17'15,"-88"34"16,-1 107-15,1 17 0,35-35-1,36-53 1,-1 0 0,18-36-1,0 1 1,88 35-1,-17-35 1,-1-18 0,-34 0-1,-19 0 1,-17-36 0,0 1-1,0 0 1,0 17 15,-17 0-15,-1 1-1,0 17 1,-17-18 0,17 18-1,-52-17 1,52 17-1,1 0 1</inkml:trace>
  <inkml:trace contextRef="#ctx0" brushRef="#br0" timeOffset="17446.06">20814 11448 0,'0'0'0,"-71"158"15,54-122 1,-71 158 0,70-159-1,-70 71 16</inkml:trace>
  <inkml:trace contextRef="#ctx0" brushRef="#br0" timeOffset="17733.06">21114 11571 0</inkml:trace>
  <inkml:trace contextRef="#ctx0" brushRef="#br0" timeOffset="17979.65">21484 11465 0</inkml:trace>
  <inkml:trace contextRef="#ctx0" brushRef="#br0" timeOffset="18249.09">21837 11465 0</inkml:trace>
  <inkml:trace contextRef="#ctx0" brushRef="#br0" timeOffset="19499.38">22031 10636 0,'18'0'47,"-1"53"-32,-17-18 1,18 18 0,-18-17-1,0-1 1,0-17-1,0-1 1,0 18 0,-18 1-1,18-19 17,0 1-17,36 0 16,-1-18-15,0 0 15,-17 0 1,-18-18 14,0 89 64,0 34-95,0 19 17,0 35-1,0-124-15,0 18-1,0-36 32,0 1-16</inkml:trace>
  <inkml:trace contextRef="#ctx0" brushRef="#br0" timeOffset="20574.08">15152 13264 0,'0'0'0,"35"-88"15,0-18 1,36-35 15,-36 106-15,-17 0-1,17-36 1,36-17 15,-36 35-15,-17 35-16,-1-17 16,1 18 93,17 69-93,-35 72-1,18 35 1,-18-142-16,0 36 15,35 53 1,-35-88 0,18-1-1,-18 1 1</inkml:trace>
  <inkml:trace contextRef="#ctx0" brushRef="#br0" timeOffset="20931.61">15311 12947 0,'0'0'0,"88"0"15,35 0 17,-105 0-17,52 0 1,-52 0-1,0 0-15</inkml:trace>
  <inkml:trace contextRef="#ctx0" brushRef="#br0" timeOffset="21808.79">15857 13106 0,'0'0'16,"36"0"-1,-19 0 1,1 0 0,0 0-1,-1 35 16,-17 18-15,0 17 15,0-52-15,-17 0-16,-19-1 16,1 1-1,17 0 1,18-1 31,53-17-32,0 0 1,-35 18 0,35 35 15,-36-36-16,-17 1 1,0 0 0,0-1-1,-35 19 1,17-36-16,-52 17 31,-1-17-15,18 0-1,18 0-15</inkml:trace>
  <inkml:trace contextRef="#ctx0" brushRef="#br0" timeOffset="22213.33">16263 13018 0,'0'0'0,"88"0"16,-70 0-1,105-36 1,-87 36-16,-19 0 15,36-17 1,-35 17 0</inkml:trace>
  <inkml:trace contextRef="#ctx0" brushRef="#br0" timeOffset="22463.53">16422 12806 0,'17'0'31,"19"0"-16,122 0 1,-122 0 0,34-18-16</inkml:trace>
  <inkml:trace contextRef="#ctx0" brushRef="#br0" timeOffset="23493.99">17339 12241 0,'0'-17'16,"0"70"31,0-36-32,0 1-15,-53 88 16,18-53 0,35-18-1,-53 0 1,35 1-1,-35-1 1,0 0 15,71-53 32,0 18-48,35-17 1,-36 17 47,36 53-32,-53 70 0,0-105-15,-17 123-1,-54-35 17,18 35 14,35-123-30,18-1 15,18-17-31</inkml:trace>
  <inkml:trace contextRef="#ctx0" brushRef="#br0" timeOffset="24277.11">17533 12559 0,'-18'0'32,"-34"159"-1,34-89-15,18-35-1,0-17-15,0 0 16,18-18-1,-1 17-15,1-17 16,17 0 0,-17 0-1,-1 0 1,36-17 0,18-54 15,-71 54-31,17-19 15,19-17 1,-36 18 0,0-53 15,-18 70-15,0 1-1,1-1 1,17 0-1,-18 18 17,1 0-1,-36 0-15,17 18-1,19-18-15</inkml:trace>
  <inkml:trace contextRef="#ctx0" brushRef="#br0" timeOffset="24785.74">17939 12859 0,'0'35'62</inkml:trace>
  <inkml:trace contextRef="#ctx0" brushRef="#br0" timeOffset="25729.11">18468 12383 0,'35'0'32,"-17"0"-1,-1 0-15,19 0-1,-1 0 1,-35 17-1,0 18 1,0 1 15,-35-1-15,35-17-16,-106 35 31,124-36 47,34 1-62,-16-18 0,-1 17-1,18 1 16,-35 17-15,-18-17 0,17 17-1,-17-17-15,0 0 16,0 17 0,-70 35 15,-36-52-16,0 0 1,35-1 0,54-17-1</inkml:trace>
  <inkml:trace contextRef="#ctx0" brushRef="#br0" timeOffset="26174.9">18909 12771 0,'0'52'15,"0"1"1,0-35-16,-35 53 16</inkml:trace>
  <inkml:trace contextRef="#ctx0" brushRef="#br0" timeOffset="26948.39">19526 12365 0,'-17'0'62,"-72"88"-46,72-70-16,-1 17 15,-52 106 1,70-106 15,0-17-15,0 17 0,53 1 15,-36-19-16,1-17 1,17 0 0,-17 0-1,35 0 1,0-17 0,-36-36 15,-17 0-16,0 35 1,0 0 0,-35 1-1,0 17 1,-18 0 15,35 0-15,-17 17-1</inkml:trace>
  <inkml:trace contextRef="#ctx0" brushRef="#br0" timeOffset="27291.16">19720 12771 0,'0'52'16,"-70"178"15,70-213-31,-36 19 31</inkml:trace>
  <inkml:trace contextRef="#ctx0" brushRef="#br0" timeOffset="28156.7">20038 12294 0,'0'0'15,"-124"89"17,124-72-1,18 1-16,0-1 1,17 1 0,-17-18 15,-1 0-15,1-18-1,17-17 1,-17-18 15,-18 36-15,0-19 31,-18 36-32,18 36 63,18 52-62,17-18 0,0 19-1,-35-72-15,71 124 31,-71-123-15,0 0 31,-18-1-31,-105 18 15</inkml:trace>
  <inkml:trace contextRef="#ctx0" brushRef="#br0" timeOffset="28580.63">20479 12788 0,'0'71'32,"-53"70"-17,35-106 1</inkml:trace>
  <inkml:trace contextRef="#ctx0" brushRef="#br0" timeOffset="28862.82">21096 12629 0</inkml:trace>
  <inkml:trace contextRef="#ctx0" brushRef="#br0" timeOffset="29284.43">21449 12771 0</inkml:trace>
  <inkml:trace contextRef="#ctx0" brushRef="#br0" timeOffset="29566.49">21696 12753 0</inkml:trace>
  <inkml:trace contextRef="#ctx0" brushRef="#br0" timeOffset="30575.23">21872 12206 0,'0'53'47,"-17"53"-16,-19-36-15,36 1-1,0-18 1,0 17 0,0-34-1,18-36 16,17 0-15,-17 0 0,0-18-1,52-35 17,-35 18-17,-35 17 16,-17 71 63,17 18-78,0-1-1,0-17 1,0 0 0,0-18-1,-18 36 17,0-53-17,18-1 1,-17-17-1,-71 0 1,-36 0-16</inkml:trace>
  <inkml:trace contextRef="#ctx0" brushRef="#br0" timeOffset="32072.94">15064 14623 0,'53'-141'63,"-1"-18"-48,-34 141 1,17-70 0,-35 70 46,36 18-46,-19 0 15,-17 36 32,0 34-48,0 1 1,18 52-1,-18-88-15,0 18 16,18 18 0,-18-53 31,0-1-32,0 1 1,0 17-1,-18-35 1</inkml:trace>
  <inkml:trace contextRef="#ctx0" brushRef="#br0" timeOffset="32532.75">15152 14570 0,'17'-18'16,"1"18"0,106 0-1,-107 0 1,54 0 0,-54 0-1,19-18 1</inkml:trace>
  <inkml:trace contextRef="#ctx0" brushRef="#br0" timeOffset="33636.37">15699 14640 0,'-18'18'94,"18"35"-47,-35-36-31,52-17 46,19 0-46,34 0 15,-52 0-15,17 0 15,0 18 0,-35 0 32,0-1-48,-17-17-15,-54 53 32,36-35-17,17-18 1,1 0 15,-1 0-15,0 0 15</inkml:trace>
  <inkml:trace contextRef="#ctx0" brushRef="#br0" timeOffset="34026.51">15681 14658 0,'18'0'15,"-36"0"-15,106 0 32,-70 0-32,70 0 31,-53 0-15,-17 0-16</inkml:trace>
  <inkml:trace contextRef="#ctx0" brushRef="#br0" timeOffset="34416.94">16298 14429 0,'18'0'16,"123"0"15,-123 0-31,52 0 16,54 0 0,-71 0-1,-18 0 1,-35-18-16</inkml:trace>
  <inkml:trace contextRef="#ctx0" brushRef="#br0" timeOffset="34713.48">16510 14217 0,'53'0'47,"0"0"-32,-36 0-15,107 0 32,-106 0-32</inkml:trace>
  <inkml:trace contextRef="#ctx0" brushRef="#br0" timeOffset="36041.1">17286 13776 0,'0'35'47,"-35"18"-31,35-35-16,0 17 16,-35 124 15,17-106-16,0-36 1,1 1 0,17 0-1,-18-1 1,0 1 0,1-18-1,34 0 110,1 0-109,17 0-1,-17 0 1,0 18 0,-1-1-1,18 142 17,-35-36-17,0 1 16,0-89 1,-17 0-17,34-17 48,36-18-48</inkml:trace>
  <inkml:trace contextRef="#ctx0" brushRef="#br0" timeOffset="36765.18">17886 12823 0</inkml:trace>
  <inkml:trace contextRef="#ctx0" brushRef="#br0" timeOffset="37303.33">17921 12859 0,'0'53'15,"0"-18"1,0 18-1,-18-35 1,18-1-16,-17 36 16,17-35-1,-18 70 1,18-53 15</inkml:trace>
  <inkml:trace contextRef="#ctx0" brushRef="#br0" timeOffset="38262.39">17568 14358 0,'-17'18'32,"17"88"-1,0-89-15,17 1-1,36-1 16,-35-17-15,17 0 0,0-35-1,36-35 17,17-71-1,-70 70-16,-18 36 1,0 17 0,0-17-1,0 17-15,-35-35 32,17 36-17,0-1-15,-35-17 31,18 35-15,0 17 0,0 19-1,17-19-15,-53 71 32,71-70-17,0 17 1,0 18-1,0-35 48</inkml:trace>
  <inkml:trace contextRef="#ctx0" brushRef="#br0" timeOffset="38653.56">18080 14340 0,'0'36'15,"-18"-19"1,18 19 0,-17-19-1,-19 71 1,19-17 0</inkml:trace>
  <inkml:trace contextRef="#ctx0" brushRef="#br0" timeOffset="39587.26">18380 13935 0,'0'35'16,"-18"-17"0,0 35-1,1-1 1,17-16 0,0-19 15,17 1 31,1-18-46,70 0 0,-17 0 15,-54 18 31,-17 52-46,0 18 0,0-70 15,-17 0-16,-1-18 1,1 17 0,-54 1-1,0-18 1,1 18 15,52-36 16,18 0-47</inkml:trace>
  <inkml:trace contextRef="#ctx0" brushRef="#br0" timeOffset="39996.92">18397 13882 0,'53'0'31,"-106"0"-31,194 0 31,-123 0-31,70 17 32,-35-17-17</inkml:trace>
  <inkml:trace contextRef="#ctx0" brushRef="#br0" timeOffset="40399.76">19050 14429 0,'0'35'31,"0"-17"-31,-71 87 31,36-34-15,18-36 0,17 0-1,-18-17-15</inkml:trace>
  <inkml:trace contextRef="#ctx0" brushRef="#br0" timeOffset="41074.08">19297 14146 0,'0'0'0,"53"-70"15,-35 52-15,17-17 16,-18 0 0,19-18-1,-19 17 1,36-16-1,-17-19 1,-19 71 15,-17 71 1,0 17-17,0 0 1,0-18-1,-17-52-15,17 53 32,0-54-17,0 19 1,0-1 0,0-17-1,0 17 1,0-18-16,0 19 15,0-1 17</inkml:trace>
  <inkml:trace contextRef="#ctx0" brushRef="#br0" timeOffset="41885.44">19897 13935 0,'0'17'47,"-36"36"-31,-17 141 15,53-123-16,0-36 1,0 0 15,18-35 16,0 0-31,17 0-1,0 0 1,1-35 0,-19 0-1,19 0 1,-36-1 0,0 1-1,0 0 1,0-1-1,0 1 1,0-18 15,-18 36-15,0-1 15,1 18 0,-1 0-15,0 0 15,1 0 16</inkml:trace>
  <inkml:trace contextRef="#ctx0" brushRef="#br0" timeOffset="42391.73">20161 14358 0,'0'0'0,"0"71"16,0-54-1,-53 54 1,53-54 0,-17 1-1,-19 35 1</inkml:trace>
  <inkml:trace contextRef="#ctx0" brushRef="#br0" timeOffset="42770.45">20355 14429 0</inkml:trace>
  <inkml:trace contextRef="#ctx0" brushRef="#br0" timeOffset="43029.8">20567 14429 0</inkml:trace>
  <inkml:trace contextRef="#ctx0" brushRef="#br0" timeOffset="43283.37">20761 14429 0</inkml:trace>
  <inkml:trace contextRef="#ctx0" brushRef="#br0" timeOffset="44621.14">21043 13600 0,'0'70'47,"0"1"-15,0-36-17,0 88 1,0-87 15,0-1 0,0-17-15,0-1 0,18 36 15,-1-53 0,19 0 0,17 0 1,0-17-1,-18-1 0,-35 0 0,-35 18 126,17 36-142,0-1 1,18 18-1,0-36 1,0 1 0,0 17-1,0-17 1,0 0 15,0 17-15,0 0-1,0-17 1,0-1 0,0 19-1,0-19 1,-17 1 0,-1 17 15,0 1-16,-17-1 17,17-35-17,1 35-15</inkml:trace>
  <inkml:trace contextRef="#ctx0" brushRef="#br0" timeOffset="47741.07">14764 15663 0,'0'18'31,"0"88"-15,0-53-16,88 194 31,-88-141-15,18-54-1,-1-16 1,-17-19 0,0 19-1,0-19-15,53 142 31,-18-124-15,-17-17 0,0 0 15,-1-18-15,1 0-16,17 0 31,1-36-16,-36 19-15,17-1 16,36-123 0,-53 106-16,0 17 15,35-123 1,1 35 15,-19 71-15,-17 17-1,0 0 1,0 1 0,0-18-1,0 17-15,0-17 32,0-1-1,0 1-16,0 0 17</inkml:trace>
  <inkml:trace contextRef="#ctx0" brushRef="#br0" timeOffset="48515.07">15452 16669 0,'17'0'16,"36"-88"0,18-18-1,-36 70-15,0-52 16,1-18 0,-19 89-16,54-213 31,-54 142-16,1 0 1,-18 53 0,18 17-1,-1 53 79,1 71-78,0-88-16,-18 123 15,0 18 1,0-124-16,17 159 31,-17-176-15</inkml:trace>
  <inkml:trace contextRef="#ctx0" brushRef="#br0" timeOffset="48890.65">15716 16351 0,'36'-17'47,"16"17"-16</inkml:trace>
  <inkml:trace contextRef="#ctx0" brushRef="#br0" timeOffset="49436.44">16087 16298 0,'0'0'0,"0"53"16,-18-17 0,0-1-1,18-18-15,0 36 16,0 0-1,0-35 1,0 0 0,18-1-16,0 1 15,17-18 17,0 0-17,1 0 1,-1 0-1,-18 0 1</inkml:trace>
  <inkml:trace contextRef="#ctx0" brushRef="#br0" timeOffset="49856.54">16228 16122 0</inkml:trace>
  <inkml:trace contextRef="#ctx0" brushRef="#br0" timeOffset="50296.57">16792 16281 0,'36'0'16,"16"0"0,19-18-1,-53 18 1,70-18 0</inkml:trace>
  <inkml:trace contextRef="#ctx0" brushRef="#br0" timeOffset="50635.55">16845 15998 0,'71'0'46,"52"0"-14,-105 0-32,229 0 31,-212 0-31</inkml:trace>
  <inkml:trace contextRef="#ctx0" brushRef="#br0" timeOffset="53287">17621 15540 0,'0'18'31,"-35"70"-15,35-71-16,-18 1 16,1 53-1,-36 34 17,18-52-17,17-35 1,18 0-1,18-18 48,17 0-32,-18 0-15,1 0 15,0 35 0,-18 18 1,0 35-17,0-70-15,0 17 16,0-17-16,-18 52 15,18-52 1,0 17 0,0 0-1,0 36 17,0-54-17,35-17 1</inkml:trace>
  <inkml:trace contextRef="#ctx0" brushRef="#br0" timeOffset="54166.41">18045 15769 0,'-53'18'32,"35"17"-17,-70 159 1,88-176 0,0 105-1,0-87 1,17 16 15,36-34 0,18-18 1,-53 0-1,-1 0-16,1 0-15,0-35 16,-1 0 0,18-18-1,-17 0 1,-18 17 0,18-17-1,-18-17 1,0 35-1,0-1 1,0 19 0,0-1-1,0 0 32,0 1-31,-53-1-1,35 18 1,1 0 0,-1 0 31,0 0-32,-17 0 1,17 18-16</inkml:trace>
  <inkml:trace contextRef="#ctx0" brushRef="#br0" timeOffset="55499.02">18415 16334 0,'-18'0'15,"-17"88"1,0-53-1,35-17 1,0-1 0,0 36-1,-18-53 1,18 18 0</inkml:trace>
  <inkml:trace contextRef="#ctx0" brushRef="#br0" timeOffset="56337.63">18644 15663 0,'18'0'16,"17"0"15,-17 0 0,0 0-15,-1 36 0,1-19-1,-1-17 17,-17 18-17,0 70 1,-35 36 15,0-72 0,35-34-15,-53 35 0,53-35 15,0-1 16,35 1-32,18 35 17,18-53-17,-54 0-15,54 0 16,-18 0-1,-18 0 1</inkml:trace>
  <inkml:trace contextRef="#ctx0" brushRef="#br0" timeOffset="56735.17">19279 16281 0,'0'0'0,"0"88"16,-70 53 15,34-70-16,-16-19 1,34-16 0,0-19-1,1 1 1</inkml:trace>
  <inkml:trace contextRef="#ctx0" brushRef="#br0" timeOffset="57753.25">19544 15716 0,'0'0'0,"18"0"15,-1 0 1,18 0 15,18 0-15,-35 36 15,-18-1-15,0-18-1,-18 19 1,1-19-1,-19 19 1,19-19 0,-18 1-1,35 0 48,35-18-16,18 17-16,-36-17-15,1 0-1,0 18 1,-1-18-1,1 17-15,-18 1 16,0 0 0,0-1 15,-18 36-15,1-35-1,-19 17 1,36-17-16,-17-18 15,-54 53 1,71-36-16,-35-17 16,0 0-1,17 0 17</inkml:trace>
  <inkml:trace contextRef="#ctx0" brushRef="#br0" timeOffset="58141.52">20038 16122 0,'0'53'15,"-18"-35"1,-52 123 0,52-106-1,0 0 1,18 0 15</inkml:trace>
  <inkml:trace contextRef="#ctx0" brushRef="#br0" timeOffset="59155.36">20338 15716 0,'-18'18'63,"18"0"-47,-18-1-1,18 18 1,-17 1-1,17-19 1,-18 1 0,18 0 15</inkml:trace>
  <inkml:trace contextRef="#ctx0" brushRef="#br0" timeOffset="61778.61">20338 15734 0,'0'18'47,"0"-1"-32,0 1 1,-18 35 15,0 0-15,18-36-1,-17 1 1,-1 35 0,18-36-1,0 19 32,0-19-16,0 1 1,0 0-1,0-1 0,71-17 0,-54 0-15,71-35 0,-70 35-1,17-18 1,1 1 15,-19 17 16,-17 17 47,0 36-79,0-17 1,-17 17 0,-1-1-1,18 1 1,0-35 15,0 17 32,0 1-48,0-1-15</inkml:trace>
  <inkml:trace contextRef="#ctx0" brushRef="#br0" timeOffset="62919.13">20814 16422 0,'0'70'16,"-18"19"0,1-54-1,-1 0 1,18-17 15,0-1-15</inkml:trace>
  <inkml:trace contextRef="#ctx0" brushRef="#br0" timeOffset="63872.85">21114 15804 0,'-18'36'31,"0"-19"-15,1 54 0,17-53-1,0 17 1,0-18 93,70-17-77,19 0-17,-54 0 16,-17 0 1,-1 0-17,36 53 1,-35-17 15,-18-19 0,0 19-15,-18 17 0,0-36-1,1 1 1,-18-18 0,17 0-1,-17 17 1,17-17-1,0 0 1,1 0 15,-1 0-15,0 0-16</inkml:trace>
  <inkml:trace contextRef="#ctx0" brushRef="#br0" timeOffset="64243.15">21078 15734 0,'36'0'31,"34"0"0,-17 0-15,-35 0-16,17 0 15,36 0 1,-36 0-16</inkml:trace>
  <inkml:trace contextRef="#ctx0" brushRef="#br0" timeOffset="66021.3">21625 16228 0,'0'53'31,"-17"17"-15,-1-34 0,-35 87-1,18-70 17</inkml:trace>
  <inkml:trace contextRef="#ctx0" brushRef="#br0" timeOffset="67198.27">22013 15610 0,'-35'18'47,"0"35"-31,0 18-1,-18-1 1,53-35-16,-18-17 15,-17 105 1,17-87-16,0 34 16,1-34-1,-1 52 1,18-53 0,0-17-1,0-1 1,35-17-1,1 0 1,-19 0 0,1 0-1,53-35 1,-36 17 0,-35 1-1,0-18 16,17 17-15,1-35 15,-18-18 1,-18 36-1,-17 35 0,-18 0 0,-17 0 1,34 0-1,1 0-16,0 0 1,0 35 0</inkml:trace>
  <inkml:trace contextRef="#ctx0" brushRef="#br0" timeOffset="69434.78">22190 16263 0,'0'0'0,"0"18"31,0 17-15,-18-17 0,0 17-1,1 18 16,17-18-15</inkml:trace>
  <inkml:trace contextRef="#ctx0" brushRef="#br0" timeOffset="70587.38">22437 15998 0,'17'-52'16,"72"-19"15,-19 0 0,-52 54-15,-1-18-1,-17-1 1,0-52 15,0 53-15,-17 0-1,-1 17 1,0 18 31,-17 0-31,0 0-1,0 53 1,17 17-1,18 19 1,0-37 0,0-16 15,0-1-15,35 53 15,-17-35-16,0 18 17,-1-36-17,-17-17 1,0 17 0,0-17-1,0 34 1,0-34-1,-17 17 1,-1-35 15,-35 0 1,0-35-1,18-35 0,35-36 0,0 88-15,17-17 0,1 17 30,0 0-14</inkml:trace>
  <inkml:trace contextRef="#ctx0" brushRef="#br0" timeOffset="72920.17">22842 16334 0,'-35'17'16,"-18"54"0,0 17 15,36-70-15,17-1-1</inkml:trace>
  <inkml:trace contextRef="#ctx0" brushRef="#br0" timeOffset="73249.03">23072 16387 0</inkml:trace>
  <inkml:trace contextRef="#ctx0" brushRef="#br0" timeOffset="73534.39">23530 16351 0</inkml:trace>
  <inkml:trace contextRef="#ctx0" brushRef="#br0" timeOffset="73850.09">23760 16351 0</inkml:trace>
  <inkml:trace contextRef="#ctx0" brushRef="#br0" timeOffset="75197.66">23848 15363 0,'0'18'140,"0"35"-124,0 18 0,0 105 15,0-158-31,0 17 16,0 0 62,17-35-63,1 0-15,17 0 32,1 0-17,-19 0 1,1 0-1,17 0 1,0 18 156,18 105-156,-53-87-16,18 87 31,-18-70-16,0 18 1,-18 123 15,18-159-31,-35 18 16,17 0 0,-34-18 15,34-17-16,0-18 1,-35 0 0</inkml:trace>
  <inkml:trace contextRef="#ctx0" brushRef="#br0" timeOffset="78871.92">23671 15328 0,'0'18'94,"18"-18"-78,17 0 62,-17 0-63,0 0 1,-1 0 125,1 0-126,0 0 141,-1 0-124,1 0 46,-1 0-47</inkml:trace>
  <inkml:trace contextRef="#ctx0" brushRef="#br0" timeOffset="81263.57">14623 18062 0,'0'-35'31,"35"-53"-15,53-53 15,-35 35-16,-35 0 17,-1 71-17,-17 17 1,18-52 0,35 34 15,-35 1-16,-1 17 1,1 1 0,-1-1-16,19-35 31,-19 53-15,-17-18-1,0 1 1,36 17 15,-19 0-15,1 17-1,17 1 1,-17-18-16,-18 18 16,0-1-1,17 1 1,1 0-1,17 70 1,-35-35 0,0-36-16,18 1 15,-18 17 1,0-17 0,0 0-1,0 17 1,0 35 15,0-17-15,0-17-1,0-1 1,0 35 0,0-17-1,0-35 1,0 17 15,0-17-15,0 0-1,0-1 32</inkml:trace>
  <inkml:trace contextRef="#ctx0" brushRef="#br0" timeOffset="82088.16">15487 18080 0,'0'-35'47,"18"17"-32,52-123 1,-52 106 0,70-124-1,0 71 1,0-36 15,-52 71-15,17-53-1,-36 89 1,36-71 0,-35 88-1,-1-18 1,-17 53 62,0 0-62,18 160 15,0-107 0,-18 18 0,0-54-15,0-16-16,0 17 16,0 0-1,0-36 1,0 1-1</inkml:trace>
  <inkml:trace contextRef="#ctx0" brushRef="#br0" timeOffset="82447.69">15893 17709 0,'0'0'0,"35"0"15,-17 0-15,-1 0 16,36 0 15,-35 0-15,17 0-1,0 0 1,1 0 0</inkml:trace>
  <inkml:trace contextRef="#ctx0" brushRef="#br0" timeOffset="83013.09">16210 17780 0,'0'18'31,"0"-36"-31,0 71 16,0-35-16,0 70 31,0-53-15,0 36 15,0-54-15,0 1 15,18 17-16,-1-35 1,1 0 0,53-53 15,-54 18-15,-17 17-16</inkml:trace>
  <inkml:trace contextRef="#ctx0" brushRef="#br0" timeOffset="83453.7">16228 17586 0</inkml:trace>
  <inkml:trace contextRef="#ctx0" brushRef="#br0" timeOffset="83907.66">16792 17709 0,'0'0'0,"71"0"16,-36 0-1,-17 0 1,-1 0 0,36 0-1,-35-17 17,0 17-1</inkml:trace>
  <inkml:trace contextRef="#ctx0" brushRef="#br0" timeOffset="84237.61">16792 17515 0,'36'0'15,"-19"0"1,18 0-16,54 0 15,-72 0 1,36 0 0,-18 0 15</inkml:trace>
  <inkml:trace contextRef="#ctx0" brushRef="#br0" timeOffset="86355.79">17551 17180 0,'-18'36'47,"0"16"-32,1-16 1,17-19-1,-18 1-15,18 0 16,-17-1 0,-1 36-1,0 0 17,18-35-17,-17-1 1,-1 19 15,-17-19-15,17-17 15,18 18 0,35-18 47,-17 0-46,17 0-1,-17 0-16,0 18 1,-1 17 15,-17 0 1,0 18-1,0 0 0,0 18 0,0-36 1,0 0-1,-17-17 0,17 35 0,0-36 1,0 19-17,0-1 16,35 0 16,-18-35 31,19 0-62,-1-17 0,-17 17-16</inkml:trace>
  <inkml:trace contextRef="#ctx0" brushRef="#br0" timeOffset="90278.53">17903 17463 0,'0'0'0,"-17"0"16,-18 0 0,35 17-16,0 1 15,-36 17 1,36 18 0,0 0-1,-17 17 16,17-34-15,0-1 0,0 0-1,0-17-15,0 17 16,17 36 0,54-36-1,-54-35 1,1 0 31,0 0-32,-1 0 1,36-71 0,-35 54-16,-18-1 15,53-88 1,-35 89-16,-1-36 31,-17 35-15,0-17-1,18 17 1,-18-35 0,0 36-1,0-1-15,0-35 16,-35 53 15,17-35 0,-35 0 1,35 35-17,1-36 16,-1 36-15,0 0 15,-17 0-15,17 0 15,1 0-15,-36 71 15,35-1-15,1-52-16,-1 35 15,18 0 17</inkml:trace>
  <inkml:trace contextRef="#ctx0" brushRef="#br0" timeOffset="90854.12">18344 17886 0,'0'17'32,"0"1"-17,-35 35 1,18 0 0,-1-35-16,-17 17 15,17 0 1,18-17-16,-18-1 15,-17 36 1,35-35-16,-18-18 16,18 18-1</inkml:trace>
  <inkml:trace contextRef="#ctx0" brushRef="#br0" timeOffset="105827.56">18662 17304 0,'35'0'15,"1"0"1,-19 0-1,1 0 1,17 0 0,-17 0-1,-1 0 1,1 17 15,-18 19-15,0 52 15,-35-18-15,-1-34-1,-16-1 17,34 0-17,71-35 48,-18 0-48,0 0 1,-17 0 0,0 0-1,-1 0 1,1 0-1,35 36 1,-36-19 0,-17 1-1,0 17 17,-17 0-17,-1-17 1,1 0-1,-1 17 1,-17-35 0,17 18-1,-35-1 17,35-17-17,-52 0 1,35 0 15,-1 0-15</inkml:trace>
  <inkml:trace contextRef="#ctx0" brushRef="#br0" timeOffset="106773.03">19279 17233 0,'0'35'32,"-70"107"-1,70-125-15,0 124-1,0-123 1,-18 88 15,18-71-15,0-17-16,18-18 31,52 0-15,1-18 30,-18 0-30,17-34 15,-52 16-15,-18 1 0,0-53-1,0-18 16,-18 71-15,-17-1 0,35 1-1,-18 35-15,1-18 16,-1 18 31,1 0-32,-1 0 17,-17 0-17,17 0-15,-35 0 32,-18 18-17</inkml:trace>
  <inkml:trace contextRef="#ctx0" brushRef="#br0" timeOffset="107218.18">19614 17780 0,'0'18'16,"0"17"-1,-70 71 1,35-53 0,-1 0 15,36-36-16,0-52 32</inkml:trace>
  <inkml:trace contextRef="#ctx0" brushRef="#br0" timeOffset="108107.05">20232 17216 0,'-18'0'16,"-70"35"15,0 18 0,88-18-15,-18-17-16,18 35 16,0 0-1,0-36-15,-17 36 16,17-18-1,0-17-15,0 0 32,17-1-1,1-17-15,-1 0-1,19 0 1,-19 0 15,1 0 0,0-17-15,-18-1 0,17-53 15,1 54-31,-18-36 31,0 0 0,-18 35-15,18 1 0,-17 17-1,-1 0-15,-53 17 31,-17 19-15,71-36-16,-19 35 16,19-17-16,-1-1 15,0 1 1</inkml:trace>
  <inkml:trace contextRef="#ctx0" brushRef="#br0" timeOffset="108890.07">20602 17339 0,'-17'0'31,"-19"0"-15,-52 88 0,35 18-1,0 0 1,36 17-1,17-52 17,0-53-1,17-18-15,1 0-16,35 0 15,53-36 1,-36-52-1,-34 35 1,-19-53 15,-17 36-15,0-36 15,0 88 0,-17 1 1,-1 17-17,-70 0 1,35 0 15</inkml:trace>
  <inkml:trace contextRef="#ctx0" brushRef="#br0" timeOffset="109245.65">20761 18009 0,'-71'141'31,"142"-282"-31,-177 353 15,106-194-15,-17 17 32,-1-17-17</inkml:trace>
  <inkml:trace contextRef="#ctx0" brushRef="#br0" timeOffset="110406.45">21061 17268 0,'-35'36'62,"-1"70"-30,36-36-17,0-17 1,0-18-1,18-35 17,17 0-1,18-17-15,-18-19-1,1 1 1,-19-53-1,1 35 1,-18 18 0,0-18-1,-35 18 1,17 35 0,0 0-1,1 0 1,-1 0 31,18 17 0,0 18-32,18-17 16,-1-18-15,1 0 0,0 0-1,17 18 17,-35 52-17,0 19 1,0-72-1,0 1-15,0 70 16,0-70 0,-18 70-1,-70 88 17,53-141-17,35-17-15,-53 0 31,0-18-15,35 0 0,-70-53-1,53 35 17,17-17-1</inkml:trace>
  <inkml:trace contextRef="#ctx0" brushRef="#br0" timeOffset="111150.78">21484 17198 0,'-35'35'31,"-53"106"1,70-35-17,18-18 1,0 36 0,0-71-1,0-36 1,0 1-1,35 0 1,1-18 0,-19 0-1,1 0-15,17-18 16,0-17 0,54-89 15,-72 89-16,-17-18 1,0 35 0,0 1-1,0-18 1,0-1 0,-17 1-1,-1-18 1,-17 35-1,-18-17 1,0 0 15,35 35 16,18 53-47</inkml:trace>
  <inkml:trace contextRef="#ctx0" brushRef="#br0" timeOffset="111559.97">21661 17798 0</inkml:trace>
  <inkml:trace contextRef="#ctx0" brushRef="#br0" timeOffset="111854.77">21837 17780 0</inkml:trace>
  <inkml:trace contextRef="#ctx0" brushRef="#br0" timeOffset="112180.28">22066 17745 0,'0'0'0,"18"0"31</inkml:trace>
  <inkml:trace contextRef="#ctx0" brushRef="#br0" timeOffset="121079.12">22384 16969 0,'0'35'62,"0"18"-46,0-36-16,0 19 16,0-19-1,0 54 17,0-18-17,-18 0 1,0-18-1,18 0 1,0-17 0,0 0-1,0-1 1,18-17 15,17 0-15,-17 0-1,0 0 1,-1 0 0,1-17-1,0-1 1,-18 0 0,0-35 15,0 36 0,0-1-15,0 0-1,0 1 1,-36 52 78,36 0-79,0 1 1,0-1 0,0-17-1,0 17 1,0 0-1,0 0 1,0-17-16,0 0 16,0 35-1,0-36-15,0 1 16,0 0 0,0 34-1,0-34 1,0 17-1,-17-17 17,17 0-17,-18-1 1,-35 1 15,35-18 0,-17 18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BBD19-9D27-4423-8C2A-566AA19CC388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1C18B9-B607-47D5-A964-24EA6499A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4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5CD48B60-268F-04B7-89D9-C418592E9087}"/>
              </a:ext>
            </a:extLst>
          </p:cNvPr>
          <p:cNvSpPr txBox="1"/>
          <p:nvPr/>
        </p:nvSpPr>
        <p:spPr>
          <a:xfrm>
            <a:off x="4524897" y="0"/>
            <a:ext cx="3142207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B9D85-F03E-68B7-06A1-0466B8CA3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C68A138-7CE0-08C5-C10B-C5A9C5253D62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144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Just as the Sigma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numerical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summation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situations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C68A138-7CE0-08C5-C10B-C5A9C5253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14415" cy="830997"/>
              </a:xfrm>
              <a:prstGeom prst="rect">
                <a:avLst/>
              </a:prstGeom>
              <a:blipFill>
                <a:blip r:embed="rId2"/>
                <a:stretch>
                  <a:fillRect l="-819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8F33817E-D2B0-634A-4D36-CBECD3D423BE}"/>
              </a:ext>
            </a:extLst>
          </p:cNvPr>
          <p:cNvSpPr txBox="1"/>
          <p:nvPr/>
        </p:nvSpPr>
        <p:spPr>
          <a:xfrm>
            <a:off x="4524897" y="0"/>
            <a:ext cx="3142207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181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93C3F-137A-73C5-3A46-D75DC60C8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97AD3CF-72B3-C2FC-A069-112EB48D4CDE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144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Just as the Sigma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numerical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summation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situations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97AD3CF-72B3-C2FC-A069-112EB48D4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14415" cy="830997"/>
              </a:xfrm>
              <a:prstGeom prst="rect">
                <a:avLst/>
              </a:prstGeom>
              <a:blipFill>
                <a:blip r:embed="rId2"/>
                <a:stretch>
                  <a:fillRect l="-819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0455AE9-4929-B49C-B6D8-55A80E79BF21}"/>
                  </a:ext>
                </a:extLst>
              </p:cNvPr>
              <p:cNvSpPr txBox="1"/>
              <p:nvPr/>
            </p:nvSpPr>
            <p:spPr>
              <a:xfrm>
                <a:off x="176468" y="1616274"/>
                <a:ext cx="11839062" cy="1875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∪…∪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written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one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 =   </m:t>
                      </m:r>
                      <m:nary>
                        <m:naryPr>
                          <m:chr m:val="⋃"/>
                          <m:supHide m:val="on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≤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≤100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0455AE9-4929-B49C-B6D8-55A80E79B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616274"/>
                <a:ext cx="11839062" cy="1875450"/>
              </a:xfrm>
              <a:prstGeom prst="rect">
                <a:avLst/>
              </a:prstGeom>
              <a:blipFill>
                <a:blip r:embed="rId3"/>
                <a:stretch>
                  <a:fillRect l="-824" t="-2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42FAFB64-68A7-3F41-4569-60E19333C212}"/>
              </a:ext>
            </a:extLst>
          </p:cNvPr>
          <p:cNvSpPr txBox="1"/>
          <p:nvPr/>
        </p:nvSpPr>
        <p:spPr>
          <a:xfrm>
            <a:off x="4524897" y="0"/>
            <a:ext cx="3142207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198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159C0-4EF3-CF30-BC1A-608FC5F7D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34B8608-887C-A3E0-DD88-2C2AC16A8D9E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144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Just as the Sigma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numerical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summation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situations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34B8608-887C-A3E0-DD88-2C2AC16A8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14415" cy="830997"/>
              </a:xfrm>
              <a:prstGeom prst="rect">
                <a:avLst/>
              </a:prstGeom>
              <a:blipFill>
                <a:blip r:embed="rId2"/>
                <a:stretch>
                  <a:fillRect l="-819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ADCC8D9-29AC-5400-CD3C-6AA9A46A3659}"/>
                  </a:ext>
                </a:extLst>
              </p:cNvPr>
              <p:cNvSpPr txBox="1"/>
              <p:nvPr/>
            </p:nvSpPr>
            <p:spPr>
              <a:xfrm>
                <a:off x="176468" y="1616274"/>
                <a:ext cx="11839062" cy="1875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∪…∪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written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one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 =   </m:t>
                      </m:r>
                      <m:nary>
                        <m:naryPr>
                          <m:chr m:val="⋃"/>
                          <m:supHide m:val="on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≤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≤100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ADCC8D9-29AC-5400-CD3C-6AA9A46A3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616274"/>
                <a:ext cx="11839062" cy="1875450"/>
              </a:xfrm>
              <a:prstGeom prst="rect">
                <a:avLst/>
              </a:prstGeom>
              <a:blipFill>
                <a:blip r:embed="rId3"/>
                <a:stretch>
                  <a:fillRect l="-824" t="-2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9BD9AC3-4AE6-9DA6-5130-E0E2152438CE}"/>
                  </a:ext>
                </a:extLst>
              </p:cNvPr>
              <p:cNvSpPr txBox="1"/>
              <p:nvPr/>
            </p:nvSpPr>
            <p:spPr>
              <a:xfrm>
                <a:off x="176468" y="3429000"/>
                <a:ext cx="11839062" cy="1474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Infinity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∪…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written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 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   </m:t>
                      </m:r>
                      <m:nary>
                        <m:naryPr>
                          <m:chr m:val="⋃"/>
                          <m:supHide m:val="on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  =     </m:t>
                      </m:r>
                      <m:nary>
                        <m:naryPr>
                          <m:chr m:val="⋃"/>
                          <m:subHide m:val="on"/>
                          <m:supHide m:val="on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9BD9AC3-4AE6-9DA6-5130-E0E215243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429000"/>
                <a:ext cx="11839062" cy="1474506"/>
              </a:xfrm>
              <a:prstGeom prst="rect">
                <a:avLst/>
              </a:prstGeom>
              <a:blipFill>
                <a:blip r:embed="rId4"/>
                <a:stretch>
                  <a:fillRect l="-824" t="-3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DEB2AC78-C68D-4384-AB73-B9F551B83347}"/>
              </a:ext>
            </a:extLst>
          </p:cNvPr>
          <p:cNvSpPr txBox="1"/>
          <p:nvPr/>
        </p:nvSpPr>
        <p:spPr>
          <a:xfrm>
            <a:off x="4524897" y="0"/>
            <a:ext cx="3142207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817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39C60-9B1D-73F1-4D26-6D02DC3AE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66B81D9-ED02-919A-F7F4-5D0472D42931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144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Just as the Sigma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numerical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summation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situations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66B81D9-ED02-919A-F7F4-5D0472D42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14415" cy="830997"/>
              </a:xfrm>
              <a:prstGeom prst="rect">
                <a:avLst/>
              </a:prstGeom>
              <a:blipFill>
                <a:blip r:embed="rId2"/>
                <a:stretch>
                  <a:fillRect l="-819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4569435-F19F-6C64-27E3-E2F2F21A0A5D}"/>
                  </a:ext>
                </a:extLst>
              </p:cNvPr>
              <p:cNvSpPr txBox="1"/>
              <p:nvPr/>
            </p:nvSpPr>
            <p:spPr>
              <a:xfrm>
                <a:off x="176468" y="1616274"/>
                <a:ext cx="11839062" cy="1875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∪…∪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written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one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100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 =   </m:t>
                      </m:r>
                      <m:nary>
                        <m:naryPr>
                          <m:chr m:val="⋃"/>
                          <m:supHide m:val="on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≤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≤100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4569435-F19F-6C64-27E3-E2F2F21A0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1616274"/>
                <a:ext cx="11839062" cy="1875450"/>
              </a:xfrm>
              <a:prstGeom prst="rect">
                <a:avLst/>
              </a:prstGeom>
              <a:blipFill>
                <a:blip r:embed="rId3"/>
                <a:stretch>
                  <a:fillRect l="-824" t="-2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BFB3C62-E8F6-293C-86B4-E45041AAC05E}"/>
                  </a:ext>
                </a:extLst>
              </p:cNvPr>
              <p:cNvSpPr txBox="1"/>
              <p:nvPr/>
            </p:nvSpPr>
            <p:spPr>
              <a:xfrm>
                <a:off x="176468" y="3429000"/>
                <a:ext cx="11839062" cy="1474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Infinity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∪…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written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 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   </m:t>
                      </m:r>
                      <m:nary>
                        <m:naryPr>
                          <m:chr m:val="⋃"/>
                          <m:supHide m:val="on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  =     </m:t>
                      </m:r>
                      <m:nary>
                        <m:naryPr>
                          <m:chr m:val="⋃"/>
                          <m:subHide m:val="on"/>
                          <m:supHide m:val="on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BFB3C62-E8F6-293C-86B4-E45041AAC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429000"/>
                <a:ext cx="11839062" cy="1474506"/>
              </a:xfrm>
              <a:prstGeom prst="rect">
                <a:avLst/>
              </a:prstGeom>
              <a:blipFill>
                <a:blip r:embed="rId4"/>
                <a:stretch>
                  <a:fillRect l="-824" t="-3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431CBCE1-97D2-115D-26C8-C0ECCB7135AF}"/>
              </a:ext>
            </a:extLst>
          </p:cNvPr>
          <p:cNvSpPr txBox="1"/>
          <p:nvPr/>
        </p:nvSpPr>
        <p:spPr>
          <a:xfrm>
            <a:off x="176468" y="4903506"/>
            <a:ext cx="11839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last notation is incorrect if we do not intend to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all of the given sets.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41AC14E-34E4-583A-908A-7A668E810CAC}"/>
              </a:ext>
            </a:extLst>
          </p:cNvPr>
          <p:cNvSpPr txBox="1"/>
          <p:nvPr/>
        </p:nvSpPr>
        <p:spPr>
          <a:xfrm>
            <a:off x="4524897" y="0"/>
            <a:ext cx="3142207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967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18647-9702-402D-1DF0-E394D626D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DD088F2-B363-89C8-F11E-BE0EAA9A29E7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14415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Just as the Sigma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l-PL" sz="240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numerical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summation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situations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for the intersection of 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is the set intersection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⋂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and for the multiplication of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numbers,we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use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large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Π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DD088F2-B363-89C8-F11E-BE0EAA9A2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14415" cy="1938992"/>
              </a:xfrm>
              <a:prstGeom prst="rect">
                <a:avLst/>
              </a:prstGeom>
              <a:blipFill>
                <a:blip r:embed="rId2"/>
                <a:stretch>
                  <a:fillRect l="-819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4592F9A3-D75F-911D-1058-87E6F197EEBC}"/>
              </a:ext>
            </a:extLst>
          </p:cNvPr>
          <p:cNvSpPr txBox="1"/>
          <p:nvPr/>
        </p:nvSpPr>
        <p:spPr>
          <a:xfrm>
            <a:off x="4524897" y="0"/>
            <a:ext cx="3142207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159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6C8C-3676-C706-2474-D095204F2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0346C40-FB52-9541-847D-074D1069CE3A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14415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Just as the Sigma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l-PL" sz="240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numerical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summation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situations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for the intersection of 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is the set intersection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⋂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and for the multiplication of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numbers,we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use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large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Π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0346C40-FB52-9541-847D-074D1069C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14415" cy="1938992"/>
              </a:xfrm>
              <a:prstGeom prst="rect">
                <a:avLst/>
              </a:prstGeom>
              <a:blipFill>
                <a:blip r:embed="rId2"/>
                <a:stretch>
                  <a:fillRect l="-819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37924035-B29E-0149-3D41-FA91BF43C6A5}"/>
              </a:ext>
            </a:extLst>
          </p:cNvPr>
          <p:cNvSpPr txBox="1"/>
          <p:nvPr/>
        </p:nvSpPr>
        <p:spPr>
          <a:xfrm>
            <a:off x="176469" y="2678549"/>
            <a:ext cx="180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53575DB1-43C8-907F-6E0B-7E59C7826F6B}"/>
              </a:ext>
            </a:extLst>
          </p:cNvPr>
          <p:cNvSpPr txBox="1"/>
          <p:nvPr/>
        </p:nvSpPr>
        <p:spPr>
          <a:xfrm>
            <a:off x="4524897" y="0"/>
            <a:ext cx="3142207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628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A25C9-3E46-DDD0-A32A-DA131234F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7447C04-5FE8-A2DB-D068-E3A4CE5331E4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14415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Just as the Sigma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l-PL" sz="240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numerical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summation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situations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for the intersection of 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is the set intersection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⋂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and for the multiplication of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numbers,we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use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large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Π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7447C04-5FE8-A2DB-D068-E3A4CE533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14415" cy="1938992"/>
              </a:xfrm>
              <a:prstGeom prst="rect">
                <a:avLst/>
              </a:prstGeom>
              <a:blipFill>
                <a:blip r:embed="rId2"/>
                <a:stretch>
                  <a:fillRect l="-819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0B73E1EA-0980-8BB7-0B9F-2424BE7848EB}"/>
              </a:ext>
            </a:extLst>
          </p:cNvPr>
          <p:cNvSpPr txBox="1"/>
          <p:nvPr/>
        </p:nvSpPr>
        <p:spPr>
          <a:xfrm>
            <a:off x="176469" y="2678549"/>
            <a:ext cx="180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A0C87E5-E99C-EEF2-5FD9-A3A8AC59DF2C}"/>
                  </a:ext>
                </a:extLst>
              </p:cNvPr>
              <p:cNvSpPr txBox="1"/>
              <p:nvPr/>
            </p:nvSpPr>
            <p:spPr>
              <a:xfrm>
                <a:off x="176470" y="3140214"/>
                <a:ext cx="96973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0,1,2,3,4,5,…</m:t>
                          </m:r>
                        </m:e>
                      </m:d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A</m:t>
                          </m:r>
                        </m:e>
                        <m:sub>
                          <m: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0,2,3,4,5,6,…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0,3,4,5,6,7,…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A0C87E5-E99C-EEF2-5FD9-A3A8AC59D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140214"/>
                <a:ext cx="9697335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6A5FEBBE-A0EA-42F7-60D6-F8A5EC6D5840}"/>
              </a:ext>
            </a:extLst>
          </p:cNvPr>
          <p:cNvSpPr txBox="1"/>
          <p:nvPr/>
        </p:nvSpPr>
        <p:spPr>
          <a:xfrm>
            <a:off x="4524897" y="0"/>
            <a:ext cx="3142207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38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72307-682B-3F90-C7A2-785C4453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E1F67E3-B688-88D7-F334-4E8315D2F325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14415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Just as the Sigma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l-PL" sz="240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numerical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summation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situations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for the intersection of 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is the set intersection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⋂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and for the multiplication of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numbers,we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use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large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Π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E1F67E3-B688-88D7-F334-4E8315D2F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14415" cy="1938992"/>
              </a:xfrm>
              <a:prstGeom prst="rect">
                <a:avLst/>
              </a:prstGeom>
              <a:blipFill>
                <a:blip r:embed="rId2"/>
                <a:stretch>
                  <a:fillRect l="-819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F2BAC4C6-479B-D624-5D12-77AC25373D8D}"/>
              </a:ext>
            </a:extLst>
          </p:cNvPr>
          <p:cNvSpPr txBox="1"/>
          <p:nvPr/>
        </p:nvSpPr>
        <p:spPr>
          <a:xfrm>
            <a:off x="176469" y="2678549"/>
            <a:ext cx="180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EDDCC4D-0915-A135-3B53-04FBAF2A395F}"/>
                  </a:ext>
                </a:extLst>
              </p:cNvPr>
              <p:cNvSpPr txBox="1"/>
              <p:nvPr/>
            </p:nvSpPr>
            <p:spPr>
              <a:xfrm>
                <a:off x="176470" y="3140214"/>
                <a:ext cx="96973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0,1,2,3,4,5,…</m:t>
                          </m:r>
                        </m:e>
                      </m:d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A</m:t>
                          </m:r>
                        </m:e>
                        <m:sub>
                          <m: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0,2,3,4,5,6,…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0,3,4,5,6,7,…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EDDCC4D-0915-A135-3B53-04FBAF2A3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140214"/>
                <a:ext cx="9697335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6742B47-A477-CD46-09DC-1BA61A0B6DB3}"/>
                  </a:ext>
                </a:extLst>
              </p:cNvPr>
              <p:cNvSpPr txBox="1"/>
              <p:nvPr/>
            </p:nvSpPr>
            <p:spPr>
              <a:xfrm>
                <a:off x="176469" y="3601879"/>
                <a:ext cx="4317079" cy="1361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subHide m:val="on"/>
                          <m:supHide m:val="on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0,1,2,3,4,5,…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6742B47-A477-CD46-09DC-1BA61A0B6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601879"/>
                <a:ext cx="4317079" cy="1361848"/>
              </a:xfrm>
              <a:prstGeom prst="rect">
                <a:avLst/>
              </a:prstGeom>
              <a:blipFill>
                <a:blip r:embed="rId4"/>
                <a:stretch>
                  <a:fillRect l="-2260" t="-3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1BFCD53B-1153-BDEE-D504-446BA64F4C08}"/>
              </a:ext>
            </a:extLst>
          </p:cNvPr>
          <p:cNvSpPr txBox="1"/>
          <p:nvPr/>
        </p:nvSpPr>
        <p:spPr>
          <a:xfrm>
            <a:off x="4524897" y="0"/>
            <a:ext cx="3142207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375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DAF5F-B05E-AF61-DEE6-AF1835087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C4FCE96-5FD7-8BCB-7D25-151313661ABB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14415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Just as the Sigma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l-PL" sz="240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numerical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summation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situations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for the intersection of 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is the set intersection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⋂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and for the multiplication of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numbers,we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use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large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Π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C4FCE96-5FD7-8BCB-7D25-151313661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14415" cy="1938992"/>
              </a:xfrm>
              <a:prstGeom prst="rect">
                <a:avLst/>
              </a:prstGeom>
              <a:blipFill>
                <a:blip r:embed="rId2"/>
                <a:stretch>
                  <a:fillRect l="-819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B496BD28-0E2C-56A9-F6EB-B62F732511FB}"/>
              </a:ext>
            </a:extLst>
          </p:cNvPr>
          <p:cNvSpPr txBox="1"/>
          <p:nvPr/>
        </p:nvSpPr>
        <p:spPr>
          <a:xfrm>
            <a:off x="176469" y="2678549"/>
            <a:ext cx="180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51D2B92-62F4-8059-7C5C-EE9AF967CB49}"/>
                  </a:ext>
                </a:extLst>
              </p:cNvPr>
              <p:cNvSpPr txBox="1"/>
              <p:nvPr/>
            </p:nvSpPr>
            <p:spPr>
              <a:xfrm>
                <a:off x="176470" y="3140214"/>
                <a:ext cx="96973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0,1,2,3,4,5,…</m:t>
                          </m:r>
                        </m:e>
                      </m:d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A</m:t>
                          </m:r>
                        </m:e>
                        <m:sub>
                          <m: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0,2,3,4,5,6,…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0,3,4,5,6,7,…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51D2B92-62F4-8059-7C5C-EE9AF967C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140214"/>
                <a:ext cx="9697335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EBBD5AF-65CD-87F1-9587-2BAA86BC639F}"/>
                  </a:ext>
                </a:extLst>
              </p:cNvPr>
              <p:cNvSpPr txBox="1"/>
              <p:nvPr/>
            </p:nvSpPr>
            <p:spPr>
              <a:xfrm>
                <a:off x="176469" y="3601879"/>
                <a:ext cx="4317079" cy="1361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subHide m:val="on"/>
                          <m:supHide m:val="on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0,1,2,3,4,5,…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EBBD5AF-65CD-87F1-9587-2BAA86BC6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601879"/>
                <a:ext cx="4317079" cy="1361848"/>
              </a:xfrm>
              <a:prstGeom prst="rect">
                <a:avLst/>
              </a:prstGeom>
              <a:blipFill>
                <a:blip r:embed="rId4"/>
                <a:stretch>
                  <a:fillRect l="-2260" t="-3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38A7163-8313-E43D-8A67-4B9FAFCA93F9}"/>
                  </a:ext>
                </a:extLst>
              </p:cNvPr>
              <p:cNvSpPr txBox="1"/>
              <p:nvPr/>
            </p:nvSpPr>
            <p:spPr>
              <a:xfrm>
                <a:off x="277052" y="4803013"/>
                <a:ext cx="1876475" cy="9925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⋂"/>
                          <m:subHide m:val="on"/>
                          <m:supHide m:val="on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38A7163-8313-E43D-8A67-4B9FAFCA9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52" y="4803013"/>
                <a:ext cx="1876475" cy="9925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3E8795F7-6AD6-F6B2-8836-4AB7460FD5CE}"/>
              </a:ext>
            </a:extLst>
          </p:cNvPr>
          <p:cNvSpPr txBox="1"/>
          <p:nvPr/>
        </p:nvSpPr>
        <p:spPr>
          <a:xfrm>
            <a:off x="4524897" y="0"/>
            <a:ext cx="3142207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533D5A67-7F13-18E7-75C9-811A901E21DD}"/>
                  </a:ext>
                </a:extLst>
              </p14:cNvPr>
              <p14:cNvContentPartPr/>
              <p14:nvPr/>
            </p14:nvContentPartPr>
            <p14:xfrm>
              <a:off x="5264280" y="3822840"/>
              <a:ext cx="3422880" cy="276264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533D5A67-7F13-18E7-75C9-811A901E21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54920" y="3813480"/>
                <a:ext cx="3441600" cy="278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7310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E1961-9350-F951-92D4-6270CF15C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9F1821B-778C-B9B4-1C9D-15C3FE26FC3C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14415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Just as the Sigma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l-PL" sz="240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numerical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summation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situations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for the intersection of 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is the set intersection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⋂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and for the multiplication of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numbers,we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use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large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Π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9F1821B-778C-B9B4-1C9D-15C3FE26F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14415" cy="1938992"/>
              </a:xfrm>
              <a:prstGeom prst="rect">
                <a:avLst/>
              </a:prstGeom>
              <a:blipFill>
                <a:blip r:embed="rId2"/>
                <a:stretch>
                  <a:fillRect l="-819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59AD9252-082D-5196-1D27-E986B4DC3E67}"/>
              </a:ext>
            </a:extLst>
          </p:cNvPr>
          <p:cNvSpPr txBox="1"/>
          <p:nvPr/>
        </p:nvSpPr>
        <p:spPr>
          <a:xfrm>
            <a:off x="176469" y="2678549"/>
            <a:ext cx="180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D91418D-4257-E910-0D5E-A7088564E1FE}"/>
                  </a:ext>
                </a:extLst>
              </p:cNvPr>
              <p:cNvSpPr txBox="1"/>
              <p:nvPr/>
            </p:nvSpPr>
            <p:spPr>
              <a:xfrm>
                <a:off x="176470" y="3140214"/>
                <a:ext cx="96973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0,1,2,3,4,5,…</m:t>
                          </m:r>
                        </m:e>
                      </m:d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A</m:t>
                          </m:r>
                        </m:e>
                        <m:sub>
                          <m: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0,2,3,4,5,6,…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0,3,4,5,6,7,…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D91418D-4257-E910-0D5E-A7088564E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140214"/>
                <a:ext cx="9697335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7843C0D-17FC-0946-F0D7-68EF6413895B}"/>
                  </a:ext>
                </a:extLst>
              </p:cNvPr>
              <p:cNvSpPr txBox="1"/>
              <p:nvPr/>
            </p:nvSpPr>
            <p:spPr>
              <a:xfrm>
                <a:off x="176469" y="3601879"/>
                <a:ext cx="4317079" cy="1361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subHide m:val="on"/>
                          <m:supHide m:val="on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0,1,2,3,4,5,…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7843C0D-17FC-0946-F0D7-68EF64138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601879"/>
                <a:ext cx="4317079" cy="1361848"/>
              </a:xfrm>
              <a:prstGeom prst="rect">
                <a:avLst/>
              </a:prstGeom>
              <a:blipFill>
                <a:blip r:embed="rId4"/>
                <a:stretch>
                  <a:fillRect l="-2260" t="-3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4C2942B-5E05-41B5-23C3-5D9485FAE1A4}"/>
                  </a:ext>
                </a:extLst>
              </p:cNvPr>
              <p:cNvSpPr txBox="1"/>
              <p:nvPr/>
            </p:nvSpPr>
            <p:spPr>
              <a:xfrm>
                <a:off x="277052" y="4803013"/>
                <a:ext cx="1876475" cy="9925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⋂"/>
                          <m:subHide m:val="on"/>
                          <m:supHide m:val="on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4C2942B-5E05-41B5-23C3-5D9485FAE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52" y="4803013"/>
                <a:ext cx="1876475" cy="9925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D0F77F0-4898-5EA8-3593-A2E35769441D}"/>
                  </a:ext>
                </a:extLst>
              </p:cNvPr>
              <p:cNvSpPr txBox="1"/>
              <p:nvPr/>
            </p:nvSpPr>
            <p:spPr>
              <a:xfrm>
                <a:off x="6400485" y="3743021"/>
                <a:ext cx="5114734" cy="11306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=3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8</m:t>
                          </m:r>
                        </m:sup>
                        <m:e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D0F77F0-4898-5EA8-3593-A2E357694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485" y="3743021"/>
                <a:ext cx="5114734" cy="1130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D0F44788-9F14-D5E0-19BC-63B2AD997A70}"/>
              </a:ext>
            </a:extLst>
          </p:cNvPr>
          <p:cNvSpPr txBox="1"/>
          <p:nvPr/>
        </p:nvSpPr>
        <p:spPr>
          <a:xfrm>
            <a:off x="4524897" y="0"/>
            <a:ext cx="3142207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360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C3E02-2CBB-3CA9-F985-ECE6FB458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FAC3458-7DA6-EF52-E478-F13CD59D35CC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14415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Just as the Sigma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l-PL" sz="240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numerical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summation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⋃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situations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for the intersection of 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is the set intersection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notation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⋂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and for the multiplication of numbers,</a:t>
                </a:r>
                <a:r>
                  <a:rPr lang="pl-PL" sz="240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 use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large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Π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FAC3458-7DA6-EF52-E478-F13CD59D3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14415" cy="1938992"/>
              </a:xfrm>
              <a:prstGeom prst="rect">
                <a:avLst/>
              </a:prstGeom>
              <a:blipFill>
                <a:blip r:embed="rId2"/>
                <a:stretch>
                  <a:fillRect l="-819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FB5A5196-6B6A-5AF5-7F5F-DC06BEFC9AF5}"/>
              </a:ext>
            </a:extLst>
          </p:cNvPr>
          <p:cNvSpPr txBox="1"/>
          <p:nvPr/>
        </p:nvSpPr>
        <p:spPr>
          <a:xfrm>
            <a:off x="176469" y="2678549"/>
            <a:ext cx="180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610A0F2-6766-6962-9C50-AF04B1FFB673}"/>
                  </a:ext>
                </a:extLst>
              </p:cNvPr>
              <p:cNvSpPr txBox="1"/>
              <p:nvPr/>
            </p:nvSpPr>
            <p:spPr>
              <a:xfrm>
                <a:off x="176470" y="3140214"/>
                <a:ext cx="96973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0,1,2,3,4,5,…</m:t>
                          </m:r>
                        </m:e>
                      </m:d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A</m:t>
                          </m:r>
                        </m:e>
                        <m:sub>
                          <m: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0,2,3,4,5,6,…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0,3,4,5,6,7,…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610A0F2-6766-6962-9C50-AF04B1FFB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140214"/>
                <a:ext cx="9697335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417BC73-ADFC-8714-02FC-A509A96AC3E9}"/>
                  </a:ext>
                </a:extLst>
              </p:cNvPr>
              <p:cNvSpPr txBox="1"/>
              <p:nvPr/>
            </p:nvSpPr>
            <p:spPr>
              <a:xfrm>
                <a:off x="176469" y="3601879"/>
                <a:ext cx="4317079" cy="1361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subHide m:val="on"/>
                          <m:supHide m:val="on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0,1,2,3,4,5,…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417BC73-ADFC-8714-02FC-A509A96AC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601879"/>
                <a:ext cx="4317079" cy="1361848"/>
              </a:xfrm>
              <a:prstGeom prst="rect">
                <a:avLst/>
              </a:prstGeom>
              <a:blipFill>
                <a:blip r:embed="rId4"/>
                <a:stretch>
                  <a:fillRect l="-2260" t="-3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B9DBE8A-A37A-6654-3939-96660BD77459}"/>
                  </a:ext>
                </a:extLst>
              </p:cNvPr>
              <p:cNvSpPr txBox="1"/>
              <p:nvPr/>
            </p:nvSpPr>
            <p:spPr>
              <a:xfrm>
                <a:off x="277052" y="4803013"/>
                <a:ext cx="1876475" cy="9925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⋂"/>
                          <m:subHide m:val="on"/>
                          <m:supHide m:val="on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B9DBE8A-A37A-6654-3939-96660BD77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52" y="4803013"/>
                <a:ext cx="1876475" cy="9925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3C95E75-5FFD-3FCC-8B37-062ABBEA5BBB}"/>
                  </a:ext>
                </a:extLst>
              </p:cNvPr>
              <p:cNvSpPr txBox="1"/>
              <p:nvPr/>
            </p:nvSpPr>
            <p:spPr>
              <a:xfrm>
                <a:off x="6400485" y="3743021"/>
                <a:ext cx="5114734" cy="11306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=3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8</m:t>
                          </m:r>
                        </m:sup>
                        <m:e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3C95E75-5FFD-3FCC-8B37-062ABBEA5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485" y="3743021"/>
                <a:ext cx="5114734" cy="1130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43C8057-218F-8733-984C-F2FEF8938E3A}"/>
                  </a:ext>
                </a:extLst>
              </p:cNvPr>
              <p:cNvSpPr txBox="1"/>
              <p:nvPr/>
            </p:nvSpPr>
            <p:spPr>
              <a:xfrm>
                <a:off x="6400485" y="4963727"/>
                <a:ext cx="4457759" cy="11306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=3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8</m:t>
                          </m:r>
                        </m:sup>
                        <m:e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43C8057-218F-8733-984C-F2FEF8938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485" y="4963727"/>
                <a:ext cx="4457759" cy="11306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04004568-1A8D-89AE-94E8-BDE9DC237F1D}"/>
              </a:ext>
            </a:extLst>
          </p:cNvPr>
          <p:cNvSpPr txBox="1"/>
          <p:nvPr/>
        </p:nvSpPr>
        <p:spPr>
          <a:xfrm>
            <a:off x="4524897" y="0"/>
            <a:ext cx="3142207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union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20957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2579</TotalTime>
  <Words>862</Words>
  <Application>Microsoft Office PowerPoint</Application>
  <PresentationFormat>Panoramiczny</PresentationFormat>
  <Paragraphs>73</Paragraphs>
  <Slides>12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66</cp:revision>
  <dcterms:created xsi:type="dcterms:W3CDTF">2024-10-31T12:17:59Z</dcterms:created>
  <dcterms:modified xsi:type="dcterms:W3CDTF">2025-05-20T11:30:05Z</dcterms:modified>
</cp:coreProperties>
</file>