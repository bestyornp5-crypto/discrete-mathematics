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80" r:id="rId5"/>
    <p:sldId id="27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6" r:id="rId17"/>
    <p:sldId id="272" r:id="rId18"/>
    <p:sldId id="278" r:id="rId19"/>
    <p:sldId id="285" r:id="rId20"/>
    <p:sldId id="284" r:id="rId21"/>
    <p:sldId id="283" r:id="rId22"/>
    <p:sldId id="282" r:id="rId23"/>
    <p:sldId id="28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6:41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3219 0 24575,'0'9'0,"-1"0"0,0 0 0,-1 0 0,0 0 0,-1 0 0,0-1 0,0 1 0,-8 14 0,-45 64 0,25-40 0,-327 575 0,330-571 0,-192 320 0,-277 432 0,395-643 0,-431 652 0,298-425 0,19 36 0,175-339 0,0 7 0,21-44 0,-1-1 0,-36 54 0,32-61 0,1 1 0,-19 45 0,-74 214 0,63-172 0,-21 46 0,48-116 0,-36 67 0,22-57 0,0-3 0,-46 100 0,66-113 0,9-22 0,-25 49 0,35-75-55,-8 15-273,-1 0 1,0-2-1,-24 28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6:41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3219 0 24575,'0'9'0,"-1"0"0,0 0 0,-1 0 0,0 0 0,-1 0 0,0-1 0,0 1 0,-8 14 0,-45 64 0,25-40 0,-327 575 0,330-571 0,-192 320 0,-277 432 0,395-643 0,-431 652 0,298-425 0,19 36 0,175-339 0,0 7 0,21-44 0,-1-1 0,-36 54 0,32-61 0,1 1 0,-19 45 0,-74 214 0,63-172 0,-21 46 0,48-116 0,-36 67 0,22-57 0,0-3 0,-46 100 0,66-113 0,9-22 0,-25 49 0,35-75-55,-8 15-273,-1 0 1,0-2-1,-24 28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6:45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2175 0 24575,'-1'7'0,"0"-1"0,-1 0 0,1 1 0,-1-1 0,-1 0 0,1 0 0,-1 0 0,-6 10 0,-4 9 0,-111 227 0,38-82 0,-609 1506-639,576-1289 639,-18 53 0,-82 83 0,151-371 0,-120 263 533,96-169-423,31-78-114,22-62 4,14-36 0,-59 117 0,72-162 0,1 1 0,1 0 0,-10 42 0,12-40 0,0-1 0,-2 0 0,-15 31 0,8-21-8,2 1 0,-20 71 0,15-40-1333,11-41-5485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6:41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3219 0 24575,'0'9'0,"-1"0"0,0 0 0,-1 0 0,0 0 0,-1 0 0,0-1 0,0 1 0,-8 14 0,-45 64 0,25-40 0,-327 575 0,330-571 0,-192 320 0,-277 432 0,395-643 0,-431 652 0,298-425 0,19 36 0,175-339 0,0 7 0,21-44 0,-1-1 0,-36 54 0,32-61 0,1 1 0,-19 45 0,-74 214 0,63-172 0,-21 46 0,48-116 0,-36 67 0,22-57 0,0-3 0,-46 100 0,66-113 0,9-22 0,-25 49 0,35-75-55,-8 15-273,-1 0 1,0-2-1,-24 28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6:45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2175 0 24575,'-1'7'0,"0"-1"0,-1 0 0,1 1 0,-1-1 0,-1 0 0,1 0 0,-1 0 0,-6 10 0,-4 9 0,-111 227 0,38-82 0,-609 1506-639,576-1289 639,-18 53 0,-82 83 0,151-371 0,-120 263 533,96-169-423,31-78-114,22-62 4,14-36 0,-59 117 0,72-162 0,1 1 0,1 0 0,-10 42 0,12-40 0,0-1 0,-2 0 0,-15 31 0,8-21-8,2 1 0,-20 71 0,15-40-1333,11-41-5485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6:50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3614 0 24575,'-5'1'0,"1"-1"0,-1 1 0,1 0 0,0 0 0,-1 0 0,1 1 0,0-1 0,0 1 0,0 0 0,0 0 0,0 1 0,0-1 0,1 1 0,-1 0 0,-5 5 0,-4 6 0,1 1 0,-16 23 0,19-25 0,-324 522 0,194-300 0,-448 667 0,518-803 0,-656 985 0,183-231 0,282-447 0,220-343 0,-125 177 0,150-222 0,5-7 0,-1 2 0,2-1 0,0 1 0,1 1 0,-12 25 0,-101 230 0,87-195 0,-26 57 0,-147 286 0,103-241-1365,91-156-5461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6:41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3219 0 24575,'0'9'0,"-1"0"0,0 0 0,-1 0 0,0 0 0,-1 0 0,0-1 0,0 1 0,-8 14 0,-45 64 0,25-40 0,-327 575 0,330-571 0,-192 320 0,-277 432 0,395-643 0,-431 652 0,298-425 0,19 36 0,175-339 0,0 7 0,21-44 0,-1-1 0,-36 54 0,32-61 0,1 1 0,-19 45 0,-74 214 0,63-172 0,-21 46 0,48-116 0,-36 67 0,22-57 0,0-3 0,-46 100 0,66-113 0,9-22 0,-25 49 0,35-75-55,-8 15-273,-1 0 1,0-2-1,-24 28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6:45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2175 0 24575,'-1'7'0,"0"-1"0,-1 0 0,1 1 0,-1-1 0,-1 0 0,1 0 0,-1 0 0,-6 10 0,-4 9 0,-111 227 0,38-82 0,-609 1506-639,576-1289 639,-18 53 0,-82 83 0,151-371 0,-120 263 533,96-169-423,31-78-114,22-62 4,14-36 0,-59 117 0,72-162 0,1 1 0,1 0 0,-10 42 0,12-40 0,0-1 0,-2 0 0,-15 31 0,8-21-8,2 1 0,-20 71 0,15-40-1333,11-41-5485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6:50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3614 0 24575,'-5'1'0,"1"-1"0,-1 1 0,1 0 0,0 0 0,-1 0 0,1 1 0,0-1 0,0 1 0,0 0 0,0 0 0,0 1 0,0-1 0,1 1 0,-1 0 0,-5 5 0,-4 6 0,1 1 0,-16 23 0,19-25 0,-324 522 0,194-300 0,-448 667 0,518-803 0,-656 985 0,183-231 0,282-447 0,220-343 0,-125 177 0,150-222 0,5-7 0,-1 2 0,2-1 0,0 1 0,1 1 0,-12 25 0,-101 230 0,87-195 0,-26 57 0,-147 286 0,103-241-1365,91-156-5461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9:05.124"/>
    </inkml:context>
    <inkml:brush xml:id="br0">
      <inkml:brushProperty name="width" value="0.035" units="cm"/>
      <inkml:brushProperty name="height" value="0.035" units="cm"/>
      <inkml:brushProperty name="color" value="#CC912C"/>
      <inkml:brushProperty name="inkEffects" value="gold"/>
      <inkml:brushProperty name="anchorX" value="-16476.17773"/>
      <inkml:brushProperty name="anchorY" value="-5220.10449"/>
      <inkml:brushProperty name="scaleFactor" value="0.5"/>
    </inkml:brush>
  </inkml:definitions>
  <inkml:trace contextRef="#ctx0" brushRef="#br0">0 484 24575,'0'0'0,"5"-4"0,6-2 0,4 1 0,5-4 0,3 0 0,7 2 0,1-4 0,6 3 0,-1-5 0,-2 3 0,3 1 0,4-2 0,-3-3 0,-2 1 0,-2 3 0,-9-2 0,-2 2 0,-2 2 0,0-3 0,1 3 0,1 1 0,-4-3 0,0 2 0,6 1 0,1 2 0,1 2 0,1 2 0,0 0 0,-1 1 0,0-5 0,-1 0 0,0 1 0,-1 0 0,0 1 0,1 1 0,-1-4 0,0 0 0,1 1 0,4-4 0,1 1 0,4 1 0,0 2 0,-1 1 0,3-3 0,-3 1 0,-1 0 0,3-3 0,-2 1 0,-1 1 0,-3 2 0,4 2 0,-2 1 0,-1 1 0,-1 1 0,3 0 0,-1 1 0,0-1 0,-2 0 0,-2-4 0,-1-2 0,-1 1 0,0 1 0,-1-4 0,0 0 0,0 2 0,6 2 0,-1 0 0,5 3 0,0 0 0,-1 1 0,-2 0 0,-3 0 0,4 0 0,-1-5 0,-1 0 0,-2 0 0,-1 1 0,-1 1 0,0 1 0,-2 1 0,1 0 0,-1 1 0,0 0 0,0 0 0,0 1 0,0-1 0,1 0 0,4 0 0,1 0 0,-1 0 0,0 0 0,4 0 0,3 0 0,0 0 0,4 0 0,-3 0 0,-3 0 0,-2 0 0,-3-5 0,2 0 0,0 0 0,-1 1 0,-2 1 0,-1 1 0,-2 1 0,0 0 0,0 1 0,-1 0 0,0 0 0,0-4 0,6-2 0,-1 1 0,1 1 0,-2 1 0,0 1 0,-2 1 0,0 0 0,-2 1 0,1 0 0,-1 1 0,0-1 0,1 0 0,-1 0 0,5 0 0,1 0 0,-1 0 0,0 0 0,-2 0 0,0 0 0,-2 0 0,0 0 0,-1 0 0,1 0 0,-1 0 0,0 0 0,0 0 0,1 0 0,-1 5 0,0 1 0,1-1 0,-1 4 0,0 0 0,1-2 0,-1-2 0,1-1 0,-1-2 0,1-1 0,-1-1 0,0 0 0,1 4 0,-1 1 0,0 0 0,6-1 0,0 4 0,-1 0 0,0-2 0,-2-2 0,-5 5 0,-2-2 0,0-1 0,0-1 0,1-2 0,1-2 0,1 0 0,1-1 0,0 0 0,1 0 0,-6 5 0,0-1 0,1 1 0,0-1 0,2-1 0,5-1 0,2-1 0,0 0 0,-1-1 0,0 0 0,-1-1 0,-2 1 0,0 5 0,0 0 0,-1 1 0,1-2 0,-1-1 0,0-1 0,0 4 0,0 0 0,1-1 0,-1-1 0,1-1 0,-1-1 0,-5 4 0,1-1 0,-1 1 0,1-2 0,1-1 0,2-2 0,-5 5 0,1 0 0,0-1 0,-4-1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9:13.530"/>
    </inkml:context>
    <inkml:brush xml:id="br0">
      <inkml:brushProperty name="width" value="0.035" units="cm"/>
      <inkml:brushProperty name="height" value="0.035" units="cm"/>
      <inkml:brushProperty name="color" value="#CC912C"/>
      <inkml:brushProperty name="inkEffects" value="gold"/>
      <inkml:brushProperty name="anchorX" value="-23233.72461"/>
      <inkml:brushProperty name="anchorY" value="-6256.97998"/>
      <inkml:brushProperty name="scaleFactor" value="0.5"/>
    </inkml:brush>
  </inkml:definitions>
  <inkml:trace contextRef="#ctx0" brushRef="#br0">0 0 24575,'0'0'0,"5"0"0,6 0 0,5 0 0,3 0 0,4 0 0,2 0 0,1 0 0,1 0 0,-1 0 0,-5 5 0,0 1 0,0-1 0,0-1 0,-4 4 0,2-1 0,0 0 0,1-2 0,2 3 0,-3 4 0,0-1 0,1-1 0,2 2 0,0-2 0,2-2 0,0 3 0,2-3 0,-1-1 0,1 3 0,-1-1 0,1 3 0,-1-2 0,1-2 0,0 3 0,-1-2 0,0-2 0,1-2 0,-1-2 0,-4 4 0,-1-1 0,0 0 0,-4 3 0,1-2 0,1 0 0,2 3 0,2-1 0,1-2 0,7 3 0,0 3 0,1 0 0,-1-3 0,-1-3 0,4 3 0,9-2 0,0-1 0,-2 2 0,2-1 0,-4 4 0,3-2 0,-4-2 0,8 3 0,7-1 0,3 2 0,6 3 0,1-1 0,-7-3 0,-2 2 0,-3-2 0,0-3 0,-6-3 0,0-2 0,0-1 0,-3 3 0,-4 0 0,1 0 0,-3-1 0,-2-2 0,-3 0 0,3-1 0,-1 4 0,-1 1 0,4-1 0,-2-1 0,4-1 0,-1-1 0,-2-1 0,-3-1 0,-1 0 0,-3 0 0,-1 0 0,0-1 0,-1 1 0,-5 5 0,4 0 0,1 0 0,2-1 0,-1 0 0,6-3 0,-1 1 0,5-2 0,0 5 0,3 0 0,-2 0 0,2-1 0,-1-1 0,2-1 0,2-1 0,-2-1 0,-3 0 0,6 0 0,-2 5 0,-3 0 0,2 0 0,2 4 0,-3-1 0,-2 0 0,1-3 0,-3-2 0,-2-1 0,3-1 0,3 0 0,-2-2 0,-1 1 0,-4 0 0,3-1 0,-2 1 0,-1 0 0,3 5 0,-2 0 0,0 1 0,-3-2 0,-2-1 0,-1-1 0,-1-1 0,-5 5 0,-1-1 0,-1 0 0,2-1 0,1-1 0,2-2 0,0 0 0,1 0 0,0-1 0,1 0 0,-1-1 0,1 1 0,0 0 0,-1 0 0,1 0 0,-1 0 0,0 0 0,1 0 0,-1 0 0,0 0 0,-4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9:16.934"/>
    </inkml:context>
    <inkml:brush xml:id="br0">
      <inkml:brushProperty name="width" value="0.035" units="cm"/>
      <inkml:brushProperty name="height" value="0.035" units="cm"/>
      <inkml:brushProperty name="color" value="#CC912C"/>
      <inkml:brushProperty name="inkEffects" value="gold"/>
      <inkml:brushProperty name="anchorX" value="-29174.10547"/>
      <inkml:brushProperty name="anchorY" value="-8263.28125"/>
      <inkml:brushProperty name="scaleFactor" value="0.5"/>
    </inkml:brush>
  </inkml:definitions>
  <inkml:trace contextRef="#ctx0" brushRef="#br0">0 105 24575,'0'0'0,"5"0"0,11 0 0,9 0 0,16 0 0,6 0 0,11 0 0,8 0 0,5-5 0,3-6 0,3-4 0,1 0 0,4 3 0,6 2 0,10-1 0,4 2 0,3 2 0,1 3 0,-1 1 0,10 1 0,-1 2 0,-1 0 0,-2 0 0,-3 1 0,-7-1 0,-3 1 0,-6-1 0,-5 0 0,-9 0 0,-4 0 0,-7 0 0,-1 0 0,-9 0 0,-4 0 0,-7 0 0,-3 0 0,-4 0 0,-5 0 0,-4 0 0,3 0 0,4 0 0,-2 0 0,5 0 0,2 0 0,3 0 0,8 0 0,2 5 0,1 0 0,-1 1 0,-1-2 0,0-1 0,3 4 0,5-1 0,5 0 0,-2-2 0,-2-1 0,-3-1 0,-3-1 0,-3-1 0,-2 0 0,4 0 0,-5-1 0,-6 1 0,-6 0 0,-5 0 0,-5 0 0,-2 0 0,-2 0 0,0 0 0,-1 0 0,0 0 0,6 0 0,0 0 0,0 0 0,-1 0 0,0 0 0,-2 0 0,5 0 0,-1 0 0,0 5 0,-2 0 0,0 1 0,-2-2 0,-1 4 0,5-1 0,-6 4 0,1-1 0,-2-2 0,5-2 0,-5 3 0,1-1 0,-1-2 0,-1-1 0,1-2 0,1 3 0,-1 0 0,6 4 0,1 0 0,-1 3 0,0-2 0,-1-2 0,-2-3 0,-5 4 0,-1-3 0,-6 4 0,0-1 0,2-2 0,2 3 0,2-2 0,2 3 0,1 4 0,1-3 0,1-1 0,-5 1 0,-6 2 0,0-2 0,2-3 0,1-2 0,-3-4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9:20.417"/>
    </inkml:context>
    <inkml:brush xml:id="br0">
      <inkml:brushProperty name="width" value="0.035" units="cm"/>
      <inkml:brushProperty name="height" value="0.035" units="cm"/>
      <inkml:brushProperty name="color" value="#CC912C"/>
      <inkml:brushProperty name="inkEffects" value="gold"/>
      <inkml:brushProperty name="anchorX" value="-35878.89063"/>
      <inkml:brushProperty name="anchorY" value="-9836.93652"/>
      <inkml:brushProperty name="scaleFactor" value="0.5"/>
    </inkml:brush>
  </inkml:definitions>
  <inkml:trace contextRef="#ctx0" brushRef="#br0">0 0 24575,'0'0'0,"5"0"0,6 0 0,4 0 0,5 0 0,3 0 0,2 5 0,1 1 0,-5 4 0,0 0 0,10 3 0,2 3 0,0-1 0,-1-3 0,-6 1 0,-3-2 0,-1-3 0,1-3 0,-1 4 0,2-2 0,5 3 0,1 5 0,5-2 0,0 3 0,3-3 0,0-3 0,2 3 0,-3-4 0,3 4 0,-3-3 0,-2-2 0,-3-2 0,-3-3 0,-2 4 0,-1-1 0,-1 0 0,0-2 0,0-2 0,0 0 0,0-1 0,0 4 0,6 5 0,-1 0 0,1-1 0,3-1 0,0-3 0,-1 2 0,2 5 0,5-1 0,-2-2 0,-2-2 0,7 3 0,-2 3 0,2-2 0,3 4 0,1-2 0,-3-3 0,0-4 0,-3-1 0,0-3 0,-3 4 0,-4-1 0,3 0 0,-3 3 0,-2 0 0,-2-1 0,-2-2 0,4-2 0,-1-1 0,5-1 0,-2 0 0,0-2 0,-3 6 0,-2 0 0,-1 0 0,-2-1 0,0-1 0,-1-2 0,0 1 0,-5 3 0,5 1 0,0-1 0,1-1 0,6 4 0,4-1 0,1-1 0,-1-2 0,2-1 0,-2-1 0,-2-1 0,2 4 0,3 1 0,-1-1 0,-2-1 0,-4-1 0,4-2 0,2 5 0,-1 0 0,-2-1 0,-3-1 0,-2-1 0,-2-1 0,-1-1 0,-2-1 0,0 0 0,0 0 0,0-1 0,0 1 0,0 0 0,5 0 0,1 0 0,-1 0 0,0 0 0,-2 0 0,0 0 0,-1 0 0,-2 0 0,1 0 0,4 0 0,6 0 0,9 0 0,5 0 0,9 0 0,0-5 0,-4 0 0,-2 0 0,-7 0 0,-2 2 0,-4 1 0,-5 1 0,1 1 0,3 0 0,-3 0 0,-1-5 0,2 0 0,-2 0 0,-2 1 0,3 0 0,-2 2 0,-2-4 0,3 1 0,4 0 0,3 1 0,-1-4 0,-3 1 0,6 0 0,-2 3 0,2 1 0,-3 1 0,1-4 0,-4 1 0,-3 0 0,-3 1 0,-3 1 0,-1 1 0,2 1 0,1 1 0,4-5 0,-1 0 0,4 0 0,4-4 0,-3 0 0,-1 2 0,-5 2 0,-2-3 0,-3 0 0,-1 2 0,4-4 0,-1-3 0,0 1 0,-1 2 0,-1 2 0,-6-2 0,-1 2 0,-6-3 0,1 1 0,1-3 0,-3-3 0,2 2 0,-4-2 0,3 2 0,1-1 0,4 3 0,-4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9:05.124"/>
    </inkml:context>
    <inkml:brush xml:id="br0">
      <inkml:brushProperty name="width" value="0.035" units="cm"/>
      <inkml:brushProperty name="height" value="0.035" units="cm"/>
      <inkml:brushProperty name="color" value="#CC912C"/>
      <inkml:brushProperty name="inkEffects" value="gold"/>
      <inkml:brushProperty name="anchorX" value="-16476.17773"/>
      <inkml:brushProperty name="anchorY" value="-5220.10449"/>
      <inkml:brushProperty name="scaleFactor" value="0.5"/>
    </inkml:brush>
  </inkml:definitions>
  <inkml:trace contextRef="#ctx0" brushRef="#br0">0 484 24575,'0'0'0,"5"-4"0,6-2 0,4 1 0,5-4 0,3 0 0,7 2 0,1-4 0,6 3 0,-1-5 0,-2 3 0,3 1 0,4-2 0,-3-3 0,-2 1 0,-2 3 0,-9-2 0,-2 2 0,-2 2 0,0-3 0,1 3 0,1 1 0,-4-3 0,0 2 0,6 1 0,1 2 0,1 2 0,1 2 0,0 0 0,-1 1 0,0-5 0,-1 0 0,0 1 0,-1 0 0,0 1 0,1 1 0,-1-4 0,0 0 0,1 1 0,4-4 0,1 1 0,4 1 0,0 2 0,-1 1 0,3-3 0,-3 1 0,-1 0 0,3-3 0,-2 1 0,-1 1 0,-3 2 0,4 2 0,-2 1 0,-1 1 0,-1 1 0,3 0 0,-1 1 0,0-1 0,-2 0 0,-2-4 0,-1-2 0,-1 1 0,0 1 0,-1-4 0,0 0 0,0 2 0,6 2 0,-1 0 0,5 3 0,0 0 0,-1 1 0,-2 0 0,-3 0 0,4 0 0,-1-5 0,-1 0 0,-2 0 0,-1 1 0,-1 1 0,0 1 0,-2 1 0,1 0 0,-1 1 0,0 0 0,0 0 0,0 1 0,0-1 0,1 0 0,4 0 0,1 0 0,-1 0 0,0 0 0,4 0 0,3 0 0,0 0 0,4 0 0,-3 0 0,-3 0 0,-2 0 0,-3-5 0,2 0 0,0 0 0,-1 1 0,-2 1 0,-1 1 0,-2 1 0,0 0 0,0 1 0,-1 0 0,0 0 0,0-4 0,6-2 0,-1 1 0,1 1 0,-2 1 0,0 1 0,-2 1 0,0 0 0,-2 1 0,1 0 0,-1 1 0,0-1 0,1 0 0,-1 0 0,5 0 0,1 0 0,-1 0 0,0 0 0,-2 0 0,0 0 0,-2 0 0,0 0 0,-1 0 0,1 0 0,-1 0 0,0 0 0,0 0 0,1 0 0,-1 5 0,0 1 0,1-1 0,-1 4 0,0 0 0,1-2 0,-1-2 0,1-1 0,-1-2 0,1-1 0,-1-1 0,0 0 0,1 4 0,-1 1 0,0 0 0,6-1 0,0 4 0,-1 0 0,0-2 0,-2-2 0,-5 5 0,-2-2 0,0-1 0,0-1 0,1-2 0,1-2 0,1 0 0,1-1 0,0 0 0,1 0 0,-6 5 0,0-1 0,1 1 0,0-1 0,2-1 0,5-1 0,2-1 0,0 0 0,-1-1 0,0 0 0,-1-1 0,-2 1 0,0 5 0,0 0 0,-1 1 0,1-2 0,-1-1 0,0-1 0,0 4 0,0 0 0,1-1 0,-1-1 0,1-1 0,-1-1 0,-5 4 0,1-1 0,-1 1 0,1-2 0,1-1 0,2-2 0,-5 5 0,1 0 0,0-1 0,-4-1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9:13.530"/>
    </inkml:context>
    <inkml:brush xml:id="br0">
      <inkml:brushProperty name="width" value="0.035" units="cm"/>
      <inkml:brushProperty name="height" value="0.035" units="cm"/>
      <inkml:brushProperty name="color" value="#CC912C"/>
      <inkml:brushProperty name="inkEffects" value="gold"/>
      <inkml:brushProperty name="anchorX" value="-23233.72461"/>
      <inkml:brushProperty name="anchorY" value="-6256.97998"/>
      <inkml:brushProperty name="scaleFactor" value="0.5"/>
    </inkml:brush>
  </inkml:definitions>
  <inkml:trace contextRef="#ctx0" brushRef="#br0">0 0 24575,'0'0'0,"5"0"0,6 0 0,5 0 0,3 0 0,4 0 0,2 0 0,1 0 0,1 0 0,-1 0 0,-5 5 0,0 1 0,0-1 0,0-1 0,-4 4 0,2-1 0,0 0 0,1-2 0,2 3 0,-3 4 0,0-1 0,1-1 0,2 2 0,0-2 0,2-2 0,0 3 0,2-3 0,-1-1 0,1 3 0,-1-1 0,1 3 0,-1-2 0,1-2 0,0 3 0,-1-2 0,0-2 0,1-2 0,-1-2 0,-4 4 0,-1-1 0,0 0 0,-4 3 0,1-2 0,1 0 0,2 3 0,2-1 0,1-2 0,7 3 0,0 3 0,1 0 0,-1-3 0,-1-3 0,4 3 0,9-2 0,0-1 0,-2 2 0,2-1 0,-4 4 0,3-2 0,-4-2 0,8 3 0,7-1 0,3 2 0,6 3 0,1-1 0,-7-3 0,-2 2 0,-3-2 0,0-3 0,-6-3 0,0-2 0,0-1 0,-3 3 0,-4 0 0,1 0 0,-3-1 0,-2-2 0,-3 0 0,3-1 0,-1 4 0,-1 1 0,4-1 0,-2-1 0,4-1 0,-1-1 0,-2-1 0,-3-1 0,-1 0 0,-3 0 0,-1 0 0,0-1 0,-1 1 0,-5 5 0,4 0 0,1 0 0,2-1 0,-1 0 0,6-3 0,-1 1 0,5-2 0,0 5 0,3 0 0,-2 0 0,2-1 0,-1-1 0,2-1 0,2-1 0,-2-1 0,-3 0 0,6 0 0,-2 5 0,-3 0 0,2 0 0,2 4 0,-3-1 0,-2 0 0,1-3 0,-3-2 0,-2-1 0,3-1 0,3 0 0,-2-2 0,-1 1 0,-4 0 0,3-1 0,-2 1 0,-1 0 0,3 5 0,-2 0 0,0 1 0,-3-2 0,-2-1 0,-1-1 0,-1-1 0,-5 5 0,-1-1 0,-1 0 0,2-1 0,1-1 0,2-2 0,0 0 0,1 0 0,0-1 0,1 0 0,-1-1 0,1 1 0,0 0 0,-1 0 0,1 0 0,-1 0 0,0 0 0,1 0 0,-1 0 0,0 0 0,-4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9:16.934"/>
    </inkml:context>
    <inkml:brush xml:id="br0">
      <inkml:brushProperty name="width" value="0.035" units="cm"/>
      <inkml:brushProperty name="height" value="0.035" units="cm"/>
      <inkml:brushProperty name="color" value="#CC912C"/>
      <inkml:brushProperty name="inkEffects" value="gold"/>
      <inkml:brushProperty name="anchorX" value="-29174.10547"/>
      <inkml:brushProperty name="anchorY" value="-8263.28125"/>
      <inkml:brushProperty name="scaleFactor" value="0.5"/>
    </inkml:brush>
  </inkml:definitions>
  <inkml:trace contextRef="#ctx0" brushRef="#br0">0 105 24575,'0'0'0,"5"0"0,11 0 0,9 0 0,16 0 0,6 0 0,11 0 0,8 0 0,5-5 0,3-6 0,3-4 0,1 0 0,4 3 0,6 2 0,10-1 0,4 2 0,3 2 0,1 3 0,-1 1 0,10 1 0,-1 2 0,-1 0 0,-2 0 0,-3 1 0,-7-1 0,-3 1 0,-6-1 0,-5 0 0,-9 0 0,-4 0 0,-7 0 0,-1 0 0,-9 0 0,-4 0 0,-7 0 0,-3 0 0,-4 0 0,-5 0 0,-4 0 0,3 0 0,4 0 0,-2 0 0,5 0 0,2 0 0,3 0 0,8 0 0,2 5 0,1 0 0,-1 1 0,-1-2 0,0-1 0,3 4 0,5-1 0,5 0 0,-2-2 0,-2-1 0,-3-1 0,-3-1 0,-3-1 0,-2 0 0,4 0 0,-5-1 0,-6 1 0,-6 0 0,-5 0 0,-5 0 0,-2 0 0,-2 0 0,0 0 0,-1 0 0,0 0 0,6 0 0,0 0 0,0 0 0,-1 0 0,0 0 0,-2 0 0,5 0 0,-1 0 0,0 5 0,-2 0 0,0 1 0,-2-2 0,-1 4 0,5-1 0,-6 4 0,1-1 0,-2-2 0,5-2 0,-5 3 0,1-1 0,-1-2 0,-1-1 0,1-2 0,1 3 0,-1 0 0,6 4 0,1 0 0,-1 3 0,0-2 0,-1-2 0,-2-3 0,-5 4 0,-1-3 0,-6 4 0,0-1 0,2-2 0,2 3 0,2-2 0,2 3 0,1 4 0,1-3 0,1-1 0,-5 1 0,-6 2 0,0-2 0,2-3 0,1-2 0,-3-4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0:59:20.417"/>
    </inkml:context>
    <inkml:brush xml:id="br0">
      <inkml:brushProperty name="width" value="0.035" units="cm"/>
      <inkml:brushProperty name="height" value="0.035" units="cm"/>
      <inkml:brushProperty name="color" value="#CC912C"/>
      <inkml:brushProperty name="inkEffects" value="gold"/>
      <inkml:brushProperty name="anchorX" value="-35878.89063"/>
      <inkml:brushProperty name="anchorY" value="-9836.93652"/>
      <inkml:brushProperty name="scaleFactor" value="0.5"/>
    </inkml:brush>
  </inkml:definitions>
  <inkml:trace contextRef="#ctx0" brushRef="#br0">0 0 24575,'0'0'0,"5"0"0,6 0 0,4 0 0,5 0 0,3 0 0,2 5 0,1 1 0,-5 4 0,0 0 0,10 3 0,2 3 0,0-1 0,-1-3 0,-6 1 0,-3-2 0,-1-3 0,1-3 0,-1 4 0,2-2 0,5 3 0,1 5 0,5-2 0,0 3 0,3-3 0,0-3 0,2 3 0,-3-4 0,3 4 0,-3-3 0,-2-2 0,-3-2 0,-3-3 0,-2 4 0,-1-1 0,-1 0 0,0-2 0,0-2 0,0 0 0,0-1 0,0 4 0,6 5 0,-1 0 0,1-1 0,3-1 0,0-3 0,-1 2 0,2 5 0,5-1 0,-2-2 0,-2-2 0,7 3 0,-2 3 0,2-2 0,3 4 0,1-2 0,-3-3 0,0-4 0,-3-1 0,0-3 0,-3 4 0,-4-1 0,3 0 0,-3 3 0,-2 0 0,-2-1 0,-2-2 0,4-2 0,-1-1 0,5-1 0,-2 0 0,0-2 0,-3 6 0,-2 0 0,-1 0 0,-2-1 0,0-1 0,-1-2 0,0 1 0,-5 3 0,5 1 0,0-1 0,1-1 0,6 4 0,4-1 0,1-1 0,-1-2 0,2-1 0,-2-1 0,-2-1 0,2 4 0,3 1 0,-1-1 0,-2-1 0,-4-1 0,4-2 0,2 5 0,-1 0 0,-2-1 0,-3-1 0,-2-1 0,-2-1 0,-1-1 0,-2-1 0,0 0 0,0 0 0,0-1 0,0 1 0,0 0 0,5 0 0,1 0 0,-1 0 0,0 0 0,-2 0 0,0 0 0,-1 0 0,-2 0 0,1 0 0,4 0 0,6 0 0,9 0 0,5 0 0,9 0 0,0-5 0,-4 0 0,-2 0 0,-7 0 0,-2 2 0,-4 1 0,-5 1 0,1 1 0,3 0 0,-3 0 0,-1-5 0,2 0 0,-2 0 0,-2 1 0,3 0 0,-2 2 0,-2-4 0,3 1 0,4 0 0,3 1 0,-1-4 0,-3 1 0,6 0 0,-2 3 0,2 1 0,-3 1 0,1-4 0,-4 1 0,-3 0 0,-3 1 0,-3 1 0,-1 1 0,2 1 0,1 1 0,4-5 0,-1 0 0,4 0 0,4-4 0,-3 0 0,-1 2 0,-5 2 0,-2-3 0,-3 0 0,-1 2 0,4-4 0,-1-3 0,0 1 0,-1 2 0,-1 2 0,-6-2 0,-1 2 0,-6-3 0,1 1 0,1-3 0,-3-3 0,2 2 0,-4-2 0,3 2 0,1-1 0,4 3 0,-4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5-27T12:12:27.3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3440 8449 0,'0'-18'31,"17"18"-15,-34 0-1,17 18 1,17-18-1,-17-18 48,18 1-47,0-19 15,-18 1-16,17 18 1,1-19 0,-18 1-1,17 17 1,-17-17 0,18-18-1,0 18 1,-18 0-1,17 17 1,-17-17 0,18 35-16,-18-36 31,18 36-15,-18-17-1</inkml:trace>
  <inkml:trace contextRef="#ctx0" brushRef="#br0" timeOffset="614.61">3493 8079 0,'17'-71'31,"1"53"-16,17-52 1,0 17 0,-17 18-1,17-1 17,-17 19-17,0 17-15,-1 17 31,-17 1-15,0 53 0,-17 34-1,17-69 1</inkml:trace>
  <inkml:trace contextRef="#ctx0" brushRef="#br0" timeOffset="1690.34">4216 8361 0,'0'-18'32,"0"1"-1,0-1-16,17-17 1,1-18 0,0-18-1,17-17 1,-17 17 0,-1-17-1,-17 71-15,0-1 16,0-17-1</inkml:trace>
  <inkml:trace contextRef="#ctx0" brushRef="#br0" timeOffset="2152.83">4198 7938 0,'18'-18'16,"-1"0"0,19-35-1,-19 53 1,71-88-1,-88 70 1,53-34 0,-35 69 15,-36 71-15,18-35-1,0 141 1</inkml:trace>
  <inkml:trace contextRef="#ctx0" brushRef="#br0" timeOffset="3149.83">4957 8343 0,'17'-17'32,"1"-36"-17,35-18 32,0-52-31,-53 87-1,70-158 1,-70 159 0,18-71-1,-36 106 17,1 18-17</inkml:trace>
  <inkml:trace contextRef="#ctx0" brushRef="#br0" timeOffset="3542.93">5009 7955 0,'18'-17'15,"17"-36"1,36-71 15,-53 89-31,34-89 31,-34 89-15,-18 106 15,0 17-15,0-18-1,0-34-15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5-27T12:13:49.2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26652 13705 0,'-17'0'93,"34"-17"-30,-17-1-48,18 1 1,0-36 0,-1 35-16,-17 0 15,36-35 1,-1 53 15,-18 36-15,-17-19-1,18 72 1,-18-72-16,0 18 16,-35 89-1,35-106-15,0 17 16,0 18 0,35-89 15,-17 19-16,52-71 1,1 35 15,-53 53-15,70 53 0,-71-36-1,1 89 1,-36-53-1</inkml:trace>
  <inkml:trace contextRef="#ctx0" brushRef="#br0" timeOffset="761.99">27675 13582 0,'0'-18'31,"-17"-17"1,-1 35-17,-35 18 1,36-18-1,-72 88 1,72 71 15,123-71 1,-71-88-17,88-53 1,-105 35-1</inkml:trace>
  <inkml:trace contextRef="#ctx0" brushRef="#br0" timeOffset="1062.1">27517 13653 0,'35'17'32,"18"1"-17,88-36 17</inkml:trace>
  <inkml:trace contextRef="#ctx0" brushRef="#br0" timeOffset="2218.35">28258 13282 0,'-36'0'31,"1"0"-15,-53 53 15,52 35-16,19-53-15,17 160 32,0-160-32,70 53 15,1-70 1,123-124 15,-123 0-15,-36 18-1,-53-53 1,1 105-16,-36-17 16,35 18-16,-53 0 15,-34 53 1,52 34 0,53 54-1,17-70-15</inkml:trace>
  <inkml:trace contextRef="#ctx0" brushRef="#br0" timeOffset="2680.33">28681 13229 0,'0'0'0,"0"-17"16,0-1 0,0 36 15,-18 70-16,1 35 1,17 36 0,-18-106-16,18 70 15,0-87 1</inkml:trace>
  <inkml:trace contextRef="#ctx0" brushRef="#br0" timeOffset="3464.42">28681 13229 0,'0'-17'16,"17"-19"15,-17 36-15,18 18-1,0 0 1,-1 140 0,1 1-1,-18-88 1,18-1 0,35 1-1,-18-89 1,-17 0-1,52-140 1,-52 122-16,52-228 31,-52 176-15,-18 70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5-27T12:15:52.1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3298 6615 0,'-17'-18'31,"-1"18"-15,-17 18 15,17-1-15,18 36 15,18 0-16,-18-18-15,35 18 16,0 0 0,1-35-1,17-36 1,0-123 15,-36 35-15,-34 36-1,-1 52 1,0 0-16,-52 54 31,34 34-15,19-52-16,17 17 16</inkml:trace>
  <inkml:trace contextRef="#ctx0" brushRef="#br0" timeOffset="881.94">3528 6862 0,'-18'17'15,"18"36"1,-17-35 0,17 35-1</inkml:trace>
  <inkml:trace contextRef="#ctx0" brushRef="#br0" timeOffset="8516.87">3387 8361 0,'-18'17'16,"0"-17"46,18-35-31,-17 0-15,17 17 0,-18-105-1,0-36 17,18 89-17,0 52 1,-17-88-1,-1 18 17,1 88-17,-1-53 1,18-18 15,-18 18 0,18 18-15,0 18-16,18-36 31,0 53 1</inkml:trace>
  <inkml:trace contextRef="#ctx0" brushRef="#br0" timeOffset="8918.07">3122 7743 0,'0'0'0,"35"-88"31,-35 71-15,53-107-1,0 1 17,-53 105-17,18-17 1,-1 105 15,-17-52-15,36 105-1</inkml:trace>
  <inkml:trace contextRef="#ctx0" brushRef="#br0" timeOffset="9676.45">4022 8361 0,'-18'-18'16,"-35"-52"15,0-19 0,0-52 1,-35-35-1,88 158-15,-53-52-1,36 70 16</inkml:trace>
  <inkml:trace contextRef="#ctx0" brushRef="#br0" timeOffset="10206.17">3704 8061 0,'0'-35'16,"0"17"-1,0-35 1,18 0-1,-18 36 1,0-72 0,0 72-1,-18-54 1,18 54-16,-17-1 31,17 36-15,35 34-1,-18-34 1,72 88 0</inkml:trace>
  <inkml:trace contextRef="#ctx0" brushRef="#br0" timeOffset="11034.37">4886 8414 0,'-18'-71'32,"-17"18"-17,35 36-15,-18-19 16,-17-52-1,18 71-15,-54-142 32,18 71-17,35 52 1,-17 1 15</inkml:trace>
  <inkml:trace contextRef="#ctx0" brushRef="#br0" timeOffset="11612.92">4551 8043 0,'0'0'0,"0"-53"32,0 36-32,0-18 15,0-18 1,0-18 0,17 36-1,-17-1 1,0 19-1,53 52 17,0 36-17,18 17 1,-36-53 0</inkml:trace>
  <inkml:trace contextRef="#ctx0" brushRef="#br0" timeOffset="12361.01">5733 8414 0,'-36'-36'32,"19"-16"-17,-1-1 1,0 0 0,-34-71-1,34 54 1,-35-1-1,18 18 1,35 36 0,-36 17-1,36 17 1,0 1 0</inkml:trace>
  <inkml:trace contextRef="#ctx0" brushRef="#br0" timeOffset="12822.25">5362 8079 0,'0'-18'15,"0"-35"16,18 18-15,-18 0 0,18-54-1,-18 72-15,17-19 16,36 54 15,0 53-15,18-1-1,-36-17 1</inkml:trace>
  <inkml:trace contextRef="#ctx0" brushRef="#br0" timeOffset="20267.05">27199 15275 0,'-17'0'16,"17"-17"-1,17 17 32,18-18-16,54-53 1,-19-87 14,-52 105-30,-36 0 0,-17 0-1,17 53 1,-17-18 0,0 54 15,-18 122-16,0 36 1,18 36 0,35-89-1,0 35 1,0-141-16,0 36 16</inkml:trace>
  <inkml:trace contextRef="#ctx0" brushRef="#br0" timeOffset="20455.91">26970 15681 0,'18'-35'32,"-36"70"-32,177-88 31,-142 53-31,124-35 31</inkml:trace>
  <inkml:trace contextRef="#ctx0" brushRef="#br0" timeOffset="20908.4">27799 14975 0,'-18'-35'31,"36"70"-31,-71-52 32,-35 264-1,53 158 0,70-281-15,-18-89-16</inkml:trace>
  <inkml:trace contextRef="#ctx0" brushRef="#br0" timeOffset="21782.16">27869 15522 0,'0'-17'0,"18"-19"31,53-17-15,-18 89 15,-53 34 1,0 1-17,17 17 1,36-106 15,0-35-15,0 1-1,-18 16 1,-35 107 15,-17 70-15</inkml:trace>
  <inkml:trace contextRef="#ctx0" brushRef="#br0" timeOffset="22235.07">28593 14975 0,'0'-35'31,"0"70"-31,17 36 31,-17 264-15,-17-264-1,-36 299 1,17-229 15,1-53-15,18-88-16</inkml:trace>
  <inkml:trace contextRef="#ctx0" brushRef="#br0" timeOffset="22668.01">28822 15540 0,'71'0'32,"-54"18"-32,-105-36 0,317 71 31,-211-36-31,88-17 15</inkml:trace>
  <inkml:trace contextRef="#ctx0" brushRef="#br0" timeOffset="22905.38">28875 15381 0,'70'-35'31,"-34"35"-31,-142 35 0,423-105 31</inkml:trace>
  <inkml:trace contextRef="#ctx0" brushRef="#br0" timeOffset="25267.27">29598 15593 0,'35'-35'15,"1"-18"1,17-18 15,-18 53-15,-18 36-1,1 53 1,-36 17 0,1 71-1,17-107 1,0-16 0,17-19-16,19-17 15,34-53 1,-17-35-1,-35 71 1,52-54 0,-52 89-1,-18-1-15,0 1 16,18 70 0,-18-70-1,0 17-15</inkml:trace>
  <inkml:trace contextRef="#ctx0" brushRef="#br0" timeOffset="25650.77">30286 15575 0,'0'0'0,"18"-17"15,-1 17 1,71 35 0,18-35 15</inkml:trace>
  <inkml:trace contextRef="#ctx0" brushRef="#br0" timeOffset="26080.89">30692 15505 0,'17'-18'15,"36"-35"16,0 0-15,-18-17 0,18 17-1,-17 0 17,-36 88-17,0 0-15,-18 36 16,-53 211 15,54-194-15,17-52-16</inkml:trace>
  <inkml:trace contextRef="#ctx0" brushRef="#br0" timeOffset="26359.62">30674 15840 0,'88'17'32,"-176"-34"-32,388 17 31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customXml" Target="../ink/ink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customXml" Target="../ink/ink5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customXml" Target="../ink/ink8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customXml" Target="../ink/ink11.xml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customXml" Target="../ink/ink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customXml" Target="../ink/ink15.xml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customXml" Target="../ink/ink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7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5.png"/><Relationship Id="rId9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11" Type="http://schemas.openxmlformats.org/officeDocument/2006/relationships/customXml" Target="../ink/ink20.xml"/><Relationship Id="rId5" Type="http://schemas.openxmlformats.org/officeDocument/2006/relationships/image" Target="../media/image25.png"/><Relationship Id="rId10" Type="http://schemas.openxmlformats.org/officeDocument/2006/relationships/image" Target="../media/image23.png"/><Relationship Id="rId9" Type="http://schemas.openxmlformats.org/officeDocument/2006/relationships/customXml" Target="../ink/ink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7AA3-B819-F4C0-582B-2126C9D9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720F7F8-B542-4163-DDE7-7DC95F13E78F}"/>
              </a:ext>
            </a:extLst>
          </p:cNvPr>
          <p:cNvSpPr txBox="1"/>
          <p:nvPr/>
        </p:nvSpPr>
        <p:spPr>
          <a:xfrm>
            <a:off x="176470" y="785277"/>
            <a:ext cx="107329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compare the cardinality (size) of finite sets, it is enough to count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number of elements in each set and compare these numbers.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223D201-8552-33B4-209D-0757C5F72E49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19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23496-117C-FBE6-8BA1-0A48D8D4A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FBCE59D0-F5FE-8AED-980C-B4F4878AF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245" y="1831528"/>
            <a:ext cx="3677920" cy="2263983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C6056E8F-ED77-5715-15E3-865054264901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6191C1BA-89A6-3D81-4E63-7223715C0FB3}"/>
              </a:ext>
            </a:extLst>
          </p:cNvPr>
          <p:cNvSpPr txBox="1"/>
          <p:nvPr/>
        </p:nvSpPr>
        <p:spPr>
          <a:xfrm>
            <a:off x="176470" y="785277"/>
            <a:ext cx="107329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compare the cardinality (size) of finite sets, it is enough to count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number of elements in each set and compare these numbers.</a:t>
            </a:r>
          </a:p>
        </p:txBody>
      </p:sp>
    </p:spTree>
    <p:extLst>
      <p:ext uri="{BB962C8B-B14F-4D97-AF65-F5344CB8AC3E}">
        <p14:creationId xmlns:p14="http://schemas.microsoft.com/office/powerpoint/2010/main" val="46460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3E91D-7DFA-1655-7D1C-22EF61097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C587EBAF-3C42-BC3C-A930-3F1162740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245" y="1831528"/>
            <a:ext cx="3677920" cy="22639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14278EE-9435-77DB-6B6E-AFBB7062615A}"/>
                  </a:ext>
                </a:extLst>
              </p:cNvPr>
              <p:cNvSpPr txBox="1"/>
              <p:nvPr/>
            </p:nvSpPr>
            <p:spPr>
              <a:xfrm>
                <a:off x="4635694" y="4015523"/>
                <a:ext cx="4635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14278EE-9435-77DB-6B6E-AFBB70626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694" y="4015523"/>
                <a:ext cx="46358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2D005D1-D739-8B10-A673-5760E2BF7E8F}"/>
                  </a:ext>
                </a:extLst>
              </p:cNvPr>
              <p:cNvSpPr txBox="1"/>
              <p:nvPr/>
            </p:nvSpPr>
            <p:spPr>
              <a:xfrm>
                <a:off x="5578430" y="4015522"/>
                <a:ext cx="4635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&lt;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2D005D1-D739-8B10-A673-5760E2BF7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8430" y="4015522"/>
                <a:ext cx="46358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EBD8D3B-071C-2702-9CB0-3914C1147B26}"/>
                  </a:ext>
                </a:extLst>
              </p:cNvPr>
              <p:cNvSpPr txBox="1"/>
              <p:nvPr/>
            </p:nvSpPr>
            <p:spPr>
              <a:xfrm>
                <a:off x="6521166" y="4015522"/>
                <a:ext cx="4635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EBD8D3B-071C-2702-9CB0-3914C1147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166" y="4015522"/>
                <a:ext cx="46358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C7FF0C69-AA55-F9F2-EC90-602FE5164CEB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A08A158A-82EC-9793-0785-6020B4768FE5}"/>
              </a:ext>
            </a:extLst>
          </p:cNvPr>
          <p:cNvSpPr txBox="1"/>
          <p:nvPr/>
        </p:nvSpPr>
        <p:spPr>
          <a:xfrm>
            <a:off x="176470" y="785277"/>
            <a:ext cx="107329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compare the cardinality (size) of finite sets, it is enough to count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number of elements in each set and compare these numbers.</a:t>
            </a:r>
          </a:p>
        </p:txBody>
      </p:sp>
    </p:spTree>
    <p:extLst>
      <p:ext uri="{BB962C8B-B14F-4D97-AF65-F5344CB8AC3E}">
        <p14:creationId xmlns:p14="http://schemas.microsoft.com/office/powerpoint/2010/main" val="1532304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8B67-6429-A7D6-7A62-2A487530D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C6DF52BE-AB3A-CD5B-C288-CDFD5FAD4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245" y="1831528"/>
            <a:ext cx="3677920" cy="22639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5AE8A48-C166-2C50-3899-5BA2C36C88CC}"/>
                  </a:ext>
                </a:extLst>
              </p:cNvPr>
              <p:cNvSpPr txBox="1"/>
              <p:nvPr/>
            </p:nvSpPr>
            <p:spPr>
              <a:xfrm>
                <a:off x="4635694" y="4015523"/>
                <a:ext cx="4635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5AE8A48-C166-2C50-3899-5BA2C36C8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694" y="4015523"/>
                <a:ext cx="46358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27B5FD4-E0A8-E0C9-5535-2DD88A03412C}"/>
                  </a:ext>
                </a:extLst>
              </p:cNvPr>
              <p:cNvSpPr txBox="1"/>
              <p:nvPr/>
            </p:nvSpPr>
            <p:spPr>
              <a:xfrm>
                <a:off x="5578430" y="4015522"/>
                <a:ext cx="4635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&lt;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27B5FD4-E0A8-E0C9-5535-2DD88A034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8430" y="4015522"/>
                <a:ext cx="46358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ADD59F9-1E71-37C0-62E3-9B8E7F6FE103}"/>
                  </a:ext>
                </a:extLst>
              </p:cNvPr>
              <p:cNvSpPr txBox="1"/>
              <p:nvPr/>
            </p:nvSpPr>
            <p:spPr>
              <a:xfrm>
                <a:off x="6521166" y="4015522"/>
                <a:ext cx="4635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ADD59F9-1E71-37C0-62E3-9B8E7F6FE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166" y="4015522"/>
                <a:ext cx="46358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97F2D9FC-ABBA-2002-EF90-763D925F7AF8}"/>
              </a:ext>
            </a:extLst>
          </p:cNvPr>
          <p:cNvSpPr txBox="1"/>
          <p:nvPr/>
        </p:nvSpPr>
        <p:spPr>
          <a:xfrm>
            <a:off x="176470" y="4477187"/>
            <a:ext cx="11166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However, we do not have the ability to "count" the elements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sets,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but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this is also something that discrete mathematics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deals with.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6A2C8BA-23F5-685B-F4F0-BA8441BA8747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7FEBA2BF-7CFF-7E07-692B-6EE54B73CF05}"/>
              </a:ext>
            </a:extLst>
          </p:cNvPr>
          <p:cNvSpPr txBox="1"/>
          <p:nvPr/>
        </p:nvSpPr>
        <p:spPr>
          <a:xfrm>
            <a:off x="176470" y="785277"/>
            <a:ext cx="107329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compare the cardinality (size) of finite sets, it is enough to count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number of elements in each set and compare these numbers.</a:t>
            </a:r>
          </a:p>
        </p:txBody>
      </p:sp>
    </p:spTree>
    <p:extLst>
      <p:ext uri="{BB962C8B-B14F-4D97-AF65-F5344CB8AC3E}">
        <p14:creationId xmlns:p14="http://schemas.microsoft.com/office/powerpoint/2010/main" val="283567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59D5F-E288-1BE0-7C37-386373CAA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4725D97D-2CBF-7172-D485-3E906102E265}"/>
              </a:ext>
            </a:extLst>
          </p:cNvPr>
          <p:cNvSpPr txBox="1"/>
          <p:nvPr/>
        </p:nvSpPr>
        <p:spPr>
          <a:xfrm>
            <a:off x="176470" y="785277"/>
            <a:ext cx="100953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Another way to compare two sets can be the "childish" method,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which allows comparing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without knowing "numbers."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5CB235A-0918-8A58-92B4-61E3CA94D50C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298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E65D4-D039-E7A7-3F1B-F8043BEA3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2F61EBB1-9D6C-29ED-0928-76BCCBC52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179" y="2412912"/>
            <a:ext cx="9703641" cy="2032176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C2B847BE-45DA-B926-AFED-8E69EE8DF3A9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03668D0-A7B0-E2C5-5FB8-4AD9AEBEFD03}"/>
              </a:ext>
            </a:extLst>
          </p:cNvPr>
          <p:cNvSpPr txBox="1"/>
          <p:nvPr/>
        </p:nvSpPr>
        <p:spPr>
          <a:xfrm>
            <a:off x="176470" y="785277"/>
            <a:ext cx="100953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Another way to compare two sets can be the "childish" method,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which allows comparing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without knowing "numbers."</a:t>
            </a:r>
          </a:p>
        </p:txBody>
      </p:sp>
    </p:spTree>
    <p:extLst>
      <p:ext uri="{BB962C8B-B14F-4D97-AF65-F5344CB8AC3E}">
        <p14:creationId xmlns:p14="http://schemas.microsoft.com/office/powerpoint/2010/main" val="1840183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E7B0F-B2BD-D556-D70A-5CA0F269A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B3CA0C93-577A-8772-FC43-8AD30544B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179" y="2412912"/>
            <a:ext cx="9703641" cy="20321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744F0CFA-20D0-DDDF-F1C3-EC5D7CB402D5}"/>
                  </a:ext>
                </a:extLst>
              </p14:cNvPr>
              <p14:cNvContentPartPr/>
              <p14:nvPr/>
            </p14:nvContentPartPr>
            <p14:xfrm>
              <a:off x="2160144" y="2377152"/>
              <a:ext cx="1159200" cy="2059560"/>
            </p14:xfrm>
          </p:contentPart>
        </mc:Choice>
        <mc:Fallback xmlns=""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744F0CFA-20D0-DDDF-F1C3-EC5D7CB402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2504" y="2359152"/>
                <a:ext cx="1194840" cy="20952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DC7D0114-69D0-E958-0361-6AC62476652F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4E73852-21ED-1E70-A011-A2CC18C03459}"/>
              </a:ext>
            </a:extLst>
          </p:cNvPr>
          <p:cNvSpPr txBox="1"/>
          <p:nvPr/>
        </p:nvSpPr>
        <p:spPr>
          <a:xfrm>
            <a:off x="176470" y="785277"/>
            <a:ext cx="100953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Another way to compare two sets can be the "childish" method,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which allows comparing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without knowing "numbers."</a:t>
            </a:r>
          </a:p>
        </p:txBody>
      </p:sp>
    </p:spTree>
    <p:extLst>
      <p:ext uri="{BB962C8B-B14F-4D97-AF65-F5344CB8AC3E}">
        <p14:creationId xmlns:p14="http://schemas.microsoft.com/office/powerpoint/2010/main" val="1261361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4DC4D-2B9C-77EF-04B8-940C1931E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75E7CD50-27B1-6870-E702-E0CE506F8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179" y="2412912"/>
            <a:ext cx="9703641" cy="20321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1EA2A858-58BE-3382-7836-0066BEE965BB}"/>
                  </a:ext>
                </a:extLst>
              </p14:cNvPr>
              <p14:cNvContentPartPr/>
              <p14:nvPr/>
            </p14:nvContentPartPr>
            <p14:xfrm>
              <a:off x="2160144" y="2377152"/>
              <a:ext cx="1159200" cy="2059560"/>
            </p14:xfrm>
          </p:contentPart>
        </mc:Choice>
        <mc:Fallback xmlns=""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1EA2A858-58BE-3382-7836-0066BEE965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2138" y="2359155"/>
                <a:ext cx="1194851" cy="20951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B4B1DCB4-23A3-0494-F8F7-275EA3998ECC}"/>
                  </a:ext>
                </a:extLst>
              </p14:cNvPr>
              <p14:cNvContentPartPr/>
              <p14:nvPr/>
            </p14:nvContentPartPr>
            <p14:xfrm>
              <a:off x="5626944" y="2423232"/>
              <a:ext cx="783000" cy="1962000"/>
            </p14:xfrm>
          </p:contentPart>
        </mc:Choice>
        <mc:Fallback xmlns=""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B4B1DCB4-23A3-0494-F8F7-275EA3998E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09304" y="2405232"/>
                <a:ext cx="818640" cy="199764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34A98D95-B04E-B43B-72B9-073D1F172CB6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84CBD6F-5F28-3BB3-5318-67444CB05610}"/>
              </a:ext>
            </a:extLst>
          </p:cNvPr>
          <p:cNvSpPr txBox="1"/>
          <p:nvPr/>
        </p:nvSpPr>
        <p:spPr>
          <a:xfrm>
            <a:off x="176470" y="785277"/>
            <a:ext cx="100953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Another way to compare two sets can be the "childish" method,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which allows comparing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without knowing "numbers."</a:t>
            </a:r>
          </a:p>
        </p:txBody>
      </p:sp>
    </p:spTree>
    <p:extLst>
      <p:ext uri="{BB962C8B-B14F-4D97-AF65-F5344CB8AC3E}">
        <p14:creationId xmlns:p14="http://schemas.microsoft.com/office/powerpoint/2010/main" val="2279267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B42BE-C69F-BA80-956C-CE0F897CB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AE9DA6C4-2B07-AE41-251C-89746A263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179" y="2412912"/>
            <a:ext cx="9703641" cy="20321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49FE892D-CF9F-07A6-2839-363CCA4CEAE3}"/>
                  </a:ext>
                </a:extLst>
              </p14:cNvPr>
              <p14:cNvContentPartPr/>
              <p14:nvPr/>
            </p14:nvContentPartPr>
            <p14:xfrm>
              <a:off x="2160144" y="2377152"/>
              <a:ext cx="1159200" cy="2059560"/>
            </p14:xfrm>
          </p:contentPart>
        </mc:Choice>
        <mc:Fallback xmlns=""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49FE892D-CF9F-07A6-2839-363CCA4CEA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2138" y="2359155"/>
                <a:ext cx="1194851" cy="20951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B198E480-5B8C-4F54-B6BF-50A2CC565317}"/>
                  </a:ext>
                </a:extLst>
              </p14:cNvPr>
              <p14:cNvContentPartPr/>
              <p14:nvPr/>
            </p14:nvContentPartPr>
            <p14:xfrm>
              <a:off x="5626944" y="2423232"/>
              <a:ext cx="783000" cy="1962000"/>
            </p14:xfrm>
          </p:contentPart>
        </mc:Choice>
        <mc:Fallback xmlns=""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B198E480-5B8C-4F54-B6BF-50A2CC56531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08944" y="2405232"/>
                <a:ext cx="818640" cy="19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Pismo odręczne 6">
                <a:extLst>
                  <a:ext uri="{FF2B5EF4-FFF2-40B4-BE49-F238E27FC236}">
                    <a16:creationId xmlns:a16="http://schemas.microsoft.com/office/drawing/2014/main" id="{195C370D-FD03-944F-0244-D9C13A384375}"/>
                  </a:ext>
                </a:extLst>
              </p14:cNvPr>
              <p14:cNvContentPartPr/>
              <p14:nvPr/>
            </p14:nvContentPartPr>
            <p14:xfrm>
              <a:off x="8391744" y="2395512"/>
              <a:ext cx="1301040" cy="2065680"/>
            </p14:xfrm>
          </p:contentPart>
        </mc:Choice>
        <mc:Fallback xmlns="">
          <p:pic>
            <p:nvPicPr>
              <p:cNvPr id="7" name="Pismo odręczne 6">
                <a:extLst>
                  <a:ext uri="{FF2B5EF4-FFF2-40B4-BE49-F238E27FC236}">
                    <a16:creationId xmlns:a16="http://schemas.microsoft.com/office/drawing/2014/main" id="{195C370D-FD03-944F-0244-D9C13A38437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73744" y="2377512"/>
                <a:ext cx="1336680" cy="21013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CFAC5389-0505-61FA-8825-6D9BD209EEBD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84C0873-D050-5BA1-BCFF-101C309F2769}"/>
              </a:ext>
            </a:extLst>
          </p:cNvPr>
          <p:cNvSpPr txBox="1"/>
          <p:nvPr/>
        </p:nvSpPr>
        <p:spPr>
          <a:xfrm>
            <a:off x="176470" y="785277"/>
            <a:ext cx="100953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Another way to compare two sets can be the "childish" method,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which allows comparing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without knowing "numbers."</a:t>
            </a:r>
          </a:p>
        </p:txBody>
      </p:sp>
    </p:spTree>
    <p:extLst>
      <p:ext uri="{BB962C8B-B14F-4D97-AF65-F5344CB8AC3E}">
        <p14:creationId xmlns:p14="http://schemas.microsoft.com/office/powerpoint/2010/main" val="1183082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CA78B-57D5-A29D-08DE-6673150B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83E647A7-5CF1-631D-B540-3C92DB9C4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179" y="2412912"/>
            <a:ext cx="9703641" cy="20321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9D0841BA-B7D1-7098-37F1-6DA9B5F59FA3}"/>
                  </a:ext>
                </a:extLst>
              </p14:cNvPr>
              <p14:cNvContentPartPr/>
              <p14:nvPr/>
            </p14:nvContentPartPr>
            <p14:xfrm>
              <a:off x="2160144" y="2377152"/>
              <a:ext cx="1159200" cy="2059560"/>
            </p14:xfrm>
          </p:contentPart>
        </mc:Choice>
        <mc:Fallback xmlns=""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9D0841BA-B7D1-7098-37F1-6DA9B5F59F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2138" y="2359155"/>
                <a:ext cx="1194851" cy="20951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14B6C94E-F4C5-AFC5-33A7-051E1E9BE538}"/>
                  </a:ext>
                </a:extLst>
              </p14:cNvPr>
              <p14:cNvContentPartPr/>
              <p14:nvPr/>
            </p14:nvContentPartPr>
            <p14:xfrm>
              <a:off x="5626944" y="2423232"/>
              <a:ext cx="783000" cy="1962000"/>
            </p14:xfrm>
          </p:contentPart>
        </mc:Choice>
        <mc:Fallback xmlns=""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14B6C94E-F4C5-AFC5-33A7-051E1E9BE53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08944" y="2405232"/>
                <a:ext cx="818640" cy="19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Pismo odręczne 6">
                <a:extLst>
                  <a:ext uri="{FF2B5EF4-FFF2-40B4-BE49-F238E27FC236}">
                    <a16:creationId xmlns:a16="http://schemas.microsoft.com/office/drawing/2014/main" id="{BD61F140-B3B1-F5CA-F4C6-44C13D80D3DD}"/>
                  </a:ext>
                </a:extLst>
              </p14:cNvPr>
              <p14:cNvContentPartPr/>
              <p14:nvPr/>
            </p14:nvContentPartPr>
            <p14:xfrm>
              <a:off x="8391744" y="2395512"/>
              <a:ext cx="1301040" cy="2065680"/>
            </p14:xfrm>
          </p:contentPart>
        </mc:Choice>
        <mc:Fallback xmlns="">
          <p:pic>
            <p:nvPicPr>
              <p:cNvPr id="7" name="Pismo odręczne 6">
                <a:extLst>
                  <a:ext uri="{FF2B5EF4-FFF2-40B4-BE49-F238E27FC236}">
                    <a16:creationId xmlns:a16="http://schemas.microsoft.com/office/drawing/2014/main" id="{BD61F140-B3B1-F5CA-F4C6-44C13D80D3D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73749" y="2377512"/>
                <a:ext cx="1336670" cy="21013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0EBD0D1B-8F19-D60D-423C-D7367D7CCA35}"/>
              </a:ext>
            </a:extLst>
          </p:cNvPr>
          <p:cNvSpPr txBox="1"/>
          <p:nvPr/>
        </p:nvSpPr>
        <p:spPr>
          <a:xfrm>
            <a:off x="176469" y="4496952"/>
            <a:ext cx="95494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number of cups and saucers turned out to be the same.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B5658F66-1936-8733-3CFF-C5C165AB444C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BDBD6580-C489-316B-F80B-9E56A1365EE1}"/>
              </a:ext>
            </a:extLst>
          </p:cNvPr>
          <p:cNvSpPr txBox="1"/>
          <p:nvPr/>
        </p:nvSpPr>
        <p:spPr>
          <a:xfrm>
            <a:off x="176470" y="785277"/>
            <a:ext cx="100953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Another way to compare two sets can be the "childish" method,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which allows comparing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without knowing "numbers."</a:t>
            </a:r>
          </a:p>
        </p:txBody>
      </p:sp>
    </p:spTree>
    <p:extLst>
      <p:ext uri="{BB962C8B-B14F-4D97-AF65-F5344CB8AC3E}">
        <p14:creationId xmlns:p14="http://schemas.microsoft.com/office/powerpoint/2010/main" val="3440082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2AAE4-DF56-FB37-0759-E75C83962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1A970DF3-7C9B-981E-578D-799B7B0A2CE4}"/>
              </a:ext>
            </a:extLst>
          </p:cNvPr>
          <p:cNvSpPr txBox="1"/>
          <p:nvPr/>
        </p:nvSpPr>
        <p:spPr>
          <a:xfrm>
            <a:off x="176470" y="785277"/>
            <a:ext cx="8725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same method will work in the example with bags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6CED35F-A8A7-DA7B-D806-51BCF78F1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847" y="2062361"/>
            <a:ext cx="4440305" cy="2733277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B31D899B-6768-B2FB-AF8D-D23D768D5FFF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078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9295E-8B76-866F-FBFE-8CCA51605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3B88E838-8EA0-BE8D-0204-722DC7C0E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847" y="2062361"/>
            <a:ext cx="4440305" cy="27332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2" name="Pismo odręczne 11">
                <a:extLst>
                  <a:ext uri="{FF2B5EF4-FFF2-40B4-BE49-F238E27FC236}">
                    <a16:creationId xmlns:a16="http://schemas.microsoft.com/office/drawing/2014/main" id="{D4320273-D10D-7D94-EA9C-80ED3347D41D}"/>
                  </a:ext>
                </a:extLst>
              </p14:cNvPr>
              <p14:cNvContentPartPr/>
              <p14:nvPr/>
            </p14:nvContentPartPr>
            <p14:xfrm>
              <a:off x="4727304" y="3035232"/>
              <a:ext cx="1976040" cy="174600"/>
            </p14:xfrm>
          </p:contentPart>
        </mc:Choice>
        <mc:Fallback xmlns="">
          <p:pic>
            <p:nvPicPr>
              <p:cNvPr id="12" name="Pismo odręczne 11">
                <a:extLst>
                  <a:ext uri="{FF2B5EF4-FFF2-40B4-BE49-F238E27FC236}">
                    <a16:creationId xmlns:a16="http://schemas.microsoft.com/office/drawing/2014/main" id="{D4320273-D10D-7D94-EA9C-80ED3347D4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21184" y="3029112"/>
                <a:ext cx="198828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3" name="Pismo odręczne 12">
                <a:extLst>
                  <a:ext uri="{FF2B5EF4-FFF2-40B4-BE49-F238E27FC236}">
                    <a16:creationId xmlns:a16="http://schemas.microsoft.com/office/drawing/2014/main" id="{903D58BC-9BFB-FD5D-A5F7-F43F1300D33D}"/>
                  </a:ext>
                </a:extLst>
              </p14:cNvPr>
              <p14:cNvContentPartPr/>
              <p14:nvPr/>
            </p14:nvContentPartPr>
            <p14:xfrm>
              <a:off x="5513544" y="3465432"/>
              <a:ext cx="1681560" cy="265680"/>
            </p14:xfrm>
          </p:contentPart>
        </mc:Choice>
        <mc:Fallback xmlns="">
          <p:pic>
            <p:nvPicPr>
              <p:cNvPr id="13" name="Pismo odręczne 12">
                <a:extLst>
                  <a:ext uri="{FF2B5EF4-FFF2-40B4-BE49-F238E27FC236}">
                    <a16:creationId xmlns:a16="http://schemas.microsoft.com/office/drawing/2014/main" id="{903D58BC-9BFB-FD5D-A5F7-F43F1300D33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07424" y="3459312"/>
                <a:ext cx="169380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4" name="Pismo odręczne 13">
                <a:extLst>
                  <a:ext uri="{FF2B5EF4-FFF2-40B4-BE49-F238E27FC236}">
                    <a16:creationId xmlns:a16="http://schemas.microsoft.com/office/drawing/2014/main" id="{F98AE770-EC0B-7BF8-51F6-941198AEC43B}"/>
                  </a:ext>
                </a:extLst>
              </p14:cNvPr>
              <p14:cNvContentPartPr/>
              <p14:nvPr/>
            </p14:nvContentPartPr>
            <p14:xfrm>
              <a:off x="4718304" y="3866832"/>
              <a:ext cx="1956960" cy="146880"/>
            </p14:xfrm>
          </p:contentPart>
        </mc:Choice>
        <mc:Fallback xmlns="">
          <p:pic>
            <p:nvPicPr>
              <p:cNvPr id="14" name="Pismo odręczne 13">
                <a:extLst>
                  <a:ext uri="{FF2B5EF4-FFF2-40B4-BE49-F238E27FC236}">
                    <a16:creationId xmlns:a16="http://schemas.microsoft.com/office/drawing/2014/main" id="{F98AE770-EC0B-7BF8-51F6-941198AEC4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12184" y="3860712"/>
                <a:ext cx="196920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15" name="Pismo odręczne 14">
                <a:extLst>
                  <a:ext uri="{FF2B5EF4-FFF2-40B4-BE49-F238E27FC236}">
                    <a16:creationId xmlns:a16="http://schemas.microsoft.com/office/drawing/2014/main" id="{8A4F0B16-F779-44B3-A5F9-4D5BE4150E00}"/>
                  </a:ext>
                </a:extLst>
              </p14:cNvPr>
              <p14:cNvContentPartPr/>
              <p14:nvPr/>
            </p14:nvContentPartPr>
            <p14:xfrm>
              <a:off x="5504544" y="4425552"/>
              <a:ext cx="2102400" cy="238680"/>
            </p14:xfrm>
          </p:contentPart>
        </mc:Choice>
        <mc:Fallback xmlns="">
          <p:pic>
            <p:nvPicPr>
              <p:cNvPr id="15" name="Pismo odręczne 14">
                <a:extLst>
                  <a:ext uri="{FF2B5EF4-FFF2-40B4-BE49-F238E27FC236}">
                    <a16:creationId xmlns:a16="http://schemas.microsoft.com/office/drawing/2014/main" id="{8A4F0B16-F779-44B3-A5F9-4D5BE4150E0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98424" y="4419432"/>
                <a:ext cx="2114640" cy="2509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3EC8C109-DC18-E3B7-372B-BF75BF75D663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043A96BF-BC1D-9E53-D163-25944770F40D}"/>
              </a:ext>
            </a:extLst>
          </p:cNvPr>
          <p:cNvSpPr txBox="1"/>
          <p:nvPr/>
        </p:nvSpPr>
        <p:spPr>
          <a:xfrm>
            <a:off x="176470" y="785277"/>
            <a:ext cx="8725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same method will work in the example with bags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509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8DF3A-A6F8-D625-8375-E9DEE446E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2FEBA086-88E8-DAF4-62AB-7DDC1EB02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847" y="2062361"/>
            <a:ext cx="4440305" cy="27332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2" name="Pismo odręczne 11">
                <a:extLst>
                  <a:ext uri="{FF2B5EF4-FFF2-40B4-BE49-F238E27FC236}">
                    <a16:creationId xmlns:a16="http://schemas.microsoft.com/office/drawing/2014/main" id="{9808B93C-EEF1-A022-5015-ECF6F8560AF2}"/>
                  </a:ext>
                </a:extLst>
              </p14:cNvPr>
              <p14:cNvContentPartPr/>
              <p14:nvPr/>
            </p14:nvContentPartPr>
            <p14:xfrm>
              <a:off x="4727304" y="3035232"/>
              <a:ext cx="1976040" cy="174600"/>
            </p14:xfrm>
          </p:contentPart>
        </mc:Choice>
        <mc:Fallback xmlns="">
          <p:pic>
            <p:nvPicPr>
              <p:cNvPr id="12" name="Pismo odręczne 11">
                <a:extLst>
                  <a:ext uri="{FF2B5EF4-FFF2-40B4-BE49-F238E27FC236}">
                    <a16:creationId xmlns:a16="http://schemas.microsoft.com/office/drawing/2014/main" id="{9808B93C-EEF1-A022-5015-ECF6F8560A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21184" y="3029112"/>
                <a:ext cx="198828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3" name="Pismo odręczne 12">
                <a:extLst>
                  <a:ext uri="{FF2B5EF4-FFF2-40B4-BE49-F238E27FC236}">
                    <a16:creationId xmlns:a16="http://schemas.microsoft.com/office/drawing/2014/main" id="{F6CA9389-B7B3-2E67-02B6-08FF2DA400BA}"/>
                  </a:ext>
                </a:extLst>
              </p14:cNvPr>
              <p14:cNvContentPartPr/>
              <p14:nvPr/>
            </p14:nvContentPartPr>
            <p14:xfrm>
              <a:off x="5513544" y="3465432"/>
              <a:ext cx="1681560" cy="265680"/>
            </p14:xfrm>
          </p:contentPart>
        </mc:Choice>
        <mc:Fallback xmlns="">
          <p:pic>
            <p:nvPicPr>
              <p:cNvPr id="13" name="Pismo odręczne 12">
                <a:extLst>
                  <a:ext uri="{FF2B5EF4-FFF2-40B4-BE49-F238E27FC236}">
                    <a16:creationId xmlns:a16="http://schemas.microsoft.com/office/drawing/2014/main" id="{F6CA9389-B7B3-2E67-02B6-08FF2DA400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07425" y="3459320"/>
                <a:ext cx="1693797" cy="2779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4" name="Pismo odręczne 13">
                <a:extLst>
                  <a:ext uri="{FF2B5EF4-FFF2-40B4-BE49-F238E27FC236}">
                    <a16:creationId xmlns:a16="http://schemas.microsoft.com/office/drawing/2014/main" id="{21BD0E79-9FAC-9AB3-BB48-79C064EF74AA}"/>
                  </a:ext>
                </a:extLst>
              </p14:cNvPr>
              <p14:cNvContentPartPr/>
              <p14:nvPr/>
            </p14:nvContentPartPr>
            <p14:xfrm>
              <a:off x="4718304" y="3866832"/>
              <a:ext cx="1956960" cy="146880"/>
            </p14:xfrm>
          </p:contentPart>
        </mc:Choice>
        <mc:Fallback xmlns="">
          <p:pic>
            <p:nvPicPr>
              <p:cNvPr id="14" name="Pismo odręczne 13">
                <a:extLst>
                  <a:ext uri="{FF2B5EF4-FFF2-40B4-BE49-F238E27FC236}">
                    <a16:creationId xmlns:a16="http://schemas.microsoft.com/office/drawing/2014/main" id="{21BD0E79-9FAC-9AB3-BB48-79C064EF74A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12184" y="3860712"/>
                <a:ext cx="196920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15" name="Pismo odręczne 14">
                <a:extLst>
                  <a:ext uri="{FF2B5EF4-FFF2-40B4-BE49-F238E27FC236}">
                    <a16:creationId xmlns:a16="http://schemas.microsoft.com/office/drawing/2014/main" id="{7C3A6AC0-916B-F6CA-D515-52339C5053A2}"/>
                  </a:ext>
                </a:extLst>
              </p14:cNvPr>
              <p14:cNvContentPartPr/>
              <p14:nvPr/>
            </p14:nvContentPartPr>
            <p14:xfrm>
              <a:off x="5504544" y="4425552"/>
              <a:ext cx="2102400" cy="238680"/>
            </p14:xfrm>
          </p:contentPart>
        </mc:Choice>
        <mc:Fallback xmlns="">
          <p:pic>
            <p:nvPicPr>
              <p:cNvPr id="15" name="Pismo odręczne 14">
                <a:extLst>
                  <a:ext uri="{FF2B5EF4-FFF2-40B4-BE49-F238E27FC236}">
                    <a16:creationId xmlns:a16="http://schemas.microsoft.com/office/drawing/2014/main" id="{7C3A6AC0-916B-F6CA-D515-52339C5053A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98424" y="4419432"/>
                <a:ext cx="2114640" cy="2509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47E99A7E-FF88-0152-5F8F-D951B48317AC}"/>
              </a:ext>
            </a:extLst>
          </p:cNvPr>
          <p:cNvSpPr txBox="1"/>
          <p:nvPr/>
        </p:nvSpPr>
        <p:spPr>
          <a:xfrm>
            <a:off x="176470" y="4845239"/>
            <a:ext cx="7846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Conclusion: The second bag has more elements.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53B5D83-0B37-359C-3F5A-EE39DF7A4507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7D92903-8D35-34F5-DAE4-633DF0512D6C}"/>
              </a:ext>
            </a:extLst>
          </p:cNvPr>
          <p:cNvSpPr txBox="1"/>
          <p:nvPr/>
        </p:nvSpPr>
        <p:spPr>
          <a:xfrm>
            <a:off x="176470" y="785277"/>
            <a:ext cx="8725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same method will work in the example with bags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883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C33B9-A7B9-551B-14D9-7700DED4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7B0D4EEF-5D2C-1E57-3808-A4E520AA4061}"/>
              </a:ext>
            </a:extLst>
          </p:cNvPr>
          <p:cNvSpPr txBox="1"/>
          <p:nvPr/>
        </p:nvSpPr>
        <p:spPr>
          <a:xfrm>
            <a:off x="176470" y="785277"/>
            <a:ext cx="111292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sets (finite or infinite) 𝐴 and 𝐵 are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if every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set 𝐴 corresponds to exactly one element of set 𝐵.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72E68B4-2D71-AC37-2523-9792359016CF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935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F52D0-0719-26D1-C3CE-0A4C00EF2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8CD4B967-3F23-6F49-7CD8-7DD3AEA3CD2E}"/>
              </a:ext>
            </a:extLst>
          </p:cNvPr>
          <p:cNvSpPr txBox="1"/>
          <p:nvPr/>
        </p:nvSpPr>
        <p:spPr>
          <a:xfrm>
            <a:off x="176469" y="1616274"/>
            <a:ext cx="100787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sets (finite or infinite) 𝐴 and 𝐵 are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if there is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bijection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between them (a one-to-one and onto function).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2C9B81A-1B50-62CF-7817-22449E4AC3F4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2A8FEE8-F8BB-A6E3-DB2E-E702C4D09382}"/>
              </a:ext>
            </a:extLst>
          </p:cNvPr>
          <p:cNvSpPr txBox="1"/>
          <p:nvPr/>
        </p:nvSpPr>
        <p:spPr>
          <a:xfrm>
            <a:off x="176470" y="785277"/>
            <a:ext cx="111292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sets (finite or infinite) 𝐴 and 𝐵 are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if every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set 𝐴 corresponds to exactly one element of set 𝐵.</a:t>
            </a:r>
          </a:p>
        </p:txBody>
      </p:sp>
    </p:spTree>
    <p:extLst>
      <p:ext uri="{BB962C8B-B14F-4D97-AF65-F5344CB8AC3E}">
        <p14:creationId xmlns:p14="http://schemas.microsoft.com/office/powerpoint/2010/main" val="3870609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21DE3-B26B-8E7E-5936-CF11629E8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EAAA2F61-1930-4CE6-1E84-FCB0E2E9247E}"/>
              </a:ext>
            </a:extLst>
          </p:cNvPr>
          <p:cNvSpPr txBox="1"/>
          <p:nvPr/>
        </p:nvSpPr>
        <p:spPr>
          <a:xfrm>
            <a:off x="176468" y="2447271"/>
            <a:ext cx="107340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are not equinumerous if such a function (such a matching)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does not exist.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27D7610-C081-FC50-2CC3-D46934F7A739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5223DA4-A39E-8DD1-1A6D-1B893156FC99}"/>
              </a:ext>
            </a:extLst>
          </p:cNvPr>
          <p:cNvSpPr txBox="1"/>
          <p:nvPr/>
        </p:nvSpPr>
        <p:spPr>
          <a:xfrm>
            <a:off x="176470" y="785277"/>
            <a:ext cx="111292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sets (finite or infinite) 𝐴 and 𝐵 are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if every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set 𝐴 corresponds to exactly one element of set 𝐵.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0EE82C8-BFAE-CE8A-D8DC-5BF515EE6866}"/>
              </a:ext>
            </a:extLst>
          </p:cNvPr>
          <p:cNvSpPr txBox="1"/>
          <p:nvPr/>
        </p:nvSpPr>
        <p:spPr>
          <a:xfrm>
            <a:off x="176469" y="1616274"/>
            <a:ext cx="100787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sets (finite or infinite) 𝐴 and 𝐵 are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if there is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bijection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between them (a one-to-one and onto function).</a:t>
            </a:r>
          </a:p>
        </p:txBody>
      </p:sp>
    </p:spTree>
    <p:extLst>
      <p:ext uri="{BB962C8B-B14F-4D97-AF65-F5344CB8AC3E}">
        <p14:creationId xmlns:p14="http://schemas.microsoft.com/office/powerpoint/2010/main" val="2232568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262E3-83C3-329E-38FF-5710A6F5F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F6D3B9B0-2566-4E5F-E5D9-D44222BD2393}"/>
              </a:ext>
            </a:extLst>
          </p:cNvPr>
          <p:cNvSpPr txBox="1"/>
          <p:nvPr/>
        </p:nvSpPr>
        <p:spPr>
          <a:xfrm>
            <a:off x="176468" y="1825405"/>
            <a:ext cx="11335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Prove that there are as many even numbers as odd numbers.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DCF1E8A-7B57-F159-EE4B-AF570EB60B51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200F764-6EC4-5F47-FE36-DD2D4EF48CDC}"/>
              </a:ext>
            </a:extLst>
          </p:cNvPr>
          <p:cNvSpPr txBox="1"/>
          <p:nvPr/>
        </p:nvSpPr>
        <p:spPr>
          <a:xfrm>
            <a:off x="176470" y="785277"/>
            <a:ext cx="111292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sets (finite or infinite) 𝐴 and 𝐵 are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if every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set 𝐴 corresponds to exactly one element of set 𝐵.</a:t>
            </a:r>
          </a:p>
        </p:txBody>
      </p:sp>
    </p:spTree>
    <p:extLst>
      <p:ext uri="{BB962C8B-B14F-4D97-AF65-F5344CB8AC3E}">
        <p14:creationId xmlns:p14="http://schemas.microsoft.com/office/powerpoint/2010/main" val="1354967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74681-685F-78D1-8AD5-1F69CA158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46892A4-35D1-37C5-6B90-1BC3E4E0CFDC}"/>
                  </a:ext>
                </a:extLst>
              </p:cNvPr>
              <p:cNvSpPr txBox="1"/>
              <p:nvPr/>
            </p:nvSpPr>
            <p:spPr>
              <a:xfrm>
                <a:off x="176468" y="2378021"/>
                <a:ext cx="39121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 4, 6, 8, 10, 12, 14, 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46892A4-35D1-37C5-6B90-1BC3E4E0C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378021"/>
                <a:ext cx="3912161" cy="461665"/>
              </a:xfrm>
              <a:prstGeom prst="rect">
                <a:avLst/>
              </a:prstGeom>
              <a:blipFill>
                <a:blip r:embed="rId2"/>
                <a:stretch>
                  <a:fillRect l="-249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F9B10163-0A98-1561-82A0-C206E70716ED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9E74662-6F2B-BB92-CBAB-AE7F886BCBE1}"/>
              </a:ext>
            </a:extLst>
          </p:cNvPr>
          <p:cNvSpPr txBox="1"/>
          <p:nvPr/>
        </p:nvSpPr>
        <p:spPr>
          <a:xfrm>
            <a:off x="176470" y="785277"/>
            <a:ext cx="111292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sets (finite or infinite) 𝐴 and 𝐵 are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if every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set 𝐴 corresponds to exactly one element of set 𝐵.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491C9461-BA55-7728-13A9-D1D3C47F98CA}"/>
              </a:ext>
            </a:extLst>
          </p:cNvPr>
          <p:cNvSpPr txBox="1"/>
          <p:nvPr/>
        </p:nvSpPr>
        <p:spPr>
          <a:xfrm>
            <a:off x="176468" y="1825405"/>
            <a:ext cx="11335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Prove that there are as many even numbers as odd numbers.</a:t>
            </a:r>
          </a:p>
        </p:txBody>
      </p:sp>
    </p:spTree>
    <p:extLst>
      <p:ext uri="{BB962C8B-B14F-4D97-AF65-F5344CB8AC3E}">
        <p14:creationId xmlns:p14="http://schemas.microsoft.com/office/powerpoint/2010/main" val="3337280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06F11-F8F2-E28A-C473-80C119523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BD4AEDA-B991-E36B-FFBE-A1F50265F302}"/>
                  </a:ext>
                </a:extLst>
              </p:cNvPr>
              <p:cNvSpPr txBox="1"/>
              <p:nvPr/>
            </p:nvSpPr>
            <p:spPr>
              <a:xfrm>
                <a:off x="176468" y="2921859"/>
                <a:ext cx="36166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Odd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1, 3, 5, 7, 9, 11, 13, 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BD4AEDA-B991-E36B-FFBE-A1F50265F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921859"/>
                <a:ext cx="3616696" cy="461665"/>
              </a:xfrm>
              <a:prstGeom prst="rect">
                <a:avLst/>
              </a:prstGeom>
              <a:blipFill>
                <a:blip r:embed="rId2"/>
                <a:stretch>
                  <a:fillRect l="-269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B8242836-5B66-FC4B-491A-C0473B28489F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9246872-7862-DBEF-AADC-E00FAE0DFD0A}"/>
              </a:ext>
            </a:extLst>
          </p:cNvPr>
          <p:cNvSpPr txBox="1"/>
          <p:nvPr/>
        </p:nvSpPr>
        <p:spPr>
          <a:xfrm>
            <a:off x="176470" y="785277"/>
            <a:ext cx="111292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sets (finite or infinite) 𝐴 and 𝐵 are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if every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set 𝐴 corresponds to exactly one element of set 𝐵.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6D493E2-E17C-2404-F603-B4DAEB34936A}"/>
              </a:ext>
            </a:extLst>
          </p:cNvPr>
          <p:cNvSpPr txBox="1"/>
          <p:nvPr/>
        </p:nvSpPr>
        <p:spPr>
          <a:xfrm>
            <a:off x="176468" y="1825405"/>
            <a:ext cx="11335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Prove that there are as many even numbers as odd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5BDC3F5-4772-F64E-1BAC-6E850ABB0E15}"/>
                  </a:ext>
                </a:extLst>
              </p:cNvPr>
              <p:cNvSpPr txBox="1"/>
              <p:nvPr/>
            </p:nvSpPr>
            <p:spPr>
              <a:xfrm>
                <a:off x="176468" y="2378021"/>
                <a:ext cx="39121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 4, 6, 8, 10, 12, 14, 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5BDC3F5-4772-F64E-1BAC-6E850ABB0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378021"/>
                <a:ext cx="3912161" cy="461665"/>
              </a:xfrm>
              <a:prstGeom prst="rect">
                <a:avLst/>
              </a:prstGeom>
              <a:blipFill>
                <a:blip r:embed="rId3"/>
                <a:stretch>
                  <a:fillRect l="-249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8509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B9C9C-3F6B-01A2-C973-E6BC427D8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ole tekstowe 8">
            <a:extLst>
              <a:ext uri="{FF2B5EF4-FFF2-40B4-BE49-F238E27FC236}">
                <a16:creationId xmlns:a16="http://schemas.microsoft.com/office/drawing/2014/main" id="{BB7549AB-E331-2561-152E-EB63440ACE42}"/>
              </a:ext>
            </a:extLst>
          </p:cNvPr>
          <p:cNvSpPr txBox="1"/>
          <p:nvPr/>
        </p:nvSpPr>
        <p:spPr>
          <a:xfrm>
            <a:off x="176468" y="3457163"/>
            <a:ext cx="7013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It is enough to pair the 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6DDDF4C-FA18-5D6F-33B1-41CE0B2D25BE}"/>
                  </a:ext>
                </a:extLst>
              </p:cNvPr>
              <p:cNvSpPr txBox="1"/>
              <p:nvPr/>
            </p:nvSpPr>
            <p:spPr>
              <a:xfrm>
                <a:off x="7736294" y="3383524"/>
                <a:ext cx="1493229" cy="1569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1→2, </m:t>
                      </m:r>
                    </m:oMath>
                  </m:oMathPara>
                </a14:m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3→4,</m:t>
                      </m:r>
                    </m:oMath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5→6,</m:t>
                      </m:r>
                    </m:oMath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</m:oMath>
                  </m:oMathPara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6DDDF4C-FA18-5D6F-33B1-41CE0B2D2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294" y="3383524"/>
                <a:ext cx="1493229" cy="1569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78B9A612-59C4-50D9-BFD4-DE3D5746170D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8776735-0C41-66E1-D8AE-348B3A4EBECF}"/>
              </a:ext>
            </a:extLst>
          </p:cNvPr>
          <p:cNvSpPr txBox="1"/>
          <p:nvPr/>
        </p:nvSpPr>
        <p:spPr>
          <a:xfrm>
            <a:off x="176470" y="785277"/>
            <a:ext cx="111292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sets (finite or infinite) 𝐴 and 𝐵 are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if every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set 𝐴 corresponds to exactly one element of set 𝐵.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2DC3547F-2FA6-95E7-C75A-5940E324EFB0}"/>
              </a:ext>
            </a:extLst>
          </p:cNvPr>
          <p:cNvSpPr txBox="1"/>
          <p:nvPr/>
        </p:nvSpPr>
        <p:spPr>
          <a:xfrm>
            <a:off x="176468" y="1825405"/>
            <a:ext cx="11335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Prove that there are as many even numbers as odd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AC15AC3C-3920-5B90-EDF0-E7C1E9BC02B7}"/>
                  </a:ext>
                </a:extLst>
              </p:cNvPr>
              <p:cNvSpPr txBox="1"/>
              <p:nvPr/>
            </p:nvSpPr>
            <p:spPr>
              <a:xfrm>
                <a:off x="176468" y="2378021"/>
                <a:ext cx="39121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 4, 6, 8, 10, 12, 14, 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AC15AC3C-3920-5B90-EDF0-E7C1E9BC0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378021"/>
                <a:ext cx="3912161" cy="461665"/>
              </a:xfrm>
              <a:prstGeom prst="rect">
                <a:avLst/>
              </a:prstGeom>
              <a:blipFill>
                <a:blip r:embed="rId6"/>
                <a:stretch>
                  <a:fillRect l="-249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8738BCA0-3DD1-8251-3F54-46FA475FE2FA}"/>
                  </a:ext>
                </a:extLst>
              </p:cNvPr>
              <p:cNvSpPr txBox="1"/>
              <p:nvPr/>
            </p:nvSpPr>
            <p:spPr>
              <a:xfrm>
                <a:off x="176468" y="2921859"/>
                <a:ext cx="36166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Odd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1, 3, 5, 7, 9, 11, 13, 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8738BCA0-3DD1-8251-3F54-46FA475FE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921859"/>
                <a:ext cx="3616696" cy="461665"/>
              </a:xfrm>
              <a:prstGeom prst="rect">
                <a:avLst/>
              </a:prstGeom>
              <a:blipFill>
                <a:blip r:embed="rId7"/>
                <a:stretch>
                  <a:fillRect l="-269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E448FC85-2809-D574-E985-751D35A2058A}"/>
                  </a:ext>
                </a:extLst>
              </p14:cNvPr>
              <p14:cNvContentPartPr/>
              <p14:nvPr/>
            </p14:nvContentPartPr>
            <p14:xfrm>
              <a:off x="1238400" y="2724120"/>
              <a:ext cx="641520" cy="3178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E448FC85-2809-D574-E985-751D35A2058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29040" y="2714760"/>
                <a:ext cx="660240" cy="33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1835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413E1-63DD-4C0D-43E5-7397AEB30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689B3446-03DB-1766-37C4-96C0CFED7573}"/>
                  </a:ext>
                </a:extLst>
              </p:cNvPr>
              <p:cNvSpPr txBox="1"/>
              <p:nvPr/>
            </p:nvSpPr>
            <p:spPr>
              <a:xfrm>
                <a:off x="7736294" y="3383524"/>
                <a:ext cx="1493229" cy="1569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1→2, </m:t>
                      </m:r>
                    </m:oMath>
                  </m:oMathPara>
                </a14:m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3→4,</m:t>
                      </m:r>
                    </m:oMath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5→6,</m:t>
                      </m:r>
                    </m:oMath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</m:oMath>
                  </m:oMathPara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689B3446-03DB-1766-37C4-96C0CFED7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294" y="3383524"/>
                <a:ext cx="1493229" cy="1569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58A2C15-65E2-4787-9075-BEF08A352EDF}"/>
              </a:ext>
            </a:extLst>
          </p:cNvPr>
          <p:cNvSpPr txBox="1"/>
          <p:nvPr/>
        </p:nvSpPr>
        <p:spPr>
          <a:xfrm>
            <a:off x="176468" y="4006420"/>
            <a:ext cx="65223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Notice that every even number has been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used exactly once, and that every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odd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 is used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exactly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6855881-80FF-A81B-6A6C-62347EAA93D1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A07577C-03F7-909C-9F26-2EF924F32BBE}"/>
              </a:ext>
            </a:extLst>
          </p:cNvPr>
          <p:cNvSpPr txBox="1"/>
          <p:nvPr/>
        </p:nvSpPr>
        <p:spPr>
          <a:xfrm>
            <a:off x="176470" y="785277"/>
            <a:ext cx="111292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sets (finite or infinite) 𝐴 and 𝐵 are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if every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set 𝐴 corresponds to exactly one element of set 𝐵.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7B4AB205-636D-E16D-5618-992FC27F57EF}"/>
              </a:ext>
            </a:extLst>
          </p:cNvPr>
          <p:cNvSpPr txBox="1"/>
          <p:nvPr/>
        </p:nvSpPr>
        <p:spPr>
          <a:xfrm>
            <a:off x="176468" y="1825405"/>
            <a:ext cx="11335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Prove that there are as many even numbers as odd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89021735-DEF6-8893-DD8B-76001BC9596C}"/>
                  </a:ext>
                </a:extLst>
              </p:cNvPr>
              <p:cNvSpPr txBox="1"/>
              <p:nvPr/>
            </p:nvSpPr>
            <p:spPr>
              <a:xfrm>
                <a:off x="176468" y="2378021"/>
                <a:ext cx="39121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 4, 6, 8, 10, 12, 14, 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89021735-DEF6-8893-DD8B-76001BC95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378021"/>
                <a:ext cx="3912161" cy="461665"/>
              </a:xfrm>
              <a:prstGeom prst="rect">
                <a:avLst/>
              </a:prstGeom>
              <a:blipFill>
                <a:blip r:embed="rId6"/>
                <a:stretch>
                  <a:fillRect l="-249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D6AD02E2-5220-8EA9-5E1A-830BC85CF662}"/>
                  </a:ext>
                </a:extLst>
              </p:cNvPr>
              <p:cNvSpPr txBox="1"/>
              <p:nvPr/>
            </p:nvSpPr>
            <p:spPr>
              <a:xfrm>
                <a:off x="176468" y="2921859"/>
                <a:ext cx="36166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Odd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1, 3, 5, 7, 9, 11, 13, 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D6AD02E2-5220-8EA9-5E1A-830BC85CF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921859"/>
                <a:ext cx="3616696" cy="461665"/>
              </a:xfrm>
              <a:prstGeom prst="rect">
                <a:avLst/>
              </a:prstGeom>
              <a:blipFill>
                <a:blip r:embed="rId7"/>
                <a:stretch>
                  <a:fillRect l="-269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le tekstowe 14">
            <a:extLst>
              <a:ext uri="{FF2B5EF4-FFF2-40B4-BE49-F238E27FC236}">
                <a16:creationId xmlns:a16="http://schemas.microsoft.com/office/drawing/2014/main" id="{16E8E5F7-CBF0-3629-EEBA-2BC0B0D307D0}"/>
              </a:ext>
            </a:extLst>
          </p:cNvPr>
          <p:cNvSpPr txBox="1"/>
          <p:nvPr/>
        </p:nvSpPr>
        <p:spPr>
          <a:xfrm>
            <a:off x="176468" y="3457163"/>
            <a:ext cx="7013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It is enough to pair the 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933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DB3A1-C7D2-B725-67BD-1B5F6485D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E0022A5F-B35B-7FE6-0FEE-49C28580AD9C}"/>
                  </a:ext>
                </a:extLst>
              </p:cNvPr>
              <p:cNvSpPr txBox="1"/>
              <p:nvPr/>
            </p:nvSpPr>
            <p:spPr>
              <a:xfrm>
                <a:off x="7736294" y="3383524"/>
                <a:ext cx="1493229" cy="1569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1→2, </m:t>
                      </m:r>
                    </m:oMath>
                  </m:oMathPara>
                </a14:m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3→4,</m:t>
                      </m:r>
                    </m:oMath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5→6,</m:t>
                      </m:r>
                    </m:oMath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</m:oMath>
                  </m:oMathPara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E0022A5F-B35B-7FE6-0FEE-49C28580A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294" y="3383524"/>
                <a:ext cx="1493229" cy="1569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7AF473D0-0CAC-1E90-E554-D38D32F5059A}"/>
                  </a:ext>
                </a:extLst>
              </p:cNvPr>
              <p:cNvSpPr txBox="1"/>
              <p:nvPr/>
            </p:nvSpPr>
            <p:spPr>
              <a:xfrm>
                <a:off x="9696573" y="3590921"/>
                <a:ext cx="228665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7AF473D0-0CAC-1E90-E554-D38D32F50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573" y="3590921"/>
                <a:ext cx="2286652" cy="830997"/>
              </a:xfrm>
              <a:prstGeom prst="rect">
                <a:avLst/>
              </a:prstGeom>
              <a:blipFill>
                <a:blip r:embed="rId6"/>
                <a:stretch>
                  <a:fillRect l="-4267" t="-5882" b="-11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3D27C50C-C9E4-C362-BFAF-D4C91303DD29}"/>
              </a:ext>
            </a:extLst>
          </p:cNvPr>
          <p:cNvSpPr txBox="1"/>
          <p:nvPr/>
        </p:nvSpPr>
        <p:spPr>
          <a:xfrm>
            <a:off x="3612692" y="-45720"/>
            <a:ext cx="496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30ECB7D-22E0-4D0C-1DE7-2DFDCD70CE84}"/>
              </a:ext>
            </a:extLst>
          </p:cNvPr>
          <p:cNvSpPr txBox="1"/>
          <p:nvPr/>
        </p:nvSpPr>
        <p:spPr>
          <a:xfrm>
            <a:off x="176470" y="785277"/>
            <a:ext cx="111292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sets (finite or infinite) 𝐴 and 𝐵 are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if every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set 𝐴 corresponds to exactly one element of set 𝐵.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439A975-4DDC-9FB1-069C-C3C9877A47EA}"/>
              </a:ext>
            </a:extLst>
          </p:cNvPr>
          <p:cNvSpPr txBox="1"/>
          <p:nvPr/>
        </p:nvSpPr>
        <p:spPr>
          <a:xfrm>
            <a:off x="176468" y="1825405"/>
            <a:ext cx="11335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Prove that there are as many even numbers as odd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8AC0AD40-0B17-ACAD-5BCF-E90A5D4E9228}"/>
                  </a:ext>
                </a:extLst>
              </p:cNvPr>
              <p:cNvSpPr txBox="1"/>
              <p:nvPr/>
            </p:nvSpPr>
            <p:spPr>
              <a:xfrm>
                <a:off x="176468" y="2378021"/>
                <a:ext cx="39121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 4, 6, 8, 10, 12, 14, 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8AC0AD40-0B17-ACAD-5BCF-E90A5D4E9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378021"/>
                <a:ext cx="3912161" cy="461665"/>
              </a:xfrm>
              <a:prstGeom prst="rect">
                <a:avLst/>
              </a:prstGeom>
              <a:blipFill>
                <a:blip r:embed="rId7"/>
                <a:stretch>
                  <a:fillRect l="-249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522261EE-93AB-0BCA-4514-A56719EAD19A}"/>
                  </a:ext>
                </a:extLst>
              </p:cNvPr>
              <p:cNvSpPr txBox="1"/>
              <p:nvPr/>
            </p:nvSpPr>
            <p:spPr>
              <a:xfrm>
                <a:off x="176468" y="2921859"/>
                <a:ext cx="36166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Odd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1, 3, 5, 7, 9, 11, 13, 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522261EE-93AB-0BCA-4514-A56719EAD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921859"/>
                <a:ext cx="3616696" cy="461665"/>
              </a:xfrm>
              <a:prstGeom prst="rect">
                <a:avLst/>
              </a:prstGeom>
              <a:blipFill>
                <a:blip r:embed="rId8"/>
                <a:stretch>
                  <a:fillRect l="-269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pole tekstowe 15">
            <a:extLst>
              <a:ext uri="{FF2B5EF4-FFF2-40B4-BE49-F238E27FC236}">
                <a16:creationId xmlns:a16="http://schemas.microsoft.com/office/drawing/2014/main" id="{3E0A44F7-EBFF-208B-FB37-7AD7FDB4EEC2}"/>
              </a:ext>
            </a:extLst>
          </p:cNvPr>
          <p:cNvSpPr txBox="1"/>
          <p:nvPr/>
        </p:nvSpPr>
        <p:spPr>
          <a:xfrm>
            <a:off x="176468" y="3457163"/>
            <a:ext cx="7013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It is enough to pair the 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5A637A01-BF86-648F-489D-34CCB276332A}"/>
              </a:ext>
            </a:extLst>
          </p:cNvPr>
          <p:cNvSpPr txBox="1"/>
          <p:nvPr/>
        </p:nvSpPr>
        <p:spPr>
          <a:xfrm>
            <a:off x="176468" y="4006420"/>
            <a:ext cx="65223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Notice that every even number has been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used exactly once, and that every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odd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 is used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exactly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FF458376-B2F8-7599-84C0-A4D430489E41}"/>
                  </a:ext>
                </a:extLst>
              </p14:cNvPr>
              <p14:cNvContentPartPr/>
              <p14:nvPr/>
            </p14:nvContentPartPr>
            <p14:xfrm>
              <a:off x="9588600" y="4730760"/>
              <a:ext cx="876600" cy="29880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FF458376-B2F8-7599-84C0-A4D430489E4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79240" y="4721400"/>
                <a:ext cx="89532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38655648-748B-C026-721D-DE64B607496D}"/>
                  </a:ext>
                </a:extLst>
              </p14:cNvPr>
              <p14:cNvContentPartPr/>
              <p14:nvPr/>
            </p14:nvContentPartPr>
            <p14:xfrm>
              <a:off x="1123920" y="2349360"/>
              <a:ext cx="10027080" cy="34293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38655648-748B-C026-721D-DE64B607496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14560" y="2340000"/>
                <a:ext cx="10045800" cy="344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439261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2078</TotalTime>
  <Words>1069</Words>
  <Application>Microsoft Office PowerPoint</Application>
  <PresentationFormat>Panoramiczny</PresentationFormat>
  <Paragraphs>85</Paragraphs>
  <Slides>23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29</cp:revision>
  <dcterms:created xsi:type="dcterms:W3CDTF">2024-10-31T12:17:59Z</dcterms:created>
  <dcterms:modified xsi:type="dcterms:W3CDTF">2025-05-27T12:16:49Z</dcterms:modified>
</cp:coreProperties>
</file>