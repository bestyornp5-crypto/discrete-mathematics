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96" r:id="rId4"/>
    <p:sldId id="295" r:id="rId5"/>
    <p:sldId id="294" r:id="rId6"/>
    <p:sldId id="293" r:id="rId7"/>
    <p:sldId id="292" r:id="rId8"/>
    <p:sldId id="263" r:id="rId9"/>
    <p:sldId id="268" r:id="rId10"/>
    <p:sldId id="299" r:id="rId11"/>
    <p:sldId id="298" r:id="rId12"/>
    <p:sldId id="297" r:id="rId13"/>
    <p:sldId id="270" r:id="rId14"/>
    <p:sldId id="30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9" r:id="rId30"/>
    <p:sldId id="302" r:id="rId31"/>
    <p:sldId id="291" r:id="rId32"/>
    <p:sldId id="30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2.93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1,'0'1143,"0"-1137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9.204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1,'0'1095,"0"-1075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46.68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1,'0'1164,"0"-1148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56.91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1,'0'1109,"0"-1098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03.743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1,'0'1091,"0"-1069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12.90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1,'0'1111,"0"-1102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0 148 24575,'0'-1'0,"0"0"0,0 0 0,0 0 0,1 0 0,-1 0 0,0-1 0,0 1 0,1 0 0,-1 0 0,0 0 0,1 0 0,-1 0 0,1 0 0,0 0 0,-1 0 0,1 0 0,0 0 0,-1 1 0,1-1 0,0 0 0,0 0 0,0 1 0,0-1 0,1 0 0,26-30 0,53-61 0,-79 95 0,-1 0 0,0 1 0,0-1 0,0 1 0,-1-1 0,1 1 0,-1 0 0,0-1 0,-1 6 0,2 41-61,0-22-373,-2-1-1,-7 52 0,3-57-6391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96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24575,'5'0'0,"5"0"0,5 0 0,5 0 0,-1 4 0,0 2 0,2 0 0,1-2 0,1-1 0,1-1 0,-3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4.08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58 14 24575,'1'-2'0,"0"1"0,0 0 0,0 0 0,0 0 0,0 0 0,0 0 0,0 1 0,1-1 0,-1 0 0,0 0 0,0 1 0,1-1 0,-1 1 0,0-1 0,1 1 0,-1 0 0,1-1 0,-1 1 0,0 0 0,1 0 0,-1 0 0,1 0 0,-1 0 0,1 0 0,-1 1 0,0-1 0,1 0 0,-1 1 0,0-1 0,1 1 0,-1-1 0,0 1 0,1 0 0,-1-1 0,0 1 0,0 0 0,0 0 0,0 0 0,0 0 0,0 0 0,0 0 0,0 0 0,0 0 0,1 2 0,0 1 0,0-1 0,0 1 0,0 0 0,0 0 0,-1-1 0,1 1 0,-1 0 0,0 0 0,0 1 0,0-1 0,-1 0 0,0 0 0,1 0 0,-2 6 0,-3 4 0,-4 22 0,8-35 0,-1-1 0,1 0 0,0 1 0,0-1 0,0 1 0,0-1 0,0 0 0,0 1 0,0-1 0,0 1 0,0-1 0,0 1 0,0-1 0,0 0 0,1 1 0,-1-1 0,0 1 0,0-1 0,0 0 0,0 1 0,1-1 0,-1 0 0,0 1 0,0-1 0,1 0 0,-1 1 0,0-1 0,1 0 0,-1 0 0,0 1 0,1-1 0,-1 0 0,1 0 0,-1 1 0,0-1 0,1 0 0,-1 0 0,1 0 0,-1 0 0,0 0 0,1 0 0,-1 0 0,1 0 0,-1 0 0,0 0 0,1 0 0,-1 0 0,1 0 0,-1 0 0,1 0 0,-1 0 0,0 0 0,1-1 0,-1 1 0,1 0 0,-1 0 0,0 0 0,1-1 0,-1 1 0,1-1 0,0 1 0,1-1 0,-1 0 0,1 0 0,-1 1 0,1-1 0,0 1 0,-1-1 0,1 1 0,0 0 0,-1 0 0,1 0 0,0 0 0,0 0 0,-1 0 0,1 0 0,0 0 0,-1 1 0,3 0 0,-3-1 0,0 1 0,0 0 0,0-1 0,0 1 0,-1 0 0,1 0 0,0 0 0,-1-1 0,1 1 0,-1 0 0,1 0 0,-1 0 0,1 0 0,-1 0 0,1 0 0,-1 0 0,0 0 0,0 0 0,0 0 0,1 0 0,-1 2 0,0 1 0,-1 1 0,1-1 0,-1 0 0,0 0 0,1 0 0,-2 0 0,1-1 0,0 1 0,-1 0 0,0 0 0,0-1 0,0 1 0,0-1 0,-4 5 0,-1-1 20,-1 0 0,0 0 0,0-1 0,0 0 0,-18 9 0,21-13-126,1 1 0,-1-1 0,0 0 0,0-1 0,0 1 0,0-1-1,0 0 1,-1 0 0,1-1 0,0 0 0,0 1 0,-1-2 0,-5 0 0,-4-3-6720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5.92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0 100 24575,'7'-2'0,"0"0"0,0-1 0,-1 0 0,1 0 0,-1 0 0,0-1 0,9-6 0,-12 7 0,2 0 0,-2-1 0,1 1 0,0-1 0,-1 0 0,1 0 0,-1-1 0,3-5 0,17-19 0,-22 29 0,-1 0 0,1 0 0,-1 0 0,1 1 0,-1-1 0,1 0 0,-1 0 0,0 1 0,1-1 0,-1 0 0,1 1 0,-1-1 0,0 0 0,1 1 0,-1-1 0,0 0 0,1 1 0,-1-1 0,0 1 0,0-1 0,1 1 0,-1-1 0,0 1 0,0-1 0,0 1 0,0-1 0,1 1 0,-1-1 0,0 1 0,0-1 0,0 1 0,0-1 0,0 1 0,-1-1 0,1 1 0,0-1 0,0 1 0,0-1 0,0 1 0,1 26 0,-3 131-1365,2-136-5461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6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61 24575,'4'0'0,"6"0"0,6 0 0,4 0 0,3 0 0,2 0 0,-3-4 0,-1-2 0,-5-4 0,-4-4 0,0-1 0,-3 4-8191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7.1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34 24575,'2'0'0,"1"-1"0,-1 1 0,0-1 0,1 0 0,-1 0 0,0 0 0,0 0 0,1 0 0,-1-1 0,0 1 0,0-1 0,-1 1 0,3-3 0,22-12 0,-25 16 0,1 0 0,-1 0 0,0 0 0,0 0 0,0 0 0,1 0 0,-1 1 0,0-1 0,0 0 0,0 1 0,0-1 0,1 1 0,-1-1 0,0 1 0,0 0 0,0-1 0,0 1 0,0 0 0,0 0 0,-1 0 0,1-1 0,0 1 0,0 0 0,-1 0 0,1 0 0,0 2 0,1 1 0,0 0 0,0 0 0,-1 0 0,1 0 0,-1 1 0,0-1 0,-1 0 0,1 1 0,-1-1 0,0 1 0,0-1 0,0 1 0,-1-1 0,1 1 0,-1-1 0,0 0 0,0 1 0,-3 4 0,-1 8 0,-2-1 0,0 0 0,-12 20 0,8-20 0,-2 8 0,13-23 0,0 0 0,0-1 0,1 1 0,-1 0 0,0-1 0,1 1 0,-1 0 0,1-1 0,-1 1 0,0-1 0,1 1 0,0 0 0,-1-1 0,1 1 0,-1-1 0,1 0 0,0 1 0,-1-1 0,1 1 0,0-1 0,-1 0 0,1 0 0,0 1 0,-1-1 0,1 0 0,0 0 0,0 0 0,-1 0 0,1 0 0,0 0 0,0 0 0,0 0 0,-1 0 0,1 0 0,0 0 0,1-1 0,80 5-1365,-70-5-5461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31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39 24575,'0'-1'0,"1"-1"0,0 0 0,-1 0 0,1 0 0,0 1 0,0-1 0,0 0 0,0 1 0,0-1 0,0 1 0,0-1 0,1 1 0,-1 0 0,1-1 0,-1 1 0,1 0 0,-1 0 0,1 0 0,0 0 0,-1 0 0,1 1 0,0-1 0,0 0 0,2 0 0,-2 0 0,1 0 0,-1 1 0,0-1 0,1 0 0,-1 1 0,1-1 0,0 1 0,-1 0 0,1 0 0,-1 0 0,1 0 0,-1 0 0,1 1 0,-1-1 0,1 1 0,-1-1 0,4 3 0,-4-2 0,0 1 0,-1 0 0,1 0 0,0 0 0,-1 0 0,1 0 0,-1 0 0,0 0 0,0 0 0,0 1 0,0-1 0,0 0 0,0 1 0,-1-1 0,1 1 0,-1-1 0,0 1 0,0-1 0,0 1 0,0-1 0,0 1 0,0-1 0,0 1 0,-1-1 0,0 1 0,1-1 0,-2 4 0,-4 9 0,0 0 0,-1-1 0,-12 20 0,2-1 0,16-33 2,1 1-1,-1 0 1,1 0-1,0-1 1,-1 1-1,1 0 1,0 0-1,0 0 1,0-1-1,0 1 1,0 0-1,0 0 1,0 0-1,0 0 1,0 0-1,0-1 1,0 1-1,0 0 1,0 0-1,1 0 1,-1-1-1,0 1 1,1 0-1,-1 0 1,1-1-1,-1 1 1,1 0-1,-1-1 1,1 1-1,-1 0 1,1-1-1,-1 1 0,2 0 1,27 10-291,-15-8-838,2 3-5699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84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40 24575,'4'0'0,"2"4"0,4 2 0,4-5 0,5-2 0,3-1 0,2-1 0,1-3 0,1-2 0,-3-2 0,-3-1 0,-4 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9.59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43 1 24575,'7'0'0,"0"0"0,0 0 0,-1 1 0,1-1 0,0 1 0,0 1 0,0-1 0,9 5 0,-14-5 0,0 1 0,0-1 0,0 1 0,0-1 0,-1 1 0,1 0 0,-1 0 0,1 0 0,-1 0 0,0 0 0,0 0 0,0 0 0,0 0 0,0 0 0,0 0 0,0 1 0,-1-1 0,1 0 0,-1 1 0,0-1 0,0 0 0,0 1 0,0-1 0,0 1 0,0-1 0,0 0 0,-1 1 0,0 2 0,-20 77 0,18-71 0,2-10 0,1 1 0,0 0 0,0-1 0,0 1 0,0 0 0,0-1 0,0 1 0,0 0 0,0-1 0,1 1 0,-1 0 0,0-1 0,1 1 0,0-1 0,-1 1 0,1-1 0,0 1 0,0-1 0,0 1 0,0-1 0,0 0 0,0 1 0,0-1 0,0 0 0,0 0 0,1 0 0,-1 0 0,1 0 0,-1 0 0,3 1 0,-2-1 0,-1 0 0,1 0 0,0 0 0,-1 0 0,1 1 0,0-1 0,-1 1 0,0-1 0,1 1 0,-1 0 0,0-1 0,0 1 0,0 0 0,0 0 0,0 0 0,0 0 0,0 0 0,-1 0 0,1 0 0,-1 0 0,1 0 0,-1 0 0,0 0 0,0 3 0,0-2 4,-1 0 0,1 0 0,-1 0 0,0 0 0,1 0 0,-1 0 0,-1 0 0,1 0 0,0-1 0,-1 1 0,1 0 0,-1-1 0,0 1 0,0-1 0,0 1 0,0-1 0,-1 0 0,1 0 0,0 0 0,-1 0 0,0-1 0,1 1 0,-1-1 0,0 1 0,0-1 0,0 0 0,1 0 0,-1 0 0,-6 0 0,5 0-75,-1-1 1,1 0-1,-1 0 0,1 0 0,0-1 1,-1 1-1,1-1 0,0 0 1,-1-1-1,1 1 0,0-1 0,0 1 1,0-1-1,0-1 0,0 1 1,1 0-1,-1-1 0,1 0 0,-1 0 1,-3-4-1,-3-6-6755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3.68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38 1 24575,'0'4'0,"-5"2"0,0 3 0,-1 6 0,1 4 0,-2 2 0,-1 4 0,6-4 0,7-5 0,8-5 0,1-1 0,-2 4 0,-3 2 0,-2 3 0,-4 3 0,-5-2 0,-3-5-8191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4.13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24575,'4'0'0,"6"0"0,6 0 0,4 0 0,3 0 0,2 0 0,1 0 0,-4 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5.05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57 23 24575,'0'-1'0,"1"0"0,-1 0 0,1-1 0,-1 1 0,1 0 0,0 0 0,-1 0 0,1 0 0,0 0 0,0 0 0,0 0 0,0 0 0,0 0 0,0 0 0,0 0 0,0 1 0,0-1 0,0 0 0,0 1 0,1-1 0,-1 1 0,0-1 0,0 1 0,1-1 0,-1 1 0,0 0 0,1 0 0,-1 0 0,0 0 0,0 0 0,1 0 0,-1 0 0,2 0 0,0 0 0,1 0 0,-1 0 0,0 0 0,1 1 0,-1-1 0,0 1 0,0 0 0,1 0 0,-1 0 0,0 0 0,0 0 0,4 3 0,-5-2 0,0-1 0,-1 1 0,1 0 0,-1 0 0,0-1 0,1 1 0,-1 0 0,0 0 0,0 0 0,0 1 0,0-1 0,-1 0 0,1 0 0,-1 0 0,1 1 0,-1-1 0,0 0 0,0 0 0,0 1 0,0 2 0,-1 2 0,-1 0 0,0-1 0,0 1 0,-1-1 0,-3 8 0,3-9 0,1 0 0,0 0 0,0 1 0,0-1 0,0 0 0,1 1 0,-1 8 0,2-13 0,1 1 0,0-1 0,0 1 0,-1 0 0,1-1 0,0 0 0,0 1 0,1-1 0,-1 0 0,0 1 0,0-1 0,0 0 0,1 0 0,-1 0 0,3 1 0,14 17 0,-18-19 0,0 1 0,1 0 0,-1 0 0,0-1 0,0 1 0,0 0 0,-1-1 0,1 1 0,0 0 0,0 0 0,0-1 0,0 1 0,-1 0 0,1-1 0,0 1 0,-1-1 0,1 1 0,0 0 0,-1-1 0,1 1 0,-1-1 0,1 1 0,-1-1 0,1 1 0,-1-1 0,0 1 0,1-1 0,-1 0 0,1 1 0,-1-1 0,0 0 0,1 1 0,-1-1 0,0 0 0,-1 0 0,-5 3-91,-1 0 0,0-1 0,0-1 0,0 1 0,-1-1 0,1 0 0,0-1 0,0 0 0,-1-1 0,1 1 0,0-1 0,0-1 0,0 0 0,-9-3 0,0-1-6735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1.45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25 18 24575,'0'-1'0,"0"0"0,0 0 0,0 1 0,0-1 0,1 0 0,-1 0 0,0 1 0,0-1 0,1 0 0,-1 1 0,0-1 0,1 0 0,-1 1 0,1-1 0,-1 0 0,1 1 0,-1-1 0,1 1 0,-1-1 0,1 1 0,0-1 0,-1 1 0,1 0 0,0-1 0,-1 1 0,1 0 0,0-1 0,0 1 0,-1 0 0,1 0 0,0-1 0,0 1 0,-1 0 0,1 0 0,0 0 0,0 0 0,-1 0 0,1 0 0,0 1 0,0-1 0,-1 0 0,1 0 0,0 0 0,0 1 0,-1-1 0,1 0 0,0 1 0,0 0 0,3 0 0,-2 0 0,1 0 0,0 1 0,0-1 0,0 1 0,-1-1 0,1 1 0,0 0 0,-1 0 0,0 0 0,3 4 0,-3-2 0,0 0 0,-1 1 0,1-1 0,-1 1 0,0-1 0,-1 1 0,1-1 0,-1 1 0,0-1 0,0 1 0,0 0 0,0-1 0,-1 1 0,0-1 0,0 1 0,0-1 0,-1 0 0,1 1 0,-1-1 0,0 0 0,-1 0 0,1 0 0,0 0 0,-1-1 0,0 1 0,0 0 0,0-1 0,-4 3 0,7-6 0,-1 1 0,1-1 0,0 1 0,-1-1 0,1 0 0,0 1 0,-1-1 0,1 0 0,0 1 0,0-1 0,0 1 0,-1-1 0,1 1 0,0-1 0,0 1 0,0-1 0,0 1 0,0-1 0,0 0 0,0 1 0,0-1 0,0 1 0,0-1 0,0 1 0,0-1 0,0 1 0,1-1 0,-1 1 0,0-1 0,0 1 0,0-1 0,1 0 0,-1 1 0,0-1 0,0 1 0,1-1 0,-1 1 0,21 14 0,-18-14 0,-1 1 0,0-1 0,1 0 0,-1 1 0,0 0 0,0-1 0,0 1 0,0 0 0,0 0 0,0 0 0,0 1 0,-1-1 0,1 0 0,-1 1 0,1-1 0,1 5 0,-3-5 4,1 0 1,-1 1-1,0-1 0,0 0 0,0 1 0,0-1 0,0 1 0,0-1 0,-1 0 1,1 0-1,-1 1 0,0-1 0,1 0 0,-1 0 0,0 1 0,0-1 0,-1 0 1,1 0-1,0 0 0,-1 0 0,1-1 0,-1 1 0,1 0 0,-1-1 0,0 1 1,0-1-1,0 1 0,-2 1 0,-1-2-110,1 1 0,-1-1 0,1 0 0,-1 0 0,1 0 0,-1-1-1,0 0 1,1 1 0,-1-2 0,1 1 0,-1 0 0,0-1 0,-5-2 0,-8-1-6720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2.147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24575,'4'0'0,"6"0"0,1 4 0,4 2 0,2-1 0,4-1 0,2 0 0,1-3 0,2-4 0,0-2 0,0 0 0,-5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3.28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24 24575,'0'-1'0,"1"0"0,0 0 0,-1-1 0,1 1 0,0 0 0,0 0 0,-1 0 0,1 0 0,0 0 0,0 0 0,0 0 0,0 0 0,1 0 0,-1 1 0,0-1 0,0 0 0,0 1 0,1-1 0,-1 1 0,0-1 0,1 1 0,-1 0 0,0-1 0,1 1 0,-1 0 0,0 0 0,2 0 0,39-3 0,-40 3 0,0 0 0,1 0 0,-1 0 0,0 0 0,1 1 0,-1-1 0,0 1 0,1 0 0,-1-1 0,0 1 0,0 0 0,0 1 0,0-1 0,0 0 0,0 0 0,0 1 0,0-1 0,-1 1 0,1 0 0,-1-1 0,3 4 0,-2-1 0,-1-1 0,1 1 0,-1-1 0,0 1 0,0-1 0,0 1 0,-1 0 0,1-1 0,-1 1 0,0 0 0,0-1 0,-1 7 0,0-1 0,0-1 0,-1 1 0,0-1 0,-1 1 0,0-1 0,0 0 0,-1 0 0,0-1 0,0 1 0,-1-1 0,-7 10 0,10-15 0,-26 35 0,27-37 0,1 1 0,-1 0 0,1 0 0,0 0 0,0-1 0,0 1 0,-1 0 0,1 0 0,0 0 0,0 0 0,0 0 0,0-1 0,0 1 0,1 0 0,-1 0 0,0 0 0,0-1 0,0 1 0,1 0 0,-1 0 0,0 0 0,1-1 0,-1 1 0,1 0 0,-1-1 0,1 1 0,-1 0 0,1-1 0,-1 1 0,1 0 0,0-1 0,-1 1 0,1-1 0,0 1 0,0-1 0,-1 0 0,1 1 0,0-1 0,0 0 0,-1 0 0,1 1 0,0-1 0,0 0 0,0 0 0,0 0 0,-1 0 0,1 0 0,0 0 0,0 0 0,1 0 0,49-5-1365,-38 6-5461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3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33 1 24575,'-1'19'0,"2"0"0,1 1 0,0-1 0,1 0 0,1 0 0,1 0 0,8 20 0,-10-36 0,0 1 0,-1-1 0,1 0 0,0 0 0,1-1 0,-1 1 0,0-1 0,1 1 0,-1-1 0,1 0 0,0 0 0,0-1 0,-1 1 0,6 0 0,34 20 0,-42-21 0,1 1 0,-1-1 0,0 0 0,1 1 0,-1-1 0,0 1 0,0 0 0,0-1 0,0 1 0,0 0 0,0 0 0,-1 0 0,1-1 0,-1 1 0,1 0 0,-1 0 0,0 0 0,1 0 0,-1 0 0,0 0 0,-1 3 0,1-4 0,0 0 0,0 1 0,0-1 0,0 0 0,-1 1 0,1-1 0,-1 0 0,1 0 0,-1 0 0,1 1 0,-1-1 0,0 0 0,0 0 0,1 0 0,-1 0 0,0 0 0,0 0 0,0 0 0,0-1 0,0 1 0,0 0 0,0 0 0,-2 0 0,0 0 0,0 0 0,-1 0 0,1 0 0,0 0 0,-1 0 0,1-1 0,-1 0 0,-5 0 0,-1 0 0,-1-1 0,1-1 0,0 0 0,0 0 0,-11-5 0,-14-11-1365,19 9-5461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769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11 24575,'4'0'0,"6"0"0,6 0 0,4 0 0,3 0 0,2 0 0,1 0 0,1 0 0,-5-5 0,-6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6.42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24575,'4'0'0,"6"0"0,5 4 0,5 2 0,3-1 0,3 4 0,0 0 0,0-2 0,1-6 0,-5-3-8191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7.34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27 2 24575,'3'-1'0,"-1"1"0,0 0 0,0 0 0,0 0 0,0 0 0,0 0 0,0 0 0,1 1 0,-1-1 0,0 1 0,0-1 0,0 1 0,0 0 0,0 0 0,-1 0 0,1 0 0,0 0 0,0 0 0,-1 1 0,1-1 0,0 0 0,-1 1 0,1-1 0,-1 1 0,0 0 0,0 0 0,1-1 0,0 5 0,-1-2 0,0 1 0,-1-1 0,0 0 0,0 1 0,0-1 0,0 1 0,-1-1 0,1 1 0,-1-1 0,0 0 0,-1 0 0,-2 6 0,4-8 0,0 0 0,-1 0 0,1 0 0,0 0 0,0 0 0,0 0 0,0 0 0,1-1 0,-1 1 0,0 0 0,1 0 0,-1 0 0,1 0 0,0 0 0,0-1 0,-1 1 0,1 0 0,0 0 0,1-1 0,-1 1 0,0-1 0,0 1 0,1-1 0,-1 0 0,3 2 0,-3-2 0,0 0 0,1 0 0,-1 0 0,0 0 0,0 0 0,0 0 0,0 0 0,0 0 0,0 0 0,0 0 0,-1 1 0,1-1 0,0 0 0,-1 1 0,1-1 0,-1 0 0,1 1 0,-1-1 0,0 1 0,1-1 0,-1 1 0,0-1 0,0 1 0,0-1 0,0 1 0,0-1 0,0 0 0,-1 1 0,1-1 0,-1 1 0,1-1 0,-1 1 0,1-1 0,-1 0 0,1 1 0,-1-1 0,0 0 0,0 0 0,0 0 0,0 1 0,0-1 0,-1 1 0,-1 1-65,0-1 0,0 1 0,0-1 0,0 0 0,-1 0 0,1 0 0,-1 0 0,1-1 0,-1 1 0,1-1 0,-1 0 0,0 0 0,0 0 0,0 0 0,1-1 0,-1 0 0,0 0 0,0 0 0,0 0 0,-4-1 0,-10-2-6761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2.93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1,'0'1143,"0"-1137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9.204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1,'0'1095,"0"-1075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46.68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1,'0'1164,"0"-1148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56.91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1,'0'1109,"0"-1098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03.743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1,'0'1091,"0"-1069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12.90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1,'0'1111,"0"-1102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0 148 24575,'0'-1'0,"0"0"0,0 0 0,0 0 0,1 0 0,-1 0 0,0-1 0,0 1 0,1 0 0,-1 0 0,0 0 0,1 0 0,-1 0 0,1 0 0,0 0 0,-1 0 0,1 0 0,0 0 0,-1 1 0,1-1 0,0 0 0,0 0 0,0 1 0,0-1 0,1 0 0,26-30 0,53-61 0,-79 95 0,-1 0 0,0 1 0,0-1 0,0 1 0,-1-1 0,1 1 0,-1 0 0,0-1 0,-1 6 0,2 41-61,0-22-373,-2-1-1,-7 52 0,3-57-6391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96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24575,'5'0'0,"5"0"0,5 0 0,5 0 0,-1 4 0,0 2 0,2 0 0,1-2 0,1-1 0,1-1 0,-3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4.08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58 14 24575,'1'-2'0,"0"1"0,0 0 0,0 0 0,0 0 0,0 0 0,0 0 0,0 1 0,1-1 0,-1 0 0,0 0 0,0 1 0,1-1 0,-1 1 0,0-1 0,1 1 0,-1 0 0,1-1 0,-1 1 0,0 0 0,1 0 0,-1 0 0,1 0 0,-1 0 0,1 0 0,-1 1 0,0-1 0,1 0 0,-1 1 0,0-1 0,1 1 0,-1-1 0,0 1 0,1 0 0,-1-1 0,0 1 0,0 0 0,0 0 0,0 0 0,0 0 0,0 0 0,0 0 0,0 0 0,0 0 0,1 2 0,0 1 0,0-1 0,0 1 0,0 0 0,0 0 0,-1-1 0,1 1 0,-1 0 0,0 0 0,0 1 0,0-1 0,-1 0 0,0 0 0,1 0 0,-2 6 0,-3 4 0,-4 22 0,8-35 0,-1-1 0,1 0 0,0 1 0,0-1 0,0 1 0,0-1 0,0 0 0,0 1 0,0-1 0,0 1 0,0-1 0,0 1 0,0-1 0,0 0 0,1 1 0,-1-1 0,0 1 0,0-1 0,0 0 0,0 1 0,1-1 0,-1 0 0,0 1 0,0-1 0,1 0 0,-1 1 0,0-1 0,1 0 0,-1 0 0,0 1 0,1-1 0,-1 0 0,1 0 0,-1 1 0,0-1 0,1 0 0,-1 0 0,1 0 0,-1 0 0,0 0 0,1 0 0,-1 0 0,1 0 0,-1 0 0,0 0 0,1 0 0,-1 0 0,1 0 0,-1 0 0,1 0 0,-1 0 0,0 0 0,1-1 0,-1 1 0,1 0 0,-1 0 0,0 0 0,1-1 0,-1 1 0,1-1 0,0 1 0,1-1 0,-1 0 0,1 0 0,-1 1 0,1-1 0,0 1 0,-1-1 0,1 1 0,0 0 0,-1 0 0,1 0 0,0 0 0,0 0 0,-1 0 0,1 0 0,0 0 0,-1 1 0,3 0 0,-3-1 0,0 1 0,0 0 0,0-1 0,0 1 0,-1 0 0,1 0 0,0 0 0,-1-1 0,1 1 0,-1 0 0,1 0 0,-1 0 0,1 0 0,-1 0 0,1 0 0,-1 0 0,0 0 0,0 0 0,0 0 0,1 0 0,-1 2 0,0 1 0,-1 1 0,1-1 0,-1 0 0,0 0 0,1 0 0,-2 0 0,1-1 0,0 1 0,-1 0 0,0 0 0,0-1 0,0 1 0,0-1 0,-4 5 0,-1-1 20,-1 0 0,0 0 0,0-1 0,0 0 0,-18 9 0,21-13-126,1 1 0,-1-1 0,0 0 0,0-1 0,0 1 0,0-1-1,0 0 1,-1 0 0,1-1 0,0 0 0,0 1 0,-1-2 0,-5 0 0,-4-3-6720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5.92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0 100 24575,'7'-2'0,"0"0"0,0-1 0,-1 0 0,1 0 0,-1 0 0,0-1 0,9-6 0,-12 7 0,2 0 0,-2-1 0,1 1 0,0-1 0,-1 0 0,1 0 0,-1-1 0,3-5 0,17-19 0,-22 29 0,-1 0 0,1 0 0,-1 0 0,1 1 0,-1-1 0,1 0 0,-1 0 0,0 1 0,1-1 0,-1 0 0,1 1 0,-1-1 0,0 0 0,1 1 0,-1-1 0,0 0 0,1 1 0,-1-1 0,0 1 0,0-1 0,1 1 0,-1-1 0,0 1 0,0-1 0,0 1 0,0-1 0,1 1 0,-1-1 0,0 1 0,0-1 0,0 1 0,0-1 0,0 1 0,-1-1 0,1 1 0,0-1 0,0 1 0,0-1 0,0 1 0,1 26 0,-3 131-1365,2-136-5461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6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61 24575,'4'0'0,"6"0"0,6 0 0,4 0 0,3 0 0,2 0 0,-3-4 0,-1-2 0,-5-4 0,-4-4 0,0-1 0,-3 4-8191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7.1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34 24575,'2'0'0,"1"-1"0,-1 1 0,0-1 0,1 0 0,-1 0 0,0 0 0,0 0 0,1 0 0,-1-1 0,0 1 0,0-1 0,-1 1 0,3-3 0,22-12 0,-25 16 0,1 0 0,-1 0 0,0 0 0,0 0 0,0 0 0,1 0 0,-1 1 0,0-1 0,0 0 0,0 1 0,0-1 0,1 1 0,-1-1 0,0 1 0,0 0 0,0-1 0,0 1 0,0 0 0,0 0 0,-1 0 0,1-1 0,0 1 0,0 0 0,-1 0 0,1 0 0,0 2 0,1 1 0,0 0 0,0 0 0,-1 0 0,1 0 0,-1 1 0,0-1 0,-1 0 0,1 1 0,-1-1 0,0 1 0,0-1 0,0 1 0,-1-1 0,1 1 0,-1-1 0,0 0 0,0 1 0,-3 4 0,-1 8 0,-2-1 0,0 0 0,-12 20 0,8-20 0,-2 8 0,13-23 0,0 0 0,0-1 0,1 1 0,-1 0 0,0-1 0,1 1 0,-1 0 0,1-1 0,-1 1 0,0-1 0,1 1 0,0 0 0,-1-1 0,1 1 0,-1-1 0,1 0 0,0 1 0,-1-1 0,1 1 0,0-1 0,-1 0 0,1 0 0,0 1 0,-1-1 0,1 0 0,0 0 0,0 0 0,-1 0 0,1 0 0,0 0 0,0 0 0,0 0 0,-1 0 0,1 0 0,0 0 0,1-1 0,80 5-1365,-70-5-5461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31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39 24575,'0'-1'0,"1"-1"0,0 0 0,-1 0 0,1 0 0,0 1 0,0-1 0,0 0 0,0 1 0,0-1 0,0 1 0,0-1 0,1 1 0,-1 0 0,1-1 0,-1 1 0,1 0 0,-1 0 0,1 0 0,0 0 0,-1 0 0,1 1 0,0-1 0,0 0 0,2 0 0,-2 0 0,1 0 0,-1 1 0,0-1 0,1 0 0,-1 1 0,1-1 0,0 1 0,-1 0 0,1 0 0,-1 0 0,1 0 0,-1 0 0,1 1 0,-1-1 0,1 1 0,-1-1 0,4 3 0,-4-2 0,0 1 0,-1 0 0,1 0 0,0 0 0,-1 0 0,1 0 0,-1 0 0,0 0 0,0 0 0,0 1 0,0-1 0,0 0 0,0 1 0,-1-1 0,1 1 0,-1-1 0,0 1 0,0-1 0,0 1 0,0-1 0,0 1 0,0-1 0,0 1 0,-1-1 0,0 1 0,1-1 0,-2 4 0,-4 9 0,0 0 0,-1-1 0,-12 20 0,2-1 0,16-33 2,1 1-1,-1 0 1,1 0-1,0-1 1,-1 1-1,1 0 1,0 0-1,0 0 1,0-1-1,0 1 1,0 0-1,0 0 1,0 0-1,0 0 1,0 0-1,0-1 1,0 1-1,0 0 1,0 0-1,1 0 1,-1-1-1,0 1 1,1 0-1,-1 0 1,1-1-1,-1 1 1,1 0-1,-1-1 1,1 1-1,-1 0 1,1-1-1,-1 1 0,2 0 1,27 10-291,-15-8-838,2 3-5699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84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40 24575,'4'0'0,"2"4"0,4 2 0,4-5 0,5-2 0,3-1 0,2-1 0,1-3 0,1-2 0,-3-2 0,-3-1 0,-4 2-8191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9.59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43 1 24575,'7'0'0,"0"0"0,0 0 0,-1 1 0,1-1 0,0 1 0,0 1 0,0-1 0,9 5 0,-14-5 0,0 1 0,0-1 0,0 1 0,0-1 0,-1 1 0,1 0 0,-1 0 0,1 0 0,-1 0 0,0 0 0,0 0 0,0 0 0,0 0 0,0 0 0,0 0 0,0 1 0,-1-1 0,1 0 0,-1 1 0,0-1 0,0 0 0,0 1 0,0-1 0,0 1 0,0-1 0,0 0 0,-1 1 0,0 2 0,-20 77 0,18-71 0,2-10 0,1 1 0,0 0 0,0-1 0,0 1 0,0 0 0,0-1 0,0 1 0,0 0 0,0-1 0,1 1 0,-1 0 0,0-1 0,1 1 0,0-1 0,-1 1 0,1-1 0,0 1 0,0-1 0,0 1 0,0-1 0,0 0 0,0 1 0,0-1 0,0 0 0,0 0 0,1 0 0,-1 0 0,1 0 0,-1 0 0,3 1 0,-2-1 0,-1 0 0,1 0 0,0 0 0,-1 0 0,1 1 0,0-1 0,-1 1 0,0-1 0,1 1 0,-1 0 0,0-1 0,0 1 0,0 0 0,0 0 0,0 0 0,0 0 0,0 0 0,-1 0 0,1 0 0,-1 0 0,1 0 0,-1 0 0,0 0 0,0 3 0,0-2 4,-1 0 0,1 0 0,-1 0 0,0 0 0,1 0 0,-1 0 0,-1 0 0,1 0 0,0-1 0,-1 1 0,1 0 0,-1-1 0,0 1 0,0-1 0,0 1 0,0-1 0,-1 0 0,1 0 0,0 0 0,-1 0 0,0-1 0,1 1 0,-1-1 0,0 1 0,0-1 0,0 0 0,1 0 0,-1 0 0,-6 0 0,5 0-75,-1-1 1,1 0-1,-1 0 0,1 0 0,0-1 1,-1 1-1,1-1 0,0 0 1,-1-1-1,1 1 0,0-1 0,0 1 1,0-1-1,0-1 0,0 1 1,1 0-1,-1-1 0,1 0 0,-1 0 1,-3-4-1,-3-6-6755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3.68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38 1 24575,'0'4'0,"-5"2"0,0 3 0,-1 6 0,1 4 0,-2 2 0,-1 4 0,6-4 0,7-5 0,8-5 0,1-1 0,-2 4 0,-3 2 0,-2 3 0,-4 3 0,-5-2 0,-3-5-8191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4.13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24575,'4'0'0,"6"0"0,6 0 0,4 0 0,3 0 0,2 0 0,1 0 0,-4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5.05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57 23 24575,'0'-1'0,"1"0"0,-1 0 0,1-1 0,-1 1 0,1 0 0,0 0 0,-1 0 0,1 0 0,0 0 0,0 0 0,0 0 0,0 0 0,0 0 0,0 0 0,0 0 0,0 1 0,0-1 0,0 0 0,0 1 0,1-1 0,-1 1 0,0-1 0,0 1 0,1-1 0,-1 1 0,0 0 0,1 0 0,-1 0 0,0 0 0,0 0 0,1 0 0,-1 0 0,2 0 0,0 0 0,1 0 0,-1 0 0,0 0 0,1 1 0,-1-1 0,0 1 0,0 0 0,1 0 0,-1 0 0,0 0 0,0 0 0,4 3 0,-5-2 0,0-1 0,-1 1 0,1 0 0,-1 0 0,0-1 0,1 1 0,-1 0 0,0 0 0,0 0 0,0 1 0,0-1 0,-1 0 0,1 0 0,-1 0 0,1 1 0,-1-1 0,0 0 0,0 0 0,0 1 0,0 2 0,-1 2 0,-1 0 0,0-1 0,0 1 0,-1-1 0,-3 8 0,3-9 0,1 0 0,0 0 0,0 1 0,0-1 0,0 0 0,1 1 0,-1 8 0,2-13 0,1 1 0,0-1 0,0 1 0,-1 0 0,1-1 0,0 0 0,0 1 0,1-1 0,-1 0 0,0 1 0,0-1 0,0 0 0,1 0 0,-1 0 0,3 1 0,14 17 0,-18-19 0,0 1 0,1 0 0,-1 0 0,0-1 0,0 1 0,0 0 0,-1-1 0,1 1 0,0 0 0,0 0 0,0-1 0,0 1 0,-1 0 0,1-1 0,0 1 0,-1-1 0,1 1 0,0 0 0,-1-1 0,1 1 0,-1-1 0,1 1 0,-1-1 0,1 1 0,-1-1 0,0 1 0,1-1 0,-1 0 0,1 1 0,-1-1 0,0 0 0,1 1 0,-1-1 0,0 0 0,-1 0 0,-5 3-91,-1 0 0,0-1 0,0-1 0,0 1 0,-1-1 0,1 0 0,0-1 0,0 0 0,-1-1 0,1 1 0,0-1 0,0-1 0,0 0 0,-9-3 0,0-1-6735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1.45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25 18 24575,'0'-1'0,"0"0"0,0 0 0,0 1 0,0-1 0,1 0 0,-1 0 0,0 1 0,0-1 0,1 0 0,-1 1 0,0-1 0,1 0 0,-1 1 0,1-1 0,-1 0 0,1 1 0,-1-1 0,1 1 0,-1-1 0,1 1 0,0-1 0,-1 1 0,1 0 0,0-1 0,-1 1 0,1 0 0,0-1 0,0 1 0,-1 0 0,1 0 0,0-1 0,0 1 0,-1 0 0,1 0 0,0 0 0,0 0 0,-1 0 0,1 0 0,0 1 0,0-1 0,-1 0 0,1 0 0,0 0 0,0 1 0,-1-1 0,1 0 0,0 1 0,0 0 0,3 0 0,-2 0 0,1 0 0,0 1 0,0-1 0,0 1 0,-1-1 0,1 1 0,0 0 0,-1 0 0,0 0 0,3 4 0,-3-2 0,0 0 0,-1 1 0,1-1 0,-1 1 0,0-1 0,-1 1 0,1-1 0,-1 1 0,0-1 0,0 1 0,0 0 0,0-1 0,-1 1 0,0-1 0,0 1 0,0-1 0,-1 0 0,1 1 0,-1-1 0,0 0 0,-1 0 0,1 0 0,0 0 0,-1-1 0,0 1 0,0 0 0,0-1 0,-4 3 0,7-6 0,-1 1 0,1-1 0,0 1 0,-1-1 0,1 0 0,0 1 0,-1-1 0,1 0 0,0 1 0,0-1 0,0 1 0,-1-1 0,1 1 0,0-1 0,0 1 0,0-1 0,0 1 0,0-1 0,0 0 0,0 1 0,0-1 0,0 1 0,0-1 0,0 1 0,0-1 0,0 1 0,1-1 0,-1 1 0,0-1 0,0 1 0,0-1 0,1 0 0,-1 1 0,0-1 0,0 1 0,1-1 0,-1 1 0,21 14 0,-18-14 0,-1 1 0,0-1 0,1 0 0,-1 1 0,0 0 0,0-1 0,0 1 0,0 0 0,0 0 0,0 0 0,0 1 0,-1-1 0,1 0 0,-1 1 0,1-1 0,1 5 0,-3-5 4,1 0 1,-1 1-1,0-1 0,0 0 0,0 1 0,0-1 0,0 1 0,0-1 0,-1 0 1,1 0-1,-1 1 0,0-1 0,1 0 0,-1 0 0,0 1 0,0-1 0,-1 0 1,1 0-1,0 0 0,-1 0 0,1-1 0,-1 1 0,1 0 0,-1-1 0,0 1 1,0-1-1,0 1 0,-2 1 0,-1-2-110,1 1 0,-1-1 0,1 0 0,-1 0 0,1 0 0,-1-1-1,0 0 1,1 1 0,-1-2 0,1 1 0,-1 0 0,0-1 0,-5-2 0,-8-1-6720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2.147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24575,'4'0'0,"6"0"0,1 4 0,4 2 0,2-1 0,4-1 0,2 0 0,1-3 0,2-4 0,0-2 0,0 0 0,-5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3.28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24 24575,'0'-1'0,"1"0"0,0 0 0,-1-1 0,1 1 0,0 0 0,0 0 0,-1 0 0,1 0 0,0 0 0,0 0 0,0 0 0,0 0 0,1 0 0,-1 1 0,0-1 0,0 0 0,0 1 0,1-1 0,-1 1 0,0-1 0,1 1 0,-1 0 0,0-1 0,1 1 0,-1 0 0,0 0 0,2 0 0,39-3 0,-40 3 0,0 0 0,1 0 0,-1 0 0,0 0 0,1 1 0,-1-1 0,0 1 0,1 0 0,-1-1 0,0 1 0,0 0 0,0 1 0,0-1 0,0 0 0,0 0 0,0 1 0,0-1 0,-1 1 0,1 0 0,-1-1 0,3 4 0,-2-1 0,-1-1 0,1 1 0,-1-1 0,0 1 0,0-1 0,0 1 0,-1 0 0,1-1 0,-1 1 0,0 0 0,0-1 0,-1 7 0,0-1 0,0-1 0,-1 1 0,0-1 0,-1 1 0,0-1 0,0 0 0,-1 0 0,0-1 0,0 1 0,-1-1 0,-7 10 0,10-15 0,-26 35 0,27-37 0,1 1 0,-1 0 0,1 0 0,0 0 0,0-1 0,0 1 0,-1 0 0,1 0 0,0 0 0,0 0 0,0 0 0,0-1 0,0 1 0,1 0 0,-1 0 0,0 0 0,0-1 0,0 1 0,1 0 0,-1 0 0,0 0 0,1-1 0,-1 1 0,1 0 0,-1-1 0,1 1 0,-1 0 0,1-1 0,-1 1 0,1 0 0,0-1 0,-1 1 0,1-1 0,0 1 0,0-1 0,-1 0 0,1 1 0,0-1 0,0 0 0,-1 0 0,1 1 0,0-1 0,0 0 0,0 0 0,0 0 0,-1 0 0,1 0 0,0 0 0,0 0 0,1 0 0,49-5-1365,-38 6-5461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3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33 1 24575,'-1'19'0,"2"0"0,1 1 0,0-1 0,1 0 0,1 0 0,1 0 0,8 20 0,-10-36 0,0 1 0,-1-1 0,1 0 0,0 0 0,1-1 0,-1 1 0,0-1 0,1 1 0,-1-1 0,1 0 0,0 0 0,0-1 0,-1 1 0,6 0 0,34 20 0,-42-21 0,1 1 0,-1-1 0,0 0 0,1 1 0,-1-1 0,0 1 0,0 0 0,0-1 0,0 1 0,0 0 0,0 0 0,-1 0 0,1-1 0,-1 1 0,1 0 0,-1 0 0,0 0 0,1 0 0,-1 0 0,0 0 0,-1 3 0,1-4 0,0 0 0,0 1 0,0-1 0,0 0 0,-1 1 0,1-1 0,-1 0 0,1 0 0,-1 0 0,1 1 0,-1-1 0,0 0 0,0 0 0,1 0 0,-1 0 0,0 0 0,0 0 0,0 0 0,0-1 0,0 1 0,0 0 0,0 0 0,-2 0 0,0 0 0,0 0 0,-1 0 0,1 0 0,0 0 0,-1 0 0,1-1 0,-1 0 0,-5 0 0,-1 0 0,-1-1 0,1-1 0,0 0 0,0 0 0,-11-5 0,-14-11-1365,19 9-5461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769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11 24575,'4'0'0,"6"0"0,6 0 0,4 0 0,3 0 0,2 0 0,1 0 0,1 0 0,-5-5 0,-6 0-8191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6.42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24575,'4'0'0,"6"0"0,5 4 0,5 2 0,3-1 0,3 4 0,0 0 0,0-2 0,1-6 0,-5-3-8191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7.34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27 2 24575,'3'-1'0,"-1"1"0,0 0 0,0 0 0,0 0 0,0 0 0,0 0 0,0 0 0,1 1 0,-1-1 0,0 1 0,0-1 0,0 1 0,0 0 0,0 0 0,-1 0 0,1 0 0,0 0 0,0 0 0,-1 1 0,1-1 0,0 0 0,-1 1 0,1-1 0,-1 1 0,0 0 0,0 0 0,1-1 0,0 5 0,-1-2 0,0 1 0,-1-1 0,0 0 0,0 1 0,0-1 0,0 1 0,-1-1 0,1 1 0,-1-1 0,0 0 0,-1 0 0,-2 6 0,4-8 0,0 0 0,-1 0 0,1 0 0,0 0 0,0 0 0,0 0 0,0 0 0,1-1 0,-1 1 0,0 0 0,1 0 0,-1 0 0,1 0 0,0 0 0,0-1 0,-1 1 0,1 0 0,0 0 0,1-1 0,-1 1 0,0-1 0,0 1 0,1-1 0,-1 0 0,3 2 0,-3-2 0,0 0 0,1 0 0,-1 0 0,0 0 0,0 0 0,0 0 0,0 0 0,0 0 0,0 0 0,0 0 0,-1 1 0,1-1 0,0 0 0,-1 1 0,1-1 0,-1 0 0,1 1 0,-1-1 0,0 1 0,1-1 0,-1 1 0,0-1 0,0 1 0,0-1 0,0 1 0,0-1 0,0 0 0,-1 1 0,1-1 0,-1 1 0,1-1 0,-1 1 0,1-1 0,-1 0 0,1 1 0,-1-1 0,0 0 0,0 0 0,0 0 0,0 1 0,0-1 0,-1 1 0,-1 1-65,0-1 0,0 1 0,0-1 0,0 0 0,-1 0 0,1 0 0,-1 0 0,1-1 0,-1 1 0,1-1 0,-1 0 0,0 0 0,0 0 0,0 0 0,1-1 0,-1 0 0,0 0 0,0 0 0,0 0 0,-4-1 0,-10-2-6761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2.93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1,'0'1143,"0"-1137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9.204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1,'0'1095,"0"-1075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46.68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1,'0'1164,"0"-1148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56.91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1,'0'1109,"0"-1098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03.743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1,'0'1091,"0"-1069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12.90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1,'0'1111,"0"-1102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0 148 24575,'0'-1'0,"0"0"0,0 0 0,0 0 0,1 0 0,-1 0 0,0-1 0,0 1 0,1 0 0,-1 0 0,0 0 0,1 0 0,-1 0 0,1 0 0,0 0 0,-1 0 0,1 0 0,0 0 0,-1 1 0,1-1 0,0 0 0,0 0 0,0 1 0,0-1 0,1 0 0,26-30 0,53-61 0,-79 95 0,-1 0 0,0 1 0,0-1 0,0 1 0,-1-1 0,1 1 0,-1 0 0,0-1 0,-1 6 0,2 41-61,0-22-373,-2-1-1,-7 52 0,3-57-6391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96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24575,'5'0'0,"5"0"0,5 0 0,5 0 0,-1 4 0,0 2 0,2 0 0,1-2 0,1-1 0,1-1 0,-3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4.08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58 14 24575,'1'-2'0,"0"1"0,0 0 0,0 0 0,0 0 0,0 0 0,0 0 0,0 1 0,1-1 0,-1 0 0,0 0 0,0 1 0,1-1 0,-1 1 0,0-1 0,1 1 0,-1 0 0,1-1 0,-1 1 0,0 0 0,1 0 0,-1 0 0,1 0 0,-1 0 0,1 0 0,-1 1 0,0-1 0,1 0 0,-1 1 0,0-1 0,1 1 0,-1-1 0,0 1 0,1 0 0,-1-1 0,0 1 0,0 0 0,0 0 0,0 0 0,0 0 0,0 0 0,0 0 0,0 0 0,0 0 0,1 2 0,0 1 0,0-1 0,0 1 0,0 0 0,0 0 0,-1-1 0,1 1 0,-1 0 0,0 0 0,0 1 0,0-1 0,-1 0 0,0 0 0,1 0 0,-2 6 0,-3 4 0,-4 22 0,8-35 0,-1-1 0,1 0 0,0 1 0,0-1 0,0 1 0,0-1 0,0 0 0,0 1 0,0-1 0,0 1 0,0-1 0,0 1 0,0-1 0,0 0 0,1 1 0,-1-1 0,0 1 0,0-1 0,0 0 0,0 1 0,1-1 0,-1 0 0,0 1 0,0-1 0,1 0 0,-1 1 0,0-1 0,1 0 0,-1 0 0,0 1 0,1-1 0,-1 0 0,1 0 0,-1 1 0,0-1 0,1 0 0,-1 0 0,1 0 0,-1 0 0,0 0 0,1 0 0,-1 0 0,1 0 0,-1 0 0,0 0 0,1 0 0,-1 0 0,1 0 0,-1 0 0,1 0 0,-1 0 0,0 0 0,1-1 0,-1 1 0,1 0 0,-1 0 0,0 0 0,1-1 0,-1 1 0,1-1 0,0 1 0,1-1 0,-1 0 0,1 0 0,-1 1 0,1-1 0,0 1 0,-1-1 0,1 1 0,0 0 0,-1 0 0,1 0 0,0 0 0,0 0 0,-1 0 0,1 0 0,0 0 0,-1 1 0,3 0 0,-3-1 0,0 1 0,0 0 0,0-1 0,0 1 0,-1 0 0,1 0 0,0 0 0,-1-1 0,1 1 0,-1 0 0,1 0 0,-1 0 0,1 0 0,-1 0 0,1 0 0,-1 0 0,0 0 0,0 0 0,0 0 0,1 0 0,-1 2 0,0 1 0,-1 1 0,1-1 0,-1 0 0,0 0 0,1 0 0,-2 0 0,1-1 0,0 1 0,-1 0 0,0 0 0,0-1 0,0 1 0,0-1 0,-4 5 0,-1-1 20,-1 0 0,0 0 0,0-1 0,0 0 0,-18 9 0,21-13-126,1 1 0,-1-1 0,0 0 0,0-1 0,0 1 0,0-1-1,0 0 1,-1 0 0,1-1 0,0 0 0,0 1 0,-1-2 0,-5 0 0,-4-3-6720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5.92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0 100 24575,'7'-2'0,"0"0"0,0-1 0,-1 0 0,1 0 0,-1 0 0,0-1 0,9-6 0,-12 7 0,2 0 0,-2-1 0,1 1 0,0-1 0,-1 0 0,1 0 0,-1-1 0,3-5 0,17-19 0,-22 29 0,-1 0 0,1 0 0,-1 0 0,1 1 0,-1-1 0,1 0 0,-1 0 0,0 1 0,1-1 0,-1 0 0,1 1 0,-1-1 0,0 0 0,1 1 0,-1-1 0,0 0 0,1 1 0,-1-1 0,0 1 0,0-1 0,1 1 0,-1-1 0,0 1 0,0-1 0,0 1 0,0-1 0,1 1 0,-1-1 0,0 1 0,0-1 0,0 1 0,0-1 0,0 1 0,-1-1 0,1 1 0,0-1 0,0 1 0,0-1 0,0 1 0,1 26 0,-3 131-1365,2-136-5461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6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61 24575,'4'0'0,"6"0"0,6 0 0,4 0 0,3 0 0,2 0 0,-3-4 0,-1-2 0,-5-4 0,-4-4 0,0-1 0,-3 4-8191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7.1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34 24575,'2'0'0,"1"-1"0,-1 1 0,0-1 0,1 0 0,-1 0 0,0 0 0,0 0 0,1 0 0,-1-1 0,0 1 0,0-1 0,-1 1 0,3-3 0,22-12 0,-25 16 0,1 0 0,-1 0 0,0 0 0,0 0 0,0 0 0,1 0 0,-1 1 0,0-1 0,0 0 0,0 1 0,0-1 0,1 1 0,-1-1 0,0 1 0,0 0 0,0-1 0,0 1 0,0 0 0,0 0 0,-1 0 0,1-1 0,0 1 0,0 0 0,-1 0 0,1 0 0,0 2 0,1 1 0,0 0 0,0 0 0,-1 0 0,1 0 0,-1 1 0,0-1 0,-1 0 0,1 1 0,-1-1 0,0 1 0,0-1 0,0 1 0,-1-1 0,1 1 0,-1-1 0,0 0 0,0 1 0,-3 4 0,-1 8 0,-2-1 0,0 0 0,-12 20 0,8-20 0,-2 8 0,13-23 0,0 0 0,0-1 0,1 1 0,-1 0 0,0-1 0,1 1 0,-1 0 0,1-1 0,-1 1 0,0-1 0,1 1 0,0 0 0,-1-1 0,1 1 0,-1-1 0,1 0 0,0 1 0,-1-1 0,1 1 0,0-1 0,-1 0 0,1 0 0,0 1 0,-1-1 0,1 0 0,0 0 0,0 0 0,-1 0 0,1 0 0,0 0 0,0 0 0,0 0 0,-1 0 0,1 0 0,0 0 0,1-1 0,80 5-1365,-70-5-5461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31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39 24575,'0'-1'0,"1"-1"0,0 0 0,-1 0 0,1 0 0,0 1 0,0-1 0,0 0 0,0 1 0,0-1 0,0 1 0,0-1 0,1 1 0,-1 0 0,1-1 0,-1 1 0,1 0 0,-1 0 0,1 0 0,0 0 0,-1 0 0,1 1 0,0-1 0,0 0 0,2 0 0,-2 0 0,1 0 0,-1 1 0,0-1 0,1 0 0,-1 1 0,1-1 0,0 1 0,-1 0 0,1 0 0,-1 0 0,1 0 0,-1 0 0,1 1 0,-1-1 0,1 1 0,-1-1 0,4 3 0,-4-2 0,0 1 0,-1 0 0,1 0 0,0 0 0,-1 0 0,1 0 0,-1 0 0,0 0 0,0 0 0,0 1 0,0-1 0,0 0 0,0 1 0,-1-1 0,1 1 0,-1-1 0,0 1 0,0-1 0,0 1 0,0-1 0,0 1 0,0-1 0,0 1 0,-1-1 0,0 1 0,1-1 0,-2 4 0,-4 9 0,0 0 0,-1-1 0,-12 20 0,2-1 0,16-33 2,1 1-1,-1 0 1,1 0-1,0-1 1,-1 1-1,1 0 1,0 0-1,0 0 1,0-1-1,0 1 1,0 0-1,0 0 1,0 0-1,0 0 1,0 0-1,0-1 1,0 1-1,0 0 1,0 0-1,1 0 1,-1-1-1,0 1 1,1 0-1,-1 0 1,1-1-1,-1 1 1,1 0-1,-1-1 1,1 1-1,-1 0 1,1-1-1,-1 1 0,2 0 1,27 10-291,-15-8-838,2 3-5699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84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40 24575,'4'0'0,"2"4"0,4 2 0,4-5 0,5-2 0,3-1 0,2-1 0,1-3 0,1-2 0,-3-2 0,-3-1 0,-4 2-8191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9.59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43 1 24575,'7'0'0,"0"0"0,0 0 0,-1 1 0,1-1 0,0 1 0,0 1 0,0-1 0,9 5 0,-14-5 0,0 1 0,0-1 0,0 1 0,0-1 0,-1 1 0,1 0 0,-1 0 0,1 0 0,-1 0 0,0 0 0,0 0 0,0 0 0,0 0 0,0 0 0,0 0 0,0 1 0,-1-1 0,1 0 0,-1 1 0,0-1 0,0 0 0,0 1 0,0-1 0,0 1 0,0-1 0,0 0 0,-1 1 0,0 2 0,-20 77 0,18-71 0,2-10 0,1 1 0,0 0 0,0-1 0,0 1 0,0 0 0,0-1 0,0 1 0,0 0 0,0-1 0,1 1 0,-1 0 0,0-1 0,1 1 0,0-1 0,-1 1 0,1-1 0,0 1 0,0-1 0,0 1 0,0-1 0,0 0 0,0 1 0,0-1 0,0 0 0,0 0 0,1 0 0,-1 0 0,1 0 0,-1 0 0,3 1 0,-2-1 0,-1 0 0,1 0 0,0 0 0,-1 0 0,1 1 0,0-1 0,-1 1 0,0-1 0,1 1 0,-1 0 0,0-1 0,0 1 0,0 0 0,0 0 0,0 0 0,0 0 0,0 0 0,-1 0 0,1 0 0,-1 0 0,1 0 0,-1 0 0,0 0 0,0 3 0,0-2 4,-1 0 0,1 0 0,-1 0 0,0 0 0,1 0 0,-1 0 0,-1 0 0,1 0 0,0-1 0,-1 1 0,1 0 0,-1-1 0,0 1 0,0-1 0,0 1 0,0-1 0,-1 0 0,1 0 0,0 0 0,-1 0 0,0-1 0,1 1 0,-1-1 0,0 1 0,0-1 0,0 0 0,1 0 0,-1 0 0,-6 0 0,5 0-75,-1-1 1,1 0-1,-1 0 0,1 0 0,0-1 1,-1 1-1,1-1 0,0 0 1,-1-1-1,1 1 0,0-1 0,0 1 1,0-1-1,0-1 0,0 1 1,1 0-1,-1-1 0,1 0 0,-1 0 1,-3-4-1,-3-6-6755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3.68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38 1 24575,'0'4'0,"-5"2"0,0 3 0,-1 6 0,1 4 0,-2 2 0,-1 4 0,6-4 0,7-5 0,8-5 0,1-1 0,-2 4 0,-3 2 0,-2 3 0,-4 3 0,-5-2 0,-3-5-8191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4.13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24575,'4'0'0,"6"0"0,6 0 0,4 0 0,3 0 0,2 0 0,1 0 0,-4 0-8191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5.05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57 23 24575,'0'-1'0,"1"0"0,-1 0 0,1-1 0,-1 1 0,1 0 0,0 0 0,-1 0 0,1 0 0,0 0 0,0 0 0,0 0 0,0 0 0,0 0 0,0 0 0,0 0 0,0 1 0,0-1 0,0 0 0,0 1 0,1-1 0,-1 1 0,0-1 0,0 1 0,1-1 0,-1 1 0,0 0 0,1 0 0,-1 0 0,0 0 0,0 0 0,1 0 0,-1 0 0,2 0 0,0 0 0,1 0 0,-1 0 0,0 0 0,1 1 0,-1-1 0,0 1 0,0 0 0,1 0 0,-1 0 0,0 0 0,0 0 0,4 3 0,-5-2 0,0-1 0,-1 1 0,1 0 0,-1 0 0,0-1 0,1 1 0,-1 0 0,0 0 0,0 0 0,0 1 0,0-1 0,-1 0 0,1 0 0,-1 0 0,1 1 0,-1-1 0,0 0 0,0 0 0,0 1 0,0 2 0,-1 2 0,-1 0 0,0-1 0,0 1 0,-1-1 0,-3 8 0,3-9 0,1 0 0,0 0 0,0 1 0,0-1 0,0 0 0,1 1 0,-1 8 0,2-13 0,1 1 0,0-1 0,0 1 0,-1 0 0,1-1 0,0 0 0,0 1 0,1-1 0,-1 0 0,0 1 0,0-1 0,0 0 0,1 0 0,-1 0 0,3 1 0,14 17 0,-18-19 0,0 1 0,1 0 0,-1 0 0,0-1 0,0 1 0,0 0 0,-1-1 0,1 1 0,0 0 0,0 0 0,0-1 0,0 1 0,-1 0 0,1-1 0,0 1 0,-1-1 0,1 1 0,0 0 0,-1-1 0,1 1 0,-1-1 0,1 1 0,-1-1 0,1 1 0,-1-1 0,0 1 0,1-1 0,-1 0 0,1 1 0,-1-1 0,0 0 0,1 1 0,-1-1 0,0 0 0,-1 0 0,-5 3-91,-1 0 0,0-1 0,0-1 0,0 1 0,-1-1 0,1 0 0,0-1 0,0 0 0,-1-1 0,1 1 0,0-1 0,0-1 0,0 0 0,-9-3 0,0-1-6735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1.45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25 18 24575,'0'-1'0,"0"0"0,0 0 0,0 1 0,0-1 0,1 0 0,-1 0 0,0 1 0,0-1 0,1 0 0,-1 1 0,0-1 0,1 0 0,-1 1 0,1-1 0,-1 0 0,1 1 0,-1-1 0,1 1 0,-1-1 0,1 1 0,0-1 0,-1 1 0,1 0 0,0-1 0,-1 1 0,1 0 0,0-1 0,0 1 0,-1 0 0,1 0 0,0-1 0,0 1 0,-1 0 0,1 0 0,0 0 0,0 0 0,-1 0 0,1 0 0,0 1 0,0-1 0,-1 0 0,1 0 0,0 0 0,0 1 0,-1-1 0,1 0 0,0 1 0,0 0 0,3 0 0,-2 0 0,1 0 0,0 1 0,0-1 0,0 1 0,-1-1 0,1 1 0,0 0 0,-1 0 0,0 0 0,3 4 0,-3-2 0,0 0 0,-1 1 0,1-1 0,-1 1 0,0-1 0,-1 1 0,1-1 0,-1 1 0,0-1 0,0 1 0,0 0 0,0-1 0,-1 1 0,0-1 0,0 1 0,0-1 0,-1 0 0,1 1 0,-1-1 0,0 0 0,-1 0 0,1 0 0,0 0 0,-1-1 0,0 1 0,0 0 0,0-1 0,-4 3 0,7-6 0,-1 1 0,1-1 0,0 1 0,-1-1 0,1 0 0,0 1 0,-1-1 0,1 0 0,0 1 0,0-1 0,0 1 0,-1-1 0,1 1 0,0-1 0,0 1 0,0-1 0,0 1 0,0-1 0,0 0 0,0 1 0,0-1 0,0 1 0,0-1 0,0 1 0,0-1 0,0 1 0,1-1 0,-1 1 0,0-1 0,0 1 0,0-1 0,1 0 0,-1 1 0,0-1 0,0 1 0,1-1 0,-1 1 0,21 14 0,-18-14 0,-1 1 0,0-1 0,1 0 0,-1 1 0,0 0 0,0-1 0,0 1 0,0 0 0,0 0 0,0 0 0,0 1 0,-1-1 0,1 0 0,-1 1 0,1-1 0,1 5 0,-3-5 4,1 0 1,-1 1-1,0-1 0,0 0 0,0 1 0,0-1 0,0 1 0,0-1 0,-1 0 1,1 0-1,-1 1 0,0-1 0,1 0 0,-1 0 0,0 1 0,0-1 0,-1 0 1,1 0-1,0 0 0,-1 0 0,1-1 0,-1 1 0,1 0 0,-1-1 0,0 1 1,0-1-1,0 1 0,-2 1 0,-1-2-110,1 1 0,-1-1 0,1 0 0,-1 0 0,1 0 0,-1-1-1,0 0 1,1 1 0,-1-2 0,1 1 0,-1 0 0,0-1 0,-5-2 0,-8-1-6720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2.147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24575,'4'0'0,"6"0"0,1 4 0,4 2 0,2-1 0,4-1 0,2 0 0,1-3 0,2-4 0,0-2 0,0 0 0,-5 0-8191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3.28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24 24575,'0'-1'0,"1"0"0,0 0 0,-1-1 0,1 1 0,0 0 0,0 0 0,-1 0 0,1 0 0,0 0 0,0 0 0,0 0 0,0 0 0,1 0 0,-1 1 0,0-1 0,0 0 0,0 1 0,1-1 0,-1 1 0,0-1 0,1 1 0,-1 0 0,0-1 0,1 1 0,-1 0 0,0 0 0,2 0 0,39-3 0,-40 3 0,0 0 0,1 0 0,-1 0 0,0 0 0,1 1 0,-1-1 0,0 1 0,1 0 0,-1-1 0,0 1 0,0 0 0,0 1 0,0-1 0,0 0 0,0 0 0,0 1 0,0-1 0,-1 1 0,1 0 0,-1-1 0,3 4 0,-2-1 0,-1-1 0,1 1 0,-1-1 0,0 1 0,0-1 0,0 1 0,-1 0 0,1-1 0,-1 1 0,0 0 0,0-1 0,-1 7 0,0-1 0,0-1 0,-1 1 0,0-1 0,-1 1 0,0-1 0,0 0 0,-1 0 0,0-1 0,0 1 0,-1-1 0,-7 10 0,10-15 0,-26 35 0,27-37 0,1 1 0,-1 0 0,1 0 0,0 0 0,0-1 0,0 1 0,-1 0 0,1 0 0,0 0 0,0 0 0,0 0 0,0-1 0,0 1 0,1 0 0,-1 0 0,0 0 0,0-1 0,0 1 0,1 0 0,-1 0 0,0 0 0,1-1 0,-1 1 0,1 0 0,-1-1 0,1 1 0,-1 0 0,1-1 0,-1 1 0,1 0 0,0-1 0,-1 1 0,1-1 0,0 1 0,0-1 0,-1 0 0,1 1 0,0-1 0,0 0 0,-1 0 0,1 1 0,0-1 0,0 0 0,0 0 0,0 0 0,-1 0 0,1 0 0,0 0 0,0 0 0,1 0 0,49-5-1365,-38 6-5461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3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33 1 24575,'-1'19'0,"2"0"0,1 1 0,0-1 0,1 0 0,1 0 0,1 0 0,8 20 0,-10-36 0,0 1 0,-1-1 0,1 0 0,0 0 0,1-1 0,-1 1 0,0-1 0,1 1 0,-1-1 0,1 0 0,0 0 0,0-1 0,-1 1 0,6 0 0,34 20 0,-42-21 0,1 1 0,-1-1 0,0 0 0,1 1 0,-1-1 0,0 1 0,0 0 0,0-1 0,0 1 0,0 0 0,0 0 0,-1 0 0,1-1 0,-1 1 0,1 0 0,-1 0 0,0 0 0,1 0 0,-1 0 0,0 0 0,-1 3 0,1-4 0,0 0 0,0 1 0,0-1 0,0 0 0,-1 1 0,1-1 0,-1 0 0,1 0 0,-1 0 0,1 1 0,-1-1 0,0 0 0,0 0 0,1 0 0,-1 0 0,0 0 0,0 0 0,0 0 0,0-1 0,0 1 0,0 0 0,0 0 0,-2 0 0,0 0 0,0 0 0,-1 0 0,1 0 0,0 0 0,-1 0 0,1-1 0,-1 0 0,-5 0 0,-1 0 0,-1-1 0,1-1 0,0 0 0,0 0 0,-11-5 0,-14-11-1365,19 9-5461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769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11 24575,'4'0'0,"6"0"0,6 0 0,4 0 0,3 0 0,2 0 0,1 0 0,1 0 0,-5-5 0,-6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6.42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24575,'4'0'0,"6"0"0,5 4 0,5 2 0,3-1 0,3 4 0,0 0 0,0-2 0,1-6 0,-5-3-8191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7.34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27 2 24575,'3'-1'0,"-1"1"0,0 0 0,0 0 0,0 0 0,0 0 0,0 0 0,0 0 0,1 1 0,-1-1 0,0 1 0,0-1 0,0 1 0,0 0 0,0 0 0,-1 0 0,1 0 0,0 0 0,0 0 0,-1 1 0,1-1 0,0 0 0,-1 1 0,1-1 0,-1 1 0,0 0 0,0 0 0,1-1 0,0 5 0,-1-2 0,0 1 0,-1-1 0,0 0 0,0 1 0,0-1 0,0 1 0,-1-1 0,1 1 0,-1-1 0,0 0 0,-1 0 0,-2 6 0,4-8 0,0 0 0,-1 0 0,1 0 0,0 0 0,0 0 0,0 0 0,0 0 0,1-1 0,-1 1 0,0 0 0,1 0 0,-1 0 0,1 0 0,0 0 0,0-1 0,-1 1 0,1 0 0,0 0 0,1-1 0,-1 1 0,0-1 0,0 1 0,1-1 0,-1 0 0,3 2 0,-3-2 0,0 0 0,1 0 0,-1 0 0,0 0 0,0 0 0,0 0 0,0 0 0,0 0 0,0 0 0,0 0 0,-1 1 0,1-1 0,0 0 0,-1 1 0,1-1 0,-1 0 0,1 1 0,-1-1 0,0 1 0,1-1 0,-1 1 0,0-1 0,0 1 0,0-1 0,0 1 0,0-1 0,0 0 0,-1 1 0,1-1 0,-1 1 0,1-1 0,-1 1 0,1-1 0,-1 0 0,1 1 0,-1-1 0,0 0 0,0 0 0,0 0 0,0 1 0,0-1 0,-1 1 0,-1 1-65,0-1 0,0 1 0,0-1 0,0 0 0,-1 0 0,1 0 0,-1 0 0,1-1 0,-1 1 0,1-1 0,-1 0 0,0 0 0,0 0 0,0 0 0,1-1 0,-1 0 0,0 0 0,0 0 0,0 0 0,-4-1 0,-10-2-6761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2.93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1,'0'1143,"0"-1137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39.204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1,'0'1095,"0"-1075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46.685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1,'0'1164,"0"-1148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0:56.91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1,'0'1109,"0"-1098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03.743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1,'0'1091,"0"-1069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08T12:51:12.902"/>
    </inkml:context>
    <inkml:brush xml:id="br0">
      <inkml:brushProperty name="width" value="0.035" units="cm"/>
      <inkml:brushProperty name="height" value="0.035" units="cm"/>
      <inkml:brushProperty name="color" value="#EBFF00"/>
      <inkml:brushProperty name="ignorePressure" value="1"/>
    </inkml:brush>
  </inkml:definitions>
  <inkml:trace contextRef="#ctx0" brushRef="#br0">0 1,'0'1111,"0"-1102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0 148 24575,'0'-1'0,"0"0"0,0 0 0,0 0 0,1 0 0,-1 0 0,0-1 0,0 1 0,1 0 0,-1 0 0,0 0 0,1 0 0,-1 0 0,1 0 0,0 0 0,-1 0 0,1 0 0,0 0 0,-1 1 0,1-1 0,0 0 0,0 0 0,0 1 0,0-1 0,1 0 0,26-30 0,53-61 0,-79 95 0,-1 0 0,0 1 0,0-1 0,0 1 0,-1-1 0,1 1 0,-1 0 0,0-1 0,-1 6 0,2 41-61,0-22-373,-2-1-1,-7 52 0,3-57-6391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0.96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24575,'5'0'0,"5"0"0,5 0 0,5 0 0,-1 4 0,0 2 0,2 0 0,1-2 0,1-1 0,1-1 0,-3 0-8191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4.08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58 14 24575,'1'-2'0,"0"1"0,0 0 0,0 0 0,0 0 0,0 0 0,0 0 0,0 1 0,1-1 0,-1 0 0,0 0 0,0 1 0,1-1 0,-1 1 0,0-1 0,1 1 0,-1 0 0,1-1 0,-1 1 0,0 0 0,1 0 0,-1 0 0,1 0 0,-1 0 0,1 0 0,-1 1 0,0-1 0,1 0 0,-1 1 0,0-1 0,1 1 0,-1-1 0,0 1 0,1 0 0,-1-1 0,0 1 0,0 0 0,0 0 0,0 0 0,0 0 0,0 0 0,0 0 0,0 0 0,0 0 0,1 2 0,0 1 0,0-1 0,0 1 0,0 0 0,0 0 0,-1-1 0,1 1 0,-1 0 0,0 0 0,0 1 0,0-1 0,-1 0 0,0 0 0,1 0 0,-2 6 0,-3 4 0,-4 22 0,8-35 0,-1-1 0,1 0 0,0 1 0,0-1 0,0 1 0,0-1 0,0 0 0,0 1 0,0-1 0,0 1 0,0-1 0,0 1 0,0-1 0,0 0 0,1 1 0,-1-1 0,0 1 0,0-1 0,0 0 0,0 1 0,1-1 0,-1 0 0,0 1 0,0-1 0,1 0 0,-1 1 0,0-1 0,1 0 0,-1 0 0,0 1 0,1-1 0,-1 0 0,1 0 0,-1 1 0,0-1 0,1 0 0,-1 0 0,1 0 0,-1 0 0,0 0 0,1 0 0,-1 0 0,1 0 0,-1 0 0,0 0 0,1 0 0,-1 0 0,1 0 0,-1 0 0,1 0 0,-1 0 0,0 0 0,1-1 0,-1 1 0,1 0 0,-1 0 0,0 0 0,1-1 0,-1 1 0,1-1 0,0 1 0,1-1 0,-1 0 0,1 0 0,-1 1 0,1-1 0,0 1 0,-1-1 0,1 1 0,0 0 0,-1 0 0,1 0 0,0 0 0,0 0 0,-1 0 0,1 0 0,0 0 0,-1 1 0,3 0 0,-3-1 0,0 1 0,0 0 0,0-1 0,0 1 0,-1 0 0,1 0 0,0 0 0,-1-1 0,1 1 0,-1 0 0,1 0 0,-1 0 0,1 0 0,-1 0 0,1 0 0,-1 0 0,0 0 0,0 0 0,0 0 0,1 0 0,-1 2 0,0 1 0,-1 1 0,1-1 0,-1 0 0,0 0 0,1 0 0,-2 0 0,1-1 0,0 1 0,-1 0 0,0 0 0,0-1 0,0 1 0,0-1 0,-4 5 0,-1-1 20,-1 0 0,0 0 0,0-1 0,0 0 0,-18 9 0,21-13-126,1 1 0,-1-1 0,0 0 0,0-1 0,0 1 0,0-1-1,0 0 1,-1 0 0,1-1 0,0 0 0,0 1 0,-1-2 0,-5 0 0,-4-3-6720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5.92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0 100 24575,'7'-2'0,"0"0"0,0-1 0,-1 0 0,1 0 0,-1 0 0,0-1 0,9-6 0,-12 7 0,2 0 0,-2-1 0,1 1 0,0-1 0,-1 0 0,1 0 0,-1-1 0,3-5 0,17-19 0,-22 29 0,-1 0 0,1 0 0,-1 0 0,1 1 0,-1-1 0,1 0 0,-1 0 0,0 1 0,1-1 0,-1 0 0,1 1 0,-1-1 0,0 0 0,1 1 0,-1-1 0,0 0 0,1 1 0,-1-1 0,0 1 0,0-1 0,1 1 0,-1-1 0,0 1 0,0-1 0,0 1 0,0-1 0,1 1 0,-1-1 0,0 1 0,0-1 0,0 1 0,0-1 0,0 1 0,-1-1 0,1 1 0,0-1 0,0 1 0,0-1 0,0 1 0,1 26 0,-3 131-1365,2-136-5461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6.391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61 24575,'4'0'0,"6"0"0,6 0 0,4 0 0,3 0 0,2 0 0,-3-4 0,-1-2 0,-5-4 0,-4-4 0,0-1 0,-3 4-8191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7.1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34 24575,'2'0'0,"1"-1"0,-1 1 0,0-1 0,1 0 0,-1 0 0,0 0 0,0 0 0,1 0 0,-1-1 0,0 1 0,0-1 0,-1 1 0,3-3 0,22-12 0,-25 16 0,1 0 0,-1 0 0,0 0 0,0 0 0,0 0 0,1 0 0,-1 1 0,0-1 0,0 0 0,0 1 0,0-1 0,1 1 0,-1-1 0,0 1 0,0 0 0,0-1 0,0 1 0,0 0 0,0 0 0,-1 0 0,1-1 0,0 1 0,0 0 0,-1 0 0,1 0 0,0 2 0,1 1 0,0 0 0,0 0 0,-1 0 0,1 0 0,-1 1 0,0-1 0,-1 0 0,1 1 0,-1-1 0,0 1 0,0-1 0,0 1 0,-1-1 0,1 1 0,-1-1 0,0 0 0,0 1 0,-3 4 0,-1 8 0,-2-1 0,0 0 0,-12 20 0,8-20 0,-2 8 0,13-23 0,0 0 0,0-1 0,1 1 0,-1 0 0,0-1 0,1 1 0,-1 0 0,1-1 0,-1 1 0,0-1 0,1 1 0,0 0 0,-1-1 0,1 1 0,-1-1 0,1 0 0,0 1 0,-1-1 0,1 1 0,0-1 0,-1 0 0,1 0 0,0 1 0,-1-1 0,1 0 0,0 0 0,0 0 0,-1 0 0,1 0 0,0 0 0,0 0 0,0 0 0,-1 0 0,1 0 0,0 0 0,1-1 0,80 5-1365,-70-5-5461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31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39 24575,'0'-1'0,"1"-1"0,0 0 0,-1 0 0,1 0 0,0 1 0,0-1 0,0 0 0,0 1 0,0-1 0,0 1 0,0-1 0,1 1 0,-1 0 0,1-1 0,-1 1 0,1 0 0,-1 0 0,1 0 0,0 0 0,-1 0 0,1 1 0,0-1 0,0 0 0,2 0 0,-2 0 0,1 0 0,-1 1 0,0-1 0,1 0 0,-1 1 0,1-1 0,0 1 0,-1 0 0,1 0 0,-1 0 0,1 0 0,-1 0 0,1 1 0,-1-1 0,1 1 0,-1-1 0,4 3 0,-4-2 0,0 1 0,-1 0 0,1 0 0,0 0 0,-1 0 0,1 0 0,-1 0 0,0 0 0,0 0 0,0 1 0,0-1 0,0 0 0,0 1 0,-1-1 0,1 1 0,-1-1 0,0 1 0,0-1 0,0 1 0,0-1 0,0 1 0,0-1 0,0 1 0,-1-1 0,0 1 0,1-1 0,-2 4 0,-4 9 0,0 0 0,-1-1 0,-12 20 0,2-1 0,16-33 2,1 1-1,-1 0 1,1 0-1,0-1 1,-1 1-1,1 0 1,0 0-1,0 0 1,0-1-1,0 1 1,0 0-1,0 0 1,0 0-1,0 0 1,0 0-1,0-1 1,0 1-1,0 0 1,0 0-1,1 0 1,-1-1-1,0 1 1,1 0-1,-1 0 1,1-1-1,-1 1 1,1 0-1,-1-1 1,1 1-1,-1 0 1,1-1-1,-1 1 0,2 0 1,27 10-291,-15-8-838,2 3-5699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8.845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40 24575,'4'0'0,"2"4"0,4 2 0,4-5 0,5-2 0,3-1 0,2-1 0,1-3 0,1-2 0,-3-2 0,-3-1 0,-4 2-8191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29.59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43 1 24575,'7'0'0,"0"0"0,0 0 0,-1 1 0,1-1 0,0 1 0,0 1 0,0-1 0,9 5 0,-14-5 0,0 1 0,0-1 0,0 1 0,0-1 0,-1 1 0,1 0 0,-1 0 0,1 0 0,-1 0 0,0 0 0,0 0 0,0 0 0,0 0 0,0 0 0,0 0 0,0 1 0,-1-1 0,1 0 0,-1 1 0,0-1 0,0 0 0,0 1 0,0-1 0,0 1 0,0-1 0,0 0 0,-1 1 0,0 2 0,-20 77 0,18-71 0,2-10 0,1 1 0,0 0 0,0-1 0,0 1 0,0 0 0,0-1 0,0 1 0,0 0 0,0-1 0,1 1 0,-1 0 0,0-1 0,1 1 0,0-1 0,-1 1 0,1-1 0,0 1 0,0-1 0,0 1 0,0-1 0,0 0 0,0 1 0,0-1 0,0 0 0,0 0 0,1 0 0,-1 0 0,1 0 0,-1 0 0,3 1 0,-2-1 0,-1 0 0,1 0 0,0 0 0,-1 0 0,1 1 0,0-1 0,-1 1 0,0-1 0,1 1 0,-1 0 0,0-1 0,0 1 0,0 0 0,0 0 0,0 0 0,0 0 0,0 0 0,-1 0 0,1 0 0,-1 0 0,1 0 0,-1 0 0,0 0 0,0 3 0,0-2 4,-1 0 0,1 0 0,-1 0 0,0 0 0,1 0 0,-1 0 0,-1 0 0,1 0 0,0-1 0,-1 1 0,1 0 0,-1-1 0,0 1 0,0-1 0,0 1 0,0-1 0,-1 0 0,1 0 0,0 0 0,-1 0 0,0-1 0,1 1 0,-1-1 0,0 1 0,0-1 0,0 0 0,1 0 0,-1 0 0,-6 0 0,5 0-75,-1-1 1,1 0-1,-1 0 0,1 0 0,0-1 1,-1 1-1,1-1 0,0 0 1,-1-1-1,1 1 0,0-1 0,0 1 1,0-1-1,0-1 0,0 1 1,1 0-1,-1-1 0,1 0 0,-1 0 1,-3-4-1,-3-6-6755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3.684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38 1 24575,'0'4'0,"-5"2"0,0 3 0,-1 6 0,1 4 0,-2 2 0,-1 4 0,6-4 0,7-5 0,8-5 0,1-1 0,-2 4 0,-3 2 0,-2 3 0,-4 3 0,-5-2 0,-3-5-8191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4.13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0 1 24575,'4'0'0,"6"0"0,6 0 0,4 0 0,3 0 0,2 0 0,1 0 0,-4 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35.05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57 23 24575,'0'-1'0,"1"0"0,-1 0 0,1-1 0,-1 1 0,1 0 0,0 0 0,-1 0 0,1 0 0,0 0 0,0 0 0,0 0 0,0 0 0,0 0 0,0 0 0,0 0 0,0 1 0,0-1 0,0 0 0,0 1 0,1-1 0,-1 1 0,0-1 0,0 1 0,1-1 0,-1 1 0,0 0 0,1 0 0,-1 0 0,0 0 0,0 0 0,1 0 0,-1 0 0,2 0 0,0 0 0,1 0 0,-1 0 0,0 0 0,1 1 0,-1-1 0,0 1 0,0 0 0,1 0 0,-1 0 0,0 0 0,0 0 0,4 3 0,-5-2 0,0-1 0,-1 1 0,1 0 0,-1 0 0,0-1 0,1 1 0,-1 0 0,0 0 0,0 0 0,0 1 0,0-1 0,-1 0 0,1 0 0,-1 0 0,1 1 0,-1-1 0,0 0 0,0 0 0,0 1 0,0 2 0,-1 2 0,-1 0 0,0-1 0,0 1 0,-1-1 0,-3 8 0,3-9 0,1 0 0,0 0 0,0 1 0,0-1 0,0 0 0,1 1 0,-1 8 0,2-13 0,1 1 0,0-1 0,0 1 0,-1 0 0,1-1 0,0 0 0,0 1 0,1-1 0,-1 0 0,0 1 0,0-1 0,0 0 0,1 0 0,-1 0 0,3 1 0,14 17 0,-18-19 0,0 1 0,1 0 0,-1 0 0,0-1 0,0 1 0,0 0 0,-1-1 0,1 1 0,0 0 0,0 0 0,0-1 0,0 1 0,-1 0 0,1-1 0,0 1 0,-1-1 0,1 1 0,0 0 0,-1-1 0,1 1 0,-1-1 0,1 1 0,-1-1 0,1 1 0,-1-1 0,0 1 0,1-1 0,-1 0 0,1 1 0,-1-1 0,0 0 0,1 1 0,-1-1 0,0 0 0,-1 0 0,-5 3-91,-1 0 0,0-1 0,0-1 0,0 1 0,-1-1 0,1 0 0,0-1 0,0 0 0,-1-1 0,1 1 0,0-1 0,0-1 0,0 0 0,-9-3 0,0-1-6735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1.45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25 18 24575,'0'-1'0,"0"0"0,0 0 0,0 1 0,0-1 0,1 0 0,-1 0 0,0 1 0,0-1 0,1 0 0,-1 1 0,0-1 0,1 0 0,-1 1 0,1-1 0,-1 0 0,1 1 0,-1-1 0,1 1 0,-1-1 0,1 1 0,0-1 0,-1 1 0,1 0 0,0-1 0,-1 1 0,1 0 0,0-1 0,0 1 0,-1 0 0,1 0 0,0-1 0,0 1 0,-1 0 0,1 0 0,0 0 0,0 0 0,-1 0 0,1 0 0,0 1 0,0-1 0,-1 0 0,1 0 0,0 0 0,0 1 0,-1-1 0,1 0 0,0 1 0,0 0 0,3 0 0,-2 0 0,1 0 0,0 1 0,0-1 0,0 1 0,-1-1 0,1 1 0,0 0 0,-1 0 0,0 0 0,3 4 0,-3-2 0,0 0 0,-1 1 0,1-1 0,-1 1 0,0-1 0,-1 1 0,1-1 0,-1 1 0,0-1 0,0 1 0,0 0 0,0-1 0,-1 1 0,0-1 0,0 1 0,0-1 0,-1 0 0,1 1 0,-1-1 0,0 0 0,-1 0 0,1 0 0,0 0 0,-1-1 0,0 1 0,0 0 0,0-1 0,-4 3 0,7-6 0,-1 1 0,1-1 0,0 1 0,-1-1 0,1 0 0,0 1 0,-1-1 0,1 0 0,0 1 0,0-1 0,0 1 0,-1-1 0,1 1 0,0-1 0,0 1 0,0-1 0,0 1 0,0-1 0,0 0 0,0 1 0,0-1 0,0 1 0,0-1 0,0 1 0,0-1 0,0 1 0,1-1 0,-1 1 0,0-1 0,0 1 0,0-1 0,1 0 0,-1 1 0,0-1 0,0 1 0,1-1 0,-1 1 0,21 14 0,-18-14 0,-1 1 0,0-1 0,1 0 0,-1 1 0,0 0 0,0-1 0,0 1 0,0 0 0,0 0 0,0 0 0,0 1 0,-1-1 0,1 0 0,-1 1 0,1-1 0,1 5 0,-3-5 4,1 0 1,-1 1-1,0-1 0,0 0 0,0 1 0,0-1 0,0 1 0,0-1 0,-1 0 1,1 0-1,-1 1 0,0-1 0,1 0 0,-1 0 0,0 1 0,0-1 0,-1 0 1,1 0-1,0 0 0,-1 0 0,1-1 0,-1 1 0,1 0 0,-1-1 0,0 1 1,0-1-1,0 1 0,-2 1 0,-1-2-110,1 1 0,-1-1 0,1 0 0,-1 0 0,1 0 0,-1-1-1,0 0 1,1 1 0,-1-2 0,1 1 0,-1 0 0,0-1 0,-5-2 0,-8-1-6720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2.147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24575,'4'0'0,"6"0"0,1 4 0,4 2 0,2-1 0,4-1 0,2 0 0,1-3 0,2-4 0,0-2 0,0 0 0,-5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3.283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24 24575,'0'-1'0,"1"0"0,0 0 0,-1-1 0,1 1 0,0 0 0,0 0 0,-1 0 0,1 0 0,0 0 0,0 0 0,0 0 0,0 0 0,1 0 0,-1 1 0,0-1 0,0 0 0,0 1 0,1-1 0,-1 1 0,0-1 0,1 1 0,-1 0 0,0-1 0,1 1 0,-1 0 0,0 0 0,2 0 0,39-3 0,-40 3 0,0 0 0,1 0 0,-1 0 0,0 0 0,1 1 0,-1-1 0,0 1 0,1 0 0,-1-1 0,0 1 0,0 0 0,0 1 0,0-1 0,0 0 0,0 0 0,0 1 0,0-1 0,-1 1 0,1 0 0,-1-1 0,3 4 0,-2-1 0,-1-1 0,1 1 0,-1-1 0,0 1 0,0-1 0,0 1 0,-1 0 0,1-1 0,-1 1 0,0 0 0,0-1 0,-1 7 0,0-1 0,0-1 0,-1 1 0,0-1 0,-1 1 0,0-1 0,0 0 0,-1 0 0,0-1 0,0 1 0,-1-1 0,-7 10 0,10-15 0,-26 35 0,27-37 0,1 1 0,-1 0 0,1 0 0,0 0 0,0-1 0,0 1 0,-1 0 0,1 0 0,0 0 0,0 0 0,0 0 0,0-1 0,0 1 0,1 0 0,-1 0 0,0 0 0,0-1 0,0 1 0,1 0 0,-1 0 0,0 0 0,1-1 0,-1 1 0,1 0 0,-1-1 0,1 1 0,-1 0 0,1-1 0,-1 1 0,1 0 0,0-1 0,-1 1 0,1-1 0,0 1 0,0-1 0,-1 0 0,1 1 0,0-1 0,0 0 0,-1 0 0,1 1 0,0-1 0,0 0 0,0 0 0,0 0 0,-1 0 0,1 0 0,0 0 0,0 0 0,1 0 0,49-5-1365,-38 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350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33 1 24575,'-1'19'0,"2"0"0,1 1 0,0-1 0,1 0 0,1 0 0,1 0 0,8 20 0,-10-36 0,0 1 0,-1-1 0,1 0 0,0 0 0,1-1 0,-1 1 0,0-1 0,1 1 0,-1-1 0,1 0 0,0 0 0,0-1 0,-1 1 0,6 0 0,34 20 0,-42-21 0,1 1 0,-1-1 0,0 0 0,1 1 0,-1-1 0,0 1 0,0 0 0,0-1 0,0 1 0,0 0 0,0 0 0,-1 0 0,1-1 0,-1 1 0,1 0 0,-1 0 0,0 0 0,1 0 0,-1 0 0,0 0 0,-1 3 0,1-4 0,0 0 0,0 1 0,0-1 0,0 0 0,-1 1 0,1-1 0,-1 0 0,1 0 0,-1 0 0,1 1 0,-1-1 0,0 0 0,0 0 0,1 0 0,-1 0 0,0 0 0,0 0 0,0 0 0,0-1 0,0 1 0,0 0 0,0 0 0,-2 0 0,0 0 0,0 0 0,-1 0 0,1 0 0,0 0 0,-1 0 0,1-1 0,-1 0 0,-5 0 0,-1 0 0,-1-1 0,1-1 0,0 0 0,0 0 0,-11-5 0,-14-11-1365,19 9-5461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5.769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11 24575,'4'0'0,"6"0"0,6 0 0,4 0 0,3 0 0,2 0 0,1 0 0,1 0 0,-5-5 0,-6 0-8191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6.426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1 1 24575,'4'0'0,"6"0"0,5 4 0,5 2 0,3-1 0,3 4 0,0 0 0,0-2 0,1-6 0,-5-3-8191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8T12:51:47.342"/>
    </inkml:context>
    <inkml:brush xml:id="br0">
      <inkml:brushProperty name="width" value="0.035" units="cm"/>
      <inkml:brushProperty name="height" value="0.035" units="cm"/>
      <inkml:brushProperty name="color" value="#EBFF00"/>
    </inkml:brush>
  </inkml:definitions>
  <inkml:trace contextRef="#ctx0" brushRef="#br0">27 2 24575,'3'-1'0,"-1"1"0,0 0 0,0 0 0,0 0 0,0 0 0,0 0 0,0 0 0,1 1 0,-1-1 0,0 1 0,0-1 0,0 1 0,0 0 0,0 0 0,-1 0 0,1 0 0,0 0 0,0 0 0,-1 1 0,1-1 0,0 0 0,-1 1 0,1-1 0,-1 1 0,0 0 0,0 0 0,1-1 0,0 5 0,-1-2 0,0 1 0,-1-1 0,0 0 0,0 1 0,0-1 0,0 1 0,-1-1 0,1 1 0,-1-1 0,0 0 0,-1 0 0,-2 6 0,4-8 0,0 0 0,-1 0 0,1 0 0,0 0 0,0 0 0,0 0 0,0 0 0,1-1 0,-1 1 0,0 0 0,1 0 0,-1 0 0,1 0 0,0 0 0,0-1 0,-1 1 0,1 0 0,0 0 0,1-1 0,-1 1 0,0-1 0,0 1 0,1-1 0,-1 0 0,3 2 0,-3-2 0,0 0 0,1 0 0,-1 0 0,0 0 0,0 0 0,0 0 0,0 0 0,0 0 0,0 0 0,0 0 0,-1 1 0,1-1 0,0 0 0,-1 1 0,1-1 0,-1 0 0,1 1 0,-1-1 0,0 1 0,1-1 0,-1 1 0,0-1 0,0 1 0,0-1 0,0 1 0,0-1 0,0 0 0,-1 1 0,1-1 0,-1 1 0,1-1 0,-1 1 0,1-1 0,-1 0 0,1 1 0,-1-1 0,0 0 0,0 0 0,0 0 0,0 1 0,0-1 0,-1 1 0,-1 1-65,0-1 0,0 1 0,0-1 0,0 0 0,-1 0 0,1 0 0,-1 0 0,1-1 0,-1 1 0,1-1 0,-1 0 0,0 0 0,0 0 0,0 0 0,1-1 0,-1 0 0,0 0 0,0 0 0,0 0 0,-4-1 0,-10-2-6761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27T13:43:25.9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11430 8132 0,'-18'0'62,"18"17"-31,0-34 16,18-1-31,53-35 15,-36 18-15,-18-1-1,19 1 1,-1 0 15,-17 17-15,-1 18 15,-17 18-15,-17 17-1,17 0-15,0-17 16,-36 106 0,36-107-1,36 36 1</inkml:trace>
  <inkml:trace contextRef="#ctx0" brushRef="#br0" timeOffset="480.51">11501 8326 0,'88'-18'31,"-176"36"-31,317-54 32,-211 36-32,87-17 31</inkml:trace>
  <inkml:trace contextRef="#ctx0" brushRef="#br0" timeOffset="977.02">11536 8537 0,'17'0'15,"36"0"17,36-53-1,-72 36-16,1-1-15,35 0 16,-88 107 15,-1-1 1,19-35-32</inkml:trace>
  <inkml:trace contextRef="#ctx0" brushRef="#br0" timeOffset="1434.43">12030 8361 0,'0'0'0,"35"17"16,-17 1-16,-1-18 15</inkml:trace>
  <inkml:trace contextRef="#ctx0" brushRef="#br0" timeOffset="1664.74">12083 8220 0,'0'0'0,"35"-18"15,-17 18 1,34 18-1,-52 17 1</inkml:trace>
  <inkml:trace contextRef="#ctx0" brushRef="#br0" timeOffset="2165.25">12294 8290 0,'36'-17'31,"-36"-1"-31,17 18 15,54-71 1,-54 36-16,19 0 16,-1 0-16,18-54 31,-53 72-15,-18 52-1,-17 36 1,-18 52-1,53-88 1,-35 54 0</inkml:trace>
  <inkml:trace contextRef="#ctx0" brushRef="#br0" timeOffset="2344.46">12312 8484 0,'18'-17'16,"-36"34"-16,53-52 16,71 0-1,-71 35 1,36-18 0</inkml:trace>
  <inkml:trace contextRef="#ctx0" brushRef="#br0" timeOffset="7804.54">18027 9807 0,'-18'18'62,"18"0"-46,0-1-16,-35 54 31,0-36-15,17 18-1,-17 0 17,17-36-32,18 19 31,18-19-16,-18 1-15,35 0 32,0-18-17,-17 0 1,35-18 15,-35 36-15,-36 17-1,0 35 17,18-52-32</inkml:trace>
  <inkml:trace contextRef="#ctx0" brushRef="#br0" timeOffset="8377.62">17762 10442 0,'53'0'32,"-35"0"-17,123 0 1,-70-17 0,-18 17-16,70-18 31</inkml:trace>
  <inkml:trace contextRef="#ctx0" brushRef="#br0" timeOffset="8951.23">17956 10530 0,'18'0'31,"35"18"0,-18 0-15,-17-18-1,-36 35 17,18-17-17,18-18 17,17 17-17,-17 54 16,-36-36-15,-17-17 0,0-18-1,-1 0-15,-17 0 16</inkml:trace>
  <inkml:trace contextRef="#ctx0" brushRef="#br0" timeOffset="14011.37">15646 11060 0,'17'0'94,"1"0"-79,17 0 1,1 17-1,-36 19 17,-18-36-17,18 17-15,-35 1 16,35-1 0,17 1 15,19 35 0,-36-18-15,-18-17-1,-35 17 17,35-35-32,-17-17 15,0-1 1,35 0-16</inkml:trace>
  <inkml:trace contextRef="#ctx0" brushRef="#br0" timeOffset="14345.68">15452 11430 0,'0'18'15,"141"-1"16,-35-17-15,17 0 0,-52 0-1,-54 0 1</inkml:trace>
  <inkml:trace contextRef="#ctx0" brushRef="#br0" timeOffset="14774.19">15840 11536 0,'0'-18'16,"-36"89"15,19-54-15,-1 54-1,53-36 32,1-35-31,-19 0-16,1 0 16,-18 71-1,-35 35 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6-27T13:46:31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12612 5098 0,'0'-18'46,"17"18"-14,-34 0 46,17 18-47,-35-1 0,17-17-15,18 18-16,-18-18 16,18 18-16,-53-1 31,36 1-16,-1-18 1,0 17 0,1-17-16,-18 18 15,17-18-15,0 18 16,1-18 0,-36 17-1,53 1 1,-18-18-16,0 18 15,-52 17 1,-18 0 15,70-17-15,0-18-16,-52 35 16,17 0 30,35-17-46,-17 0 32,35-1-32,-18-17 0,-17 18 31,-35 17 0,17-17 0,-18 0 1,18-1-1,-17 1 0,-19-1 0,1 1 1,35 0-1,18-18-15,0 0 15,-1 0-16,1 17 1,-18 1 15,18-18 1,17 18-1,-17-1 0,17-17-15,18 18-1,-17-18-15,-1 18 32,0-18-17,-34 35 16,16-18-15,1 1 15,17-18-15,18 18 0,-35-18 15,17 17-16,-17 1 17,18 0-1,-1-1 0,0 1 0,1-18-15,-1 18 15,-17 17 1,-1 0-1,19-17-16,-1 17 1,-35-17 15</inkml:trace>
  <inkml:trace contextRef="#ctx0" brushRef="#br0" timeOffset="3766.07">14781 5098 0,'-17'17'31,"-1"-17"0,0 18 16,1-18-31,-18 18 0,-18-1 15,35-17-31,-35 18 31,18-1-15,0 1-1,-36 17 17,36-35-17,35 18-15,-36-18 16,-34 35 15,17-17-15,0 0-1,18-18 1,-18 17 15,35 1-15,1 0-1,-1-18 1,-35 35 0,18-18-1,-18 1 1,-35 35 15,35-35 0,35-18-15,-35 35 0,36-35-1,-72 35 1,72-17 0,-72 35-1,72-53 1,-1 17-16,-52 19 15,52-19 1,-53 19 15,36-19-15,-35 36 15,17-18-15,-35 18 15,35-17-15,17-19-1,1 1 1,17-18-16,-35 35 31,18 0-15,0-17-1,17 0 1,-35 17 15,18 0-15,0-17 0,-36 35 15,36-18-16,17-17-15,-52 52 32,17-17-17,0-18 1,-18 18 0,36-17-1,-124 87 16,124-105-31,-88 105 32,17-35-1,53-35-15,-35 18 15,-1 17 0,54-53-15,-35 36 15,34-53-15,19-1-1,-1 1 1,0 0-16,1-18 15,-1 35 1,-35 0 15,18 0-15,17-17 0,-17 0 15,17-1-16,1 1 1,-36 0 15,35-1-15,-35 18 15,18 1-15,0-1-1,-1-35 1,36 18-16,-17-18 16,-18 17-1,17-17-15,-35 53 32,-53 0-1,36 0 0,87-124 16</inkml:trace>
  <inkml:trace contextRef="#ctx0" brushRef="#br0" timeOffset="7062.89">16933 5045 0,'-17'-18'31,"-1"0"0,0 18 1,-52 18-1,-1 17-16,-17 1 1,35-1 0,-35 0-1,70-17-15,-17-1 16,-53 36 0,70-53-16,-105 53 31,88-35-16,-1 0-15,-52 35 16,35-36 0,35 1-1,-70 17 1,71-35 0,-89 53-1,0 18 16,88-54-15,1-17-16,-36 35 16,35-17-1,-52 35 1,-36 0 15,88-53-15,-70 53-1,70-36 1,-52 19 0,-18 17 15,35-36 0,0 19-15,17-19-1,-34 19 1,52-19-16,-105 54 31,52-18-15,-17 0 0,0 17-1,-106 54 16,53-19-15,88-69-16,-35 34 16,-18 1-1,53-36-15,-88 53 32,70-35-17,-52 35 16,70-52-15,17-19-16,-52 54 31,18-18-15,-36 35 15,53-35-15,0 0-1,18-36 1,17 1-16,-88 70 31,53-17-15,36-54-16,-71 54 31,52-36-15,-34 36 15,34-36-15,19-35-16,-54 71 31,18-18-15,0-18-1,1 18 1,-54 17 15,35 1-15,53-53-16,-17-1 15,-71 71 1,-70 36 15,105-54-15,1-17-1,17-17 1,35-19 0,-52 36-1,52-35-15,0-1 16,-70 36 0,71-35-1,-72 53 1,72-71-1,-54 52 1,54-34-16,-54 35 31,18-18-15,36-35 0,-36 53-1,35-53 1,-17 35-1,-18 1 17,35-19-17,-17 19 1,0-1 15,-1 0 0,1 1 16,17-19-31,-17 1 15,17-1-15,1 19 15,-18-36-15,17 17 15,0 1 0,1-18-15,17 18-1,-18-18 1,0 17 15,18 1 1,-17-18-17,-1 18 48,0-1-16,1-17-16,34 0 47,-34 0-31,-18-17-32</inkml:trace>
  <inkml:trace contextRef="#ctx0" brushRef="#br0" timeOffset="23785.51">19173 5115 0,'-35'18'16,"18"0"15,-1-1-15,0 1-1,1-1 1,-1 19-1,-53 34 17,54-70-32,-107 106 31,107-88-31,-36 17 16,-35 53-1,-71 53 16,106-70-15,0-1 0,-18 19 15,54-54-15,-36 18 15,35-18 0,1-35-15,17 18-1,-36-1 17,19 1-17,-1 0 1,0-1 15,1-17 844,17-17-844,-18 17 16,36 0 0,-36 0 109,36 0-78,-36 0 1,1 0 1577,-1-36-1641,18 19 1,-18 17 0,1-35-1,-1 17 1,-17-17 0,-1 17-1,19 18 1,-71-35-1,35-1 1,35 36 0,-35-35-1,35 35-15,-52-18 32,52 18-17,-17 0 1,-53 18 15,17 0 16,36-1-31,17-17 30,-17 18-30,-18 17 15,18-35-15,0 18 15,17 0-15,0-1 15,-35 19 0,0-1 1,36-18-17,-1-17-15,-35 36 31,0-1-15,36-17 0,-71 35 15,70-36-31,-53 36 31,18-18-15,-35 36 15,35-36-15,18-17-1,17-1 1,1 1 0,-54 35 15,54-35-31,-19-1 15,1 19 1,-36-1 15,54-17-15,-1-1 15,-17 18 0,17-17-15,-35 0 15,36-1-15,-1 1 0,-17 17-1,17-35-15,-35 53 31,0-18-15,0 1 0,-52 34 15,52-17-15,-18-18-1,36 1 1,-18-1-1,35-17 1,-52 35 0,52-36-16,0 1 15,-87 70 1,69-70-16,-87 88 31,70-54-15,0-16-1,18-1 1,17-17 0,-52 52-1,-54 36 17,106-88-17,-17 17-15,-71 53 16,71-53-16,-88 89 31,-71 52 0,158-140-15,-105 87 0,106-88-1,0 1-15,-107 87 16,107-88-1,-141 142 1,-89 70 31,142-124-31,52-70-1,-17 35 1,53-52-16,-124 140 31,53-70-15,18-18-1,-18 18 17,88-106-32,-70 70 31,-35 19 0,70-54-15,-18 0-1,36 0 1,-53 18 0,0 18 15,17-18-16,18 0 1,-70 53 15,-1-36 1,36-17-1,70-53-31,-87 71 31,52-36-15,-18 18 15,18-18-15,36-35-16,-107 71 31,-17-1 0,53-17 0,70-35-31,-70-1 32,-18 54-1,36 17 0,34 0-15,19-70-16,-1 52 15,-17 19 1,17-54-16,0-17 16,-17-36-1</inkml:trace>
  <inkml:trace contextRef="#ctx0" brushRef="#br0" timeOffset="27602.83">21308 5027 0,'0'-18'15,"-35"18"17,-18 18-17,35-18-15,-123 53 31,123-53-15,-141 88 0,124-70-1,-88 52 1,87-70-16,-158 106 31,141-70-15,-229 105-1,229-106 1,-229 88 15,123-52-15,106-53-16,-52 17 16,-54 35-1,-141 72 16,194-90-15,36 1 0,-1 0-1,-35 53 17,36-53-17,34-35-15,-105 105 31,53-52-15,0-1 0,-71 36 15,-17 35 0,-1-17 0,142-89-31,-159 106 32,88-53-17,-105 53 17,105-70-17,0 17 1,-70 36 15,87-54-15,-34 36 15,88-88-31,-89 105 31,54-52-15,-54 34 15,54-69-15,34-1-1,-52 53 1,-35 18 15,34-53-15,19 18-1,-1-1 1,54-52-16,-107 105 31,71-52-15,18-36 0,17-17-16,-35 17 15,0 18 1,36-36-16,-89 89 31,35-53-15,54-17-16,-18-19 15,-71 71 1,-53 71 15,88-88-15,-34-1-1,87-35 1,-141 89 0,124-106-1,-106 105 1,0-17 15,123-88-15,-17-1-16,-89 71 15,36 1 1,53-72 0,-159 124-1,159-105 1,-160 105 0,-16 0 15,176-106-16,-195 124 17,71-89-17,-123 89 17,159-88-17,-1-1 1,54-17-1,-54 18 17,36-18-17,53-18 1,-18 18 0,35-36-16,1 19 15,-1-19-15,-53 72 31,19-36-15,16-18 0,1-18-16,-89 107 31,54-71-15,35-36-16,-1 19 15,-69 52 16,69-53-15,19-17-16,-36 17 16,17 0-1,19-17-15,-54 35 32,36-35-17,0-1 1,-1 19 15,19-19-15,-1 1-16,-35 35 31,18-18-15,-18 18 15,35-35-16,-17-1 17,0 1-17,17-1-15,-52 72 32,34-54-17,1 0 16,35 0-15,-18-17-16,1 0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40.png"/><Relationship Id="rId3" Type="http://schemas.openxmlformats.org/officeDocument/2006/relationships/customXml" Target="../ink/ink1.xml"/><Relationship Id="rId21" Type="http://schemas.openxmlformats.org/officeDocument/2006/relationships/image" Target="../media/image32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44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image" Target="../media/image30.png"/><Relationship Id="rId25" Type="http://schemas.openxmlformats.org/officeDocument/2006/relationships/image" Target="../media/image34.png"/><Relationship Id="rId33" Type="http://schemas.openxmlformats.org/officeDocument/2006/relationships/image" Target="../media/image17.png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2" Type="http://schemas.openxmlformats.org/officeDocument/2006/relationships/image" Target="../media/image4.png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36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6.xml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39.png"/><Relationship Id="rId40" Type="http://schemas.openxmlformats.org/officeDocument/2006/relationships/customXml" Target="../ink/ink21.xml"/><Relationship Id="rId45" Type="http://schemas.openxmlformats.org/officeDocument/2006/relationships/image" Target="../media/image43.png"/><Relationship Id="rId5" Type="http://schemas.openxmlformats.org/officeDocument/2006/relationships/customXml" Target="../ink/ink2.xml"/><Relationship Id="rId15" Type="http://schemas.openxmlformats.org/officeDocument/2006/relationships/image" Target="../media/image29.png"/><Relationship Id="rId23" Type="http://schemas.openxmlformats.org/officeDocument/2006/relationships/image" Target="../media/image33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45.png"/><Relationship Id="rId10" Type="http://schemas.openxmlformats.org/officeDocument/2006/relationships/customXml" Target="../ink/ink5.xml"/><Relationship Id="rId19" Type="http://schemas.openxmlformats.org/officeDocument/2006/relationships/image" Target="../media/image31.png"/><Relationship Id="rId31" Type="http://schemas.openxmlformats.org/officeDocument/2006/relationships/image" Target="../media/image37.png"/><Relationship Id="rId44" Type="http://schemas.openxmlformats.org/officeDocument/2006/relationships/customXml" Target="../ink/ink23.xml"/><Relationship Id="rId4" Type="http://schemas.openxmlformats.org/officeDocument/2006/relationships/image" Target="../media/image410.png"/><Relationship Id="rId9" Type="http://schemas.openxmlformats.org/officeDocument/2006/relationships/customXml" Target="../ink/ink4.xml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35.png"/><Relationship Id="rId30" Type="http://schemas.openxmlformats.org/officeDocument/2006/relationships/customXml" Target="../ink/ink16.xml"/><Relationship Id="rId35" Type="http://schemas.openxmlformats.org/officeDocument/2006/relationships/image" Target="../media/image38.png"/><Relationship Id="rId43" Type="http://schemas.openxmlformats.org/officeDocument/2006/relationships/image" Target="../media/image42.png"/><Relationship Id="rId48" Type="http://schemas.openxmlformats.org/officeDocument/2006/relationships/customXml" Target="../ink/ink25.xml"/><Relationship Id="rId8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35.xml"/><Relationship Id="rId26" Type="http://schemas.openxmlformats.org/officeDocument/2006/relationships/customXml" Target="../ink/ink39.xml"/><Relationship Id="rId39" Type="http://schemas.openxmlformats.org/officeDocument/2006/relationships/image" Target="../media/image23.png"/><Relationship Id="rId3" Type="http://schemas.openxmlformats.org/officeDocument/2006/relationships/customXml" Target="../ink/ink26.xml"/><Relationship Id="rId21" Type="http://schemas.openxmlformats.org/officeDocument/2006/relationships/image" Target="../media/image13.png"/><Relationship Id="rId34" Type="http://schemas.openxmlformats.org/officeDocument/2006/relationships/customXml" Target="../ink/ink43.xml"/><Relationship Id="rId42" Type="http://schemas.openxmlformats.org/officeDocument/2006/relationships/customXml" Target="../ink/ink47.xml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7" Type="http://schemas.openxmlformats.org/officeDocument/2006/relationships/customXml" Target="../ink/ink28.xml"/><Relationship Id="rId12" Type="http://schemas.openxmlformats.org/officeDocument/2006/relationships/customXml" Target="../ink/ink32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20.png"/><Relationship Id="rId38" Type="http://schemas.openxmlformats.org/officeDocument/2006/relationships/customXml" Target="../ink/ink45.xml"/><Relationship Id="rId46" Type="http://schemas.openxmlformats.org/officeDocument/2006/relationships/customXml" Target="../ink/ink49.xml"/><Relationship Id="rId2" Type="http://schemas.openxmlformats.org/officeDocument/2006/relationships/image" Target="../media/image4.png"/><Relationship Id="rId16" Type="http://schemas.openxmlformats.org/officeDocument/2006/relationships/customXml" Target="../ink/ink34.xml"/><Relationship Id="rId20" Type="http://schemas.openxmlformats.org/officeDocument/2006/relationships/customXml" Target="../ink/ink36.xml"/><Relationship Id="rId29" Type="http://schemas.openxmlformats.org/officeDocument/2006/relationships/image" Target="../media/image18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ustomXml" Target="../ink/ink31.xml"/><Relationship Id="rId24" Type="http://schemas.openxmlformats.org/officeDocument/2006/relationships/customXml" Target="../ink/ink38.xml"/><Relationship Id="rId32" Type="http://schemas.openxmlformats.org/officeDocument/2006/relationships/customXml" Target="../ink/ink42.xml"/><Relationship Id="rId37" Type="http://schemas.openxmlformats.org/officeDocument/2006/relationships/image" Target="../media/image22.png"/><Relationship Id="rId40" Type="http://schemas.openxmlformats.org/officeDocument/2006/relationships/customXml" Target="../ink/ink46.xml"/><Relationship Id="rId45" Type="http://schemas.openxmlformats.org/officeDocument/2006/relationships/image" Target="../media/image26.png"/><Relationship Id="rId5" Type="http://schemas.openxmlformats.org/officeDocument/2006/relationships/customXml" Target="../ink/ink27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40.xml"/><Relationship Id="rId36" Type="http://schemas.openxmlformats.org/officeDocument/2006/relationships/customXml" Target="../ink/ink44.xml"/><Relationship Id="rId49" Type="http://schemas.openxmlformats.org/officeDocument/2006/relationships/image" Target="../media/image47.png"/><Relationship Id="rId10" Type="http://schemas.openxmlformats.org/officeDocument/2006/relationships/customXml" Target="../ink/ink30.xml"/><Relationship Id="rId19" Type="http://schemas.openxmlformats.org/officeDocument/2006/relationships/image" Target="../media/image12.png"/><Relationship Id="rId31" Type="http://schemas.openxmlformats.org/officeDocument/2006/relationships/image" Target="../media/image19.png"/><Relationship Id="rId44" Type="http://schemas.openxmlformats.org/officeDocument/2006/relationships/customXml" Target="../ink/ink48.xml"/><Relationship Id="rId4" Type="http://schemas.openxmlformats.org/officeDocument/2006/relationships/image" Target="../media/image6.png"/><Relationship Id="rId9" Type="http://schemas.openxmlformats.org/officeDocument/2006/relationships/customXml" Target="../ink/ink29.xml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16.png"/><Relationship Id="rId30" Type="http://schemas.openxmlformats.org/officeDocument/2006/relationships/customXml" Target="../ink/ink41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50.xml"/><Relationship Id="rId8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60.xml"/><Relationship Id="rId26" Type="http://schemas.openxmlformats.org/officeDocument/2006/relationships/customXml" Target="../ink/ink64.xml"/><Relationship Id="rId39" Type="http://schemas.openxmlformats.org/officeDocument/2006/relationships/image" Target="../media/image23.png"/><Relationship Id="rId3" Type="http://schemas.openxmlformats.org/officeDocument/2006/relationships/customXml" Target="../ink/ink51.xml"/><Relationship Id="rId21" Type="http://schemas.openxmlformats.org/officeDocument/2006/relationships/image" Target="../media/image13.png"/><Relationship Id="rId34" Type="http://schemas.openxmlformats.org/officeDocument/2006/relationships/customXml" Target="../ink/ink68.xml"/><Relationship Id="rId42" Type="http://schemas.openxmlformats.org/officeDocument/2006/relationships/customXml" Target="../ink/ink72.xml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7" Type="http://schemas.openxmlformats.org/officeDocument/2006/relationships/customXml" Target="../ink/ink53.xml"/><Relationship Id="rId12" Type="http://schemas.openxmlformats.org/officeDocument/2006/relationships/customXml" Target="../ink/ink57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20.png"/><Relationship Id="rId38" Type="http://schemas.openxmlformats.org/officeDocument/2006/relationships/customXml" Target="../ink/ink70.xml"/><Relationship Id="rId46" Type="http://schemas.openxmlformats.org/officeDocument/2006/relationships/customXml" Target="../ink/ink74.xml"/><Relationship Id="rId2" Type="http://schemas.openxmlformats.org/officeDocument/2006/relationships/image" Target="../media/image4.png"/><Relationship Id="rId16" Type="http://schemas.openxmlformats.org/officeDocument/2006/relationships/customXml" Target="../ink/ink59.xml"/><Relationship Id="rId20" Type="http://schemas.openxmlformats.org/officeDocument/2006/relationships/customXml" Target="../ink/ink61.xml"/><Relationship Id="rId29" Type="http://schemas.openxmlformats.org/officeDocument/2006/relationships/image" Target="../media/image18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ustomXml" Target="../ink/ink56.xml"/><Relationship Id="rId24" Type="http://schemas.openxmlformats.org/officeDocument/2006/relationships/customXml" Target="../ink/ink63.xml"/><Relationship Id="rId32" Type="http://schemas.openxmlformats.org/officeDocument/2006/relationships/customXml" Target="../ink/ink67.xml"/><Relationship Id="rId37" Type="http://schemas.openxmlformats.org/officeDocument/2006/relationships/image" Target="../media/image22.png"/><Relationship Id="rId40" Type="http://schemas.openxmlformats.org/officeDocument/2006/relationships/customXml" Target="../ink/ink71.xml"/><Relationship Id="rId45" Type="http://schemas.openxmlformats.org/officeDocument/2006/relationships/image" Target="../media/image26.png"/><Relationship Id="rId5" Type="http://schemas.openxmlformats.org/officeDocument/2006/relationships/customXml" Target="../ink/ink52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65.xml"/><Relationship Id="rId36" Type="http://schemas.openxmlformats.org/officeDocument/2006/relationships/customXml" Target="../ink/ink69.xml"/><Relationship Id="rId49" Type="http://schemas.openxmlformats.org/officeDocument/2006/relationships/image" Target="../media/image47.png"/><Relationship Id="rId10" Type="http://schemas.openxmlformats.org/officeDocument/2006/relationships/customXml" Target="../ink/ink55.xml"/><Relationship Id="rId19" Type="http://schemas.openxmlformats.org/officeDocument/2006/relationships/image" Target="../media/image12.png"/><Relationship Id="rId31" Type="http://schemas.openxmlformats.org/officeDocument/2006/relationships/image" Target="../media/image19.png"/><Relationship Id="rId44" Type="http://schemas.openxmlformats.org/officeDocument/2006/relationships/customXml" Target="../ink/ink73.xml"/><Relationship Id="rId4" Type="http://schemas.openxmlformats.org/officeDocument/2006/relationships/image" Target="../media/image6.png"/><Relationship Id="rId9" Type="http://schemas.openxmlformats.org/officeDocument/2006/relationships/customXml" Target="../ink/ink54.xml"/><Relationship Id="rId14" Type="http://schemas.openxmlformats.org/officeDocument/2006/relationships/customXml" Target="../ink/ink58.xml"/><Relationship Id="rId22" Type="http://schemas.openxmlformats.org/officeDocument/2006/relationships/customXml" Target="../ink/ink62.xml"/><Relationship Id="rId27" Type="http://schemas.openxmlformats.org/officeDocument/2006/relationships/image" Target="../media/image16.png"/><Relationship Id="rId30" Type="http://schemas.openxmlformats.org/officeDocument/2006/relationships/customXml" Target="../ink/ink66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75.xml"/><Relationship Id="rId8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85.xml"/><Relationship Id="rId26" Type="http://schemas.openxmlformats.org/officeDocument/2006/relationships/customXml" Target="../ink/ink89.xml"/><Relationship Id="rId39" Type="http://schemas.openxmlformats.org/officeDocument/2006/relationships/image" Target="../media/image23.png"/><Relationship Id="rId3" Type="http://schemas.openxmlformats.org/officeDocument/2006/relationships/customXml" Target="../ink/ink76.xml"/><Relationship Id="rId21" Type="http://schemas.openxmlformats.org/officeDocument/2006/relationships/image" Target="../media/image13.png"/><Relationship Id="rId34" Type="http://schemas.openxmlformats.org/officeDocument/2006/relationships/customXml" Target="../ink/ink93.xml"/><Relationship Id="rId42" Type="http://schemas.openxmlformats.org/officeDocument/2006/relationships/customXml" Target="../ink/ink97.xml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7" Type="http://schemas.openxmlformats.org/officeDocument/2006/relationships/customXml" Target="../ink/ink78.xml"/><Relationship Id="rId12" Type="http://schemas.openxmlformats.org/officeDocument/2006/relationships/customXml" Target="../ink/ink82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20.png"/><Relationship Id="rId38" Type="http://schemas.openxmlformats.org/officeDocument/2006/relationships/customXml" Target="../ink/ink95.xml"/><Relationship Id="rId46" Type="http://schemas.openxmlformats.org/officeDocument/2006/relationships/customXml" Target="../ink/ink99.xml"/><Relationship Id="rId2" Type="http://schemas.openxmlformats.org/officeDocument/2006/relationships/image" Target="../media/image4.png"/><Relationship Id="rId16" Type="http://schemas.openxmlformats.org/officeDocument/2006/relationships/customXml" Target="../ink/ink84.xml"/><Relationship Id="rId20" Type="http://schemas.openxmlformats.org/officeDocument/2006/relationships/customXml" Target="../ink/ink86.xml"/><Relationship Id="rId29" Type="http://schemas.openxmlformats.org/officeDocument/2006/relationships/image" Target="../media/image18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ustomXml" Target="../ink/ink81.xml"/><Relationship Id="rId24" Type="http://schemas.openxmlformats.org/officeDocument/2006/relationships/customXml" Target="../ink/ink88.xml"/><Relationship Id="rId32" Type="http://schemas.openxmlformats.org/officeDocument/2006/relationships/customXml" Target="../ink/ink92.xml"/><Relationship Id="rId37" Type="http://schemas.openxmlformats.org/officeDocument/2006/relationships/image" Target="../media/image22.png"/><Relationship Id="rId40" Type="http://schemas.openxmlformats.org/officeDocument/2006/relationships/customXml" Target="../ink/ink96.xml"/><Relationship Id="rId45" Type="http://schemas.openxmlformats.org/officeDocument/2006/relationships/image" Target="../media/image26.png"/><Relationship Id="rId5" Type="http://schemas.openxmlformats.org/officeDocument/2006/relationships/customXml" Target="../ink/ink77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90.xml"/><Relationship Id="rId36" Type="http://schemas.openxmlformats.org/officeDocument/2006/relationships/customXml" Target="../ink/ink94.xml"/><Relationship Id="rId49" Type="http://schemas.openxmlformats.org/officeDocument/2006/relationships/image" Target="../media/image47.png"/><Relationship Id="rId10" Type="http://schemas.openxmlformats.org/officeDocument/2006/relationships/customXml" Target="../ink/ink80.xml"/><Relationship Id="rId19" Type="http://schemas.openxmlformats.org/officeDocument/2006/relationships/image" Target="../media/image12.png"/><Relationship Id="rId31" Type="http://schemas.openxmlformats.org/officeDocument/2006/relationships/image" Target="../media/image19.png"/><Relationship Id="rId44" Type="http://schemas.openxmlformats.org/officeDocument/2006/relationships/customXml" Target="../ink/ink98.xml"/><Relationship Id="rId4" Type="http://schemas.openxmlformats.org/officeDocument/2006/relationships/image" Target="../media/image6.png"/><Relationship Id="rId9" Type="http://schemas.openxmlformats.org/officeDocument/2006/relationships/customXml" Target="../ink/ink79.xml"/><Relationship Id="rId14" Type="http://schemas.openxmlformats.org/officeDocument/2006/relationships/customXml" Target="../ink/ink83.xml"/><Relationship Id="rId22" Type="http://schemas.openxmlformats.org/officeDocument/2006/relationships/customXml" Target="../ink/ink87.xml"/><Relationship Id="rId27" Type="http://schemas.openxmlformats.org/officeDocument/2006/relationships/image" Target="../media/image16.png"/><Relationship Id="rId30" Type="http://schemas.openxmlformats.org/officeDocument/2006/relationships/customXml" Target="../ink/ink91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100.xml"/><Relationship Id="rId8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2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A8D8BFA-3FBE-E8E5-6F7C-3DC8A50C7BF7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C82D-FB60-38C5-7FB6-16A9B18A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le tekstowe 9">
            <a:extLst>
              <a:ext uri="{FF2B5EF4-FFF2-40B4-BE49-F238E27FC236}">
                <a16:creationId xmlns:a16="http://schemas.microsoft.com/office/drawing/2014/main" id="{E10C0D83-88ED-89B1-34F2-92BA5A88471C}"/>
              </a:ext>
            </a:extLst>
          </p:cNvPr>
          <p:cNvSpPr txBox="1"/>
          <p:nvPr/>
        </p:nvSpPr>
        <p:spPr>
          <a:xfrm>
            <a:off x="58811" y="1449741"/>
            <a:ext cx="114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39258B9-5512-FE5B-702D-2A77487668C1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3E62890-0F20-A9F8-F529-B085BFF99349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59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162F-36CB-E72A-0F09-3722BA7B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52307CC7-82E8-29BD-9492-C32E0D573F79}"/>
              </a:ext>
            </a:extLst>
          </p:cNvPr>
          <p:cNvSpPr txBox="1"/>
          <p:nvPr/>
        </p:nvSpPr>
        <p:spPr>
          <a:xfrm>
            <a:off x="58811" y="1911406"/>
            <a:ext cx="11498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one-to-one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9E95466-7A17-FB8C-6E5C-61F9B95B938E}"/>
              </a:ext>
            </a:extLst>
          </p:cNvPr>
          <p:cNvSpPr txBox="1"/>
          <p:nvPr/>
        </p:nvSpPr>
        <p:spPr>
          <a:xfrm>
            <a:off x="58811" y="1449741"/>
            <a:ext cx="114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A426E3A-038B-107A-E0C1-FFFA35D7C3D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A6FF445-4062-111A-D6F6-FE68E3DF9C73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40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EE10-DDE5-AA36-3C6D-7A8CF880E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5019DECD-70B6-4FD0-1362-D92D10798811}"/>
              </a:ext>
            </a:extLst>
          </p:cNvPr>
          <p:cNvSpPr txBox="1"/>
          <p:nvPr/>
        </p:nvSpPr>
        <p:spPr>
          <a:xfrm>
            <a:off x="58811" y="1911406"/>
            <a:ext cx="11498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one-to-one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FEA0BB5-6AF8-6EF1-94EA-4777C18FFE1F}"/>
              </a:ext>
            </a:extLst>
          </p:cNvPr>
          <p:cNvSpPr txBox="1"/>
          <p:nvPr/>
        </p:nvSpPr>
        <p:spPr>
          <a:xfrm>
            <a:off x="58811" y="2742403"/>
            <a:ext cx="11837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0C001FC-8038-9711-E9E6-23DF7819E05E}"/>
              </a:ext>
            </a:extLst>
          </p:cNvPr>
          <p:cNvSpPr txBox="1"/>
          <p:nvPr/>
        </p:nvSpPr>
        <p:spPr>
          <a:xfrm>
            <a:off x="58811" y="1449741"/>
            <a:ext cx="114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CB942E1-A678-6C06-51B4-3EAEEE7DCF33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D912BF0-528E-BD50-C811-89D1D9B37EA3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111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4A854-29AD-BEC3-3CDE-4411B973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0423408F-B1A9-C100-24E6-85F5A2731108}"/>
              </a:ext>
            </a:extLst>
          </p:cNvPr>
          <p:cNvSpPr txBox="1"/>
          <p:nvPr/>
        </p:nvSpPr>
        <p:spPr>
          <a:xfrm>
            <a:off x="58811" y="1911406"/>
            <a:ext cx="11498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one-to-one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D10027D-A89E-DB9D-1B1E-DF7D36F8F9B8}"/>
              </a:ext>
            </a:extLst>
          </p:cNvPr>
          <p:cNvSpPr txBox="1"/>
          <p:nvPr/>
        </p:nvSpPr>
        <p:spPr>
          <a:xfrm>
            <a:off x="58811" y="2742403"/>
            <a:ext cx="11837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F37E631-B5E4-7689-1090-E711AFA1541A}"/>
              </a:ext>
            </a:extLst>
          </p:cNvPr>
          <p:cNvSpPr txBox="1"/>
          <p:nvPr/>
        </p:nvSpPr>
        <p:spPr>
          <a:xfrm>
            <a:off x="58811" y="3204068"/>
            <a:ext cx="11883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doesn’t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change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inifnite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set’s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1408FEB-C98C-E295-6C41-FDDEC1DB5590}"/>
              </a:ext>
            </a:extLst>
          </p:cNvPr>
          <p:cNvSpPr txBox="1"/>
          <p:nvPr/>
        </p:nvSpPr>
        <p:spPr>
          <a:xfrm>
            <a:off x="58811" y="1449741"/>
            <a:ext cx="114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359BB96-4D87-F507-FE08-00B1DAA8936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B3DAA42-300C-57D0-AED1-29C10AA75BF7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198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12BF-1F9D-5EEC-6550-FB975255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C54DDB84-3248-5284-DC71-2A9739A27452}"/>
              </a:ext>
            </a:extLst>
          </p:cNvPr>
          <p:cNvSpPr txBox="1"/>
          <p:nvPr/>
        </p:nvSpPr>
        <p:spPr>
          <a:xfrm>
            <a:off x="58811" y="1911406"/>
            <a:ext cx="11498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one-to-one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C9D1DFD-8BE3-5343-1873-F2140F6FECC8}"/>
              </a:ext>
            </a:extLst>
          </p:cNvPr>
          <p:cNvSpPr txBox="1"/>
          <p:nvPr/>
        </p:nvSpPr>
        <p:spPr>
          <a:xfrm>
            <a:off x="58811" y="2742403"/>
            <a:ext cx="11837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CC7EF12-8EF0-69AB-12EC-A659C9711CF7}"/>
              </a:ext>
            </a:extLst>
          </p:cNvPr>
          <p:cNvSpPr txBox="1"/>
          <p:nvPr/>
        </p:nvSpPr>
        <p:spPr>
          <a:xfrm>
            <a:off x="58811" y="3204068"/>
            <a:ext cx="11883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doesn’t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change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inifnite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set’s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D285ECD-36DC-DDFF-E505-9695051E848F}"/>
                  </a:ext>
                </a:extLst>
              </p:cNvPr>
              <p:cNvSpPr txBox="1"/>
              <p:nvPr/>
            </p:nvSpPr>
            <p:spPr>
              <a:xfrm>
                <a:off x="58811" y="3665733"/>
                <a:ext cx="11602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you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enumerate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same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D285ECD-36DC-DDFF-E505-9695051E8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65733"/>
                <a:ext cx="11602792" cy="830997"/>
              </a:xfrm>
              <a:prstGeom prst="rect">
                <a:avLst/>
              </a:prstGeom>
              <a:blipFill>
                <a:blip r:embed="rId2"/>
                <a:stretch>
                  <a:fillRect l="-736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59D48FB5-C4DD-A8F8-67B4-5A9639C06FB8}"/>
              </a:ext>
            </a:extLst>
          </p:cNvPr>
          <p:cNvSpPr txBox="1"/>
          <p:nvPr/>
        </p:nvSpPr>
        <p:spPr>
          <a:xfrm>
            <a:off x="58811" y="1449741"/>
            <a:ext cx="114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F63AA87-E1E7-4AC9-5683-BF3BF9BE50E2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E993AFD-C983-7245-0534-BA1E1D67B0A6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2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A66E-D474-8F54-EECD-A67788AC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1797850F-A78E-2D7F-FCFD-CB4095D06FE6}"/>
              </a:ext>
            </a:extLst>
          </p:cNvPr>
          <p:cNvSpPr txBox="1"/>
          <p:nvPr/>
        </p:nvSpPr>
        <p:spPr>
          <a:xfrm>
            <a:off x="58811" y="1911406"/>
            <a:ext cx="114988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one-to-one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E38B6CE-1CB7-E87B-31A2-0D434548CCC2}"/>
              </a:ext>
            </a:extLst>
          </p:cNvPr>
          <p:cNvSpPr txBox="1"/>
          <p:nvPr/>
        </p:nvSpPr>
        <p:spPr>
          <a:xfrm>
            <a:off x="58811" y="2742403"/>
            <a:ext cx="11837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do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such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4AFB015-7D35-8A06-9C1A-ECAD96FA5FFD}"/>
              </a:ext>
            </a:extLst>
          </p:cNvPr>
          <p:cNvSpPr txBox="1"/>
          <p:nvPr/>
        </p:nvSpPr>
        <p:spPr>
          <a:xfrm>
            <a:off x="58811" y="3204068"/>
            <a:ext cx="11883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finitely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elements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doesn’t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change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inifnite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set’s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CBFD2F1-253C-94CA-2C86-F51D40EA0034}"/>
                  </a:ext>
                </a:extLst>
              </p:cNvPr>
              <p:cNvSpPr txBox="1"/>
              <p:nvPr/>
            </p:nvSpPr>
            <p:spPr>
              <a:xfrm>
                <a:off x="58811" y="3665733"/>
                <a:ext cx="116027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you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enumerate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elements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sets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same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cardinality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CBFD2F1-253C-94CA-2C86-F51D40EA0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665733"/>
                <a:ext cx="11602792" cy="830997"/>
              </a:xfrm>
              <a:prstGeom prst="rect">
                <a:avLst/>
              </a:prstGeom>
              <a:blipFill>
                <a:blip r:embed="rId2"/>
                <a:stretch>
                  <a:fillRect l="-736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1FB3CC06-7ED4-96BF-589A-D54FF8B3EC91}"/>
              </a:ext>
            </a:extLst>
          </p:cNvPr>
          <p:cNvSpPr txBox="1"/>
          <p:nvPr/>
        </p:nvSpPr>
        <p:spPr>
          <a:xfrm>
            <a:off x="58811" y="4496730"/>
            <a:ext cx="11474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Every infinite subset of natural numbers is equinumerous with ℕ itself.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0EBC08B-0973-12F0-26D0-FBE95489C5E6}"/>
              </a:ext>
            </a:extLst>
          </p:cNvPr>
          <p:cNvSpPr txBox="1"/>
          <p:nvPr/>
        </p:nvSpPr>
        <p:spPr>
          <a:xfrm>
            <a:off x="58811" y="1449741"/>
            <a:ext cx="114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facts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about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set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45601EF-DCAA-3942-8D60-D3ACF5F5C864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7368B3D-9B11-C4AD-4DE3-9153C5A4839C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55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E6D4F-B1BF-BA67-160C-8C7482508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5A3CD25-8525-79B1-4F2F-667B2E9CB76C}"/>
              </a:ext>
            </a:extLst>
          </p:cNvPr>
          <p:cNvSpPr txBox="1"/>
          <p:nvPr/>
        </p:nvSpPr>
        <p:spPr>
          <a:xfrm>
            <a:off x="58811" y="1449741"/>
            <a:ext cx="10857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first glance, the set of rational numbers appears "infinitely larger"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 natural numbers: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E3A0E041-8024-ED34-7CEE-EF3FDC97C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976" y="2420946"/>
            <a:ext cx="7708198" cy="524256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9CC73005-D8AE-7041-5C75-B9B72B45A5D6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2A5B52F-BEA4-B500-75B7-ABC5B1491D1A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824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5379F-D070-BD55-5163-10203FF3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FAFC3EF-BAAE-D71F-F145-632D754F2D25}"/>
              </a:ext>
            </a:extLst>
          </p:cNvPr>
          <p:cNvSpPr txBox="1"/>
          <p:nvPr/>
        </p:nvSpPr>
        <p:spPr>
          <a:xfrm>
            <a:off x="58811" y="1449741"/>
            <a:ext cx="10966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first glance, the set of rational numbers appears "infinitely larger"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 natural numbers: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C376180E-57DF-D8ED-30E7-9D29E5EA0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1976" y="2420946"/>
            <a:ext cx="7708197" cy="5242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9E83E9A3-8946-67F7-9065-CAB4E79F7C3B}"/>
                  </a:ext>
                </a:extLst>
              </p14:cNvPr>
              <p14:cNvContentPartPr/>
              <p14:nvPr/>
            </p14:nvContentPartPr>
            <p14:xfrm>
              <a:off x="3083184" y="2797992"/>
              <a:ext cx="360" cy="41436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9E83E9A3-8946-67F7-9065-CAB4E79F7C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7064" y="2791867"/>
                <a:ext cx="12600" cy="426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AA816DFE-F701-4175-788F-76C0ECB7F1C2}"/>
                  </a:ext>
                </a:extLst>
              </p14:cNvPr>
              <p14:cNvContentPartPr/>
              <p14:nvPr/>
            </p14:nvContentPartPr>
            <p14:xfrm>
              <a:off x="3247704" y="2806992"/>
              <a:ext cx="360" cy="401760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AA816DFE-F701-4175-788F-76C0ECB7F1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1584" y="2800872"/>
                <a:ext cx="1260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0A5DA13A-56BD-CD17-8315-527584C12972}"/>
                  </a:ext>
                </a:extLst>
              </p14:cNvPr>
              <p14:cNvContentPartPr/>
              <p14:nvPr/>
            </p14:nvContentPartPr>
            <p14:xfrm>
              <a:off x="3403224" y="2797992"/>
              <a:ext cx="360" cy="42516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0A5DA13A-56BD-CD17-8315-527584C129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97104" y="2791872"/>
                <a:ext cx="1260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B9A13C81-E30F-6E1F-5346-4A90A46686D7}"/>
                  </a:ext>
                </a:extLst>
              </p14:cNvPr>
              <p14:cNvContentPartPr/>
              <p14:nvPr/>
            </p14:nvContentPartPr>
            <p14:xfrm>
              <a:off x="3723264" y="2806992"/>
              <a:ext cx="360" cy="403560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B9A13C81-E30F-6E1F-5346-4A90A46686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7144" y="2800872"/>
                <a:ext cx="126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Pismo odręczne 24">
                <a:extLst>
                  <a:ext uri="{FF2B5EF4-FFF2-40B4-BE49-F238E27FC236}">
                    <a16:creationId xmlns:a16="http://schemas.microsoft.com/office/drawing/2014/main" id="{AAD77556-4621-6884-5BA4-975C2045D68D}"/>
                  </a:ext>
                </a:extLst>
              </p14:cNvPr>
              <p14:cNvContentPartPr/>
              <p14:nvPr/>
            </p14:nvContentPartPr>
            <p14:xfrm>
              <a:off x="3878784" y="2797992"/>
              <a:ext cx="360" cy="401400"/>
            </p14:xfrm>
          </p:contentPart>
        </mc:Choice>
        <mc:Fallback xmlns="">
          <p:pic>
            <p:nvPicPr>
              <p:cNvPr id="25" name="Pismo odręczne 24">
                <a:extLst>
                  <a:ext uri="{FF2B5EF4-FFF2-40B4-BE49-F238E27FC236}">
                    <a16:creationId xmlns:a16="http://schemas.microsoft.com/office/drawing/2014/main" id="{AAD77556-4621-6884-5BA4-975C2045D6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2664" y="2791867"/>
                <a:ext cx="12600" cy="413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Pismo odręczne 25">
                <a:extLst>
                  <a:ext uri="{FF2B5EF4-FFF2-40B4-BE49-F238E27FC236}">
                    <a16:creationId xmlns:a16="http://schemas.microsoft.com/office/drawing/2014/main" id="{7ED3C55B-5457-A75C-7BDA-2E20439F5678}"/>
                  </a:ext>
                </a:extLst>
              </p14:cNvPr>
              <p14:cNvContentPartPr/>
              <p14:nvPr/>
            </p14:nvContentPartPr>
            <p14:xfrm>
              <a:off x="4043304" y="2797992"/>
              <a:ext cx="360" cy="403560"/>
            </p14:xfrm>
          </p:contentPart>
        </mc:Choice>
        <mc:Fallback xmlns="">
          <p:pic>
            <p:nvPicPr>
              <p:cNvPr id="26" name="Pismo odręczne 25">
                <a:extLst>
                  <a:ext uri="{FF2B5EF4-FFF2-40B4-BE49-F238E27FC236}">
                    <a16:creationId xmlns:a16="http://schemas.microsoft.com/office/drawing/2014/main" id="{7ED3C55B-5457-A75C-7BDA-2E20439F56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7184" y="2791872"/>
                <a:ext cx="1260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a 39">
            <a:extLst>
              <a:ext uri="{FF2B5EF4-FFF2-40B4-BE49-F238E27FC236}">
                <a16:creationId xmlns:a16="http://schemas.microsoft.com/office/drawing/2014/main" id="{773E043F-D251-943C-8BB4-AF78D3D542EF}"/>
              </a:ext>
            </a:extLst>
          </p:cNvPr>
          <p:cNvGrpSpPr/>
          <p:nvPr/>
        </p:nvGrpSpPr>
        <p:grpSpPr>
          <a:xfrm>
            <a:off x="3024144" y="3265992"/>
            <a:ext cx="461880" cy="316080"/>
            <a:chOff x="3024144" y="3265992"/>
            <a:chExt cx="4618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E0E8EC71-F1EA-52C2-6D3C-F8286EEBA202}"/>
                    </a:ext>
                  </a:extLst>
                </p14:cNvPr>
                <p14:cNvContentPartPr/>
                <p14:nvPr/>
              </p14:nvContentPartPr>
              <p14:xfrm>
                <a:off x="3026664" y="3265992"/>
                <a:ext cx="47160" cy="8892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E0E8EC71-F1EA-52C2-6D3C-F8286EEBA20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0590" y="3259872"/>
                  <a:ext cx="59307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0733FFE3-E4F0-91F1-F238-2E62D4520814}"/>
                    </a:ext>
                  </a:extLst>
                </p14:cNvPr>
                <p14:cNvContentPartPr/>
                <p14:nvPr/>
              </p14:nvContentPartPr>
              <p14:xfrm>
                <a:off x="3026664" y="3391992"/>
                <a:ext cx="72000" cy="1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0733FFE3-E4F0-91F1-F238-2E62D452081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0544" y="3385872"/>
                  <a:ext cx="84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3C01F209-F8ED-F44A-E21A-93E280BE6F37}"/>
                    </a:ext>
                  </a:extLst>
                </p14:cNvPr>
                <p14:cNvContentPartPr/>
                <p14:nvPr/>
              </p14:nvContentPartPr>
              <p14:xfrm>
                <a:off x="3024144" y="3442392"/>
                <a:ext cx="65160" cy="10296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3C01F209-F8ED-F44A-E21A-93E280BE6F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18024" y="3436293"/>
                  <a:ext cx="77400" cy="115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86CB2F24-6F59-FC56-74A3-B01BA2A16C5B}"/>
                    </a:ext>
                  </a:extLst>
                </p14:cNvPr>
                <p14:cNvContentPartPr/>
                <p14:nvPr/>
              </p14:nvContentPartPr>
              <p14:xfrm>
                <a:off x="3209544" y="3273912"/>
                <a:ext cx="46800" cy="8100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86CB2F24-6F59-FC56-74A3-B01BA2A16C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3424" y="3267765"/>
                  <a:ext cx="59040" cy="93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Pismo odręczne 34">
                  <a:extLst>
                    <a:ext uri="{FF2B5EF4-FFF2-40B4-BE49-F238E27FC236}">
                      <a16:creationId xmlns:a16="http://schemas.microsoft.com/office/drawing/2014/main" id="{19C59155-148B-9144-3C67-B4AC54B4CB43}"/>
                    </a:ext>
                  </a:extLst>
                </p14:cNvPr>
                <p14:cNvContentPartPr/>
                <p14:nvPr/>
              </p14:nvContentPartPr>
              <p14:xfrm>
                <a:off x="3236544" y="3388752"/>
                <a:ext cx="69120" cy="2196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19C59155-148B-9144-3C67-B4AC54B4CB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30392" y="3382632"/>
                  <a:ext cx="81424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3DDAA89B-7AFD-ABED-D221-DB9D7B0263F1}"/>
                    </a:ext>
                  </a:extLst>
                </p14:cNvPr>
                <p14:cNvContentPartPr/>
                <p14:nvPr/>
              </p14:nvContentPartPr>
              <p14:xfrm>
                <a:off x="3245904" y="3462192"/>
                <a:ext cx="52560" cy="8820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3DDAA89B-7AFD-ABED-D221-DB9D7B0263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9784" y="3456072"/>
                  <a:ext cx="64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5271CE16-5A0C-A733-8007-16886098A53B}"/>
                    </a:ext>
                  </a:extLst>
                </p14:cNvPr>
                <p14:cNvContentPartPr/>
                <p14:nvPr/>
              </p14:nvContentPartPr>
              <p14:xfrm>
                <a:off x="3401424" y="3286872"/>
                <a:ext cx="38880" cy="8280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5271CE16-5A0C-A733-8007-16886098A5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5304" y="3280752"/>
                  <a:ext cx="5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EDE4A414-7B50-8505-B5B3-DE8CE2810A07}"/>
                    </a:ext>
                  </a:extLst>
                </p14:cNvPr>
                <p14:cNvContentPartPr/>
                <p14:nvPr/>
              </p14:nvContentPartPr>
              <p14:xfrm>
                <a:off x="3410424" y="3396312"/>
                <a:ext cx="75600" cy="1836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EDE4A414-7B50-8505-B5B3-DE8CE2810A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04304" y="3390192"/>
                  <a:ext cx="87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12104E2E-323C-3EA6-BE1D-69065C912126}"/>
                    </a:ext>
                  </a:extLst>
                </p14:cNvPr>
                <p14:cNvContentPartPr/>
                <p14:nvPr/>
              </p14:nvContentPartPr>
              <p14:xfrm>
                <a:off x="3422664" y="3465072"/>
                <a:ext cx="58320" cy="117000"/>
              </p14:xfrm>
            </p:contentPart>
          </mc:Choice>
          <mc:Fallback xmlns=""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12104E2E-323C-3EA6-BE1D-69065C9121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16544" y="3458952"/>
                  <a:ext cx="70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EEAE26FE-CC31-D3C7-C63D-2F2E7F2B120B}"/>
              </a:ext>
            </a:extLst>
          </p:cNvPr>
          <p:cNvGrpSpPr/>
          <p:nvPr/>
        </p:nvGrpSpPr>
        <p:grpSpPr>
          <a:xfrm>
            <a:off x="3682944" y="3264192"/>
            <a:ext cx="463320" cy="293760"/>
            <a:chOff x="3682944" y="3264192"/>
            <a:chExt cx="4633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7DE9913C-5B0D-1C3E-8AD0-7D61801FD7B2}"/>
                    </a:ext>
                  </a:extLst>
                </p14:cNvPr>
                <p14:cNvContentPartPr/>
                <p14:nvPr/>
              </p14:nvContentPartPr>
              <p14:xfrm>
                <a:off x="3708144" y="3264192"/>
                <a:ext cx="23040" cy="95040"/>
              </p14:xfrm>
            </p:contentPart>
          </mc:Choice>
          <mc:Fallback xmlns=""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7DE9913C-5B0D-1C3E-8AD0-7D61801FD7B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02024" y="3258072"/>
                  <a:ext cx="35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60FB542B-D3CD-7981-0E54-3D3432686AB8}"/>
                    </a:ext>
                  </a:extLst>
                </p14:cNvPr>
                <p14:cNvContentPartPr/>
                <p14:nvPr/>
              </p14:nvContentPartPr>
              <p14:xfrm>
                <a:off x="3685104" y="3419712"/>
                <a:ext cx="52920" cy="360"/>
              </p14:xfrm>
            </p:contentPart>
          </mc:Choice>
          <mc:Fallback xmlns="">
            <p:pic>
              <p:nvPicPr>
                <p:cNvPr id="42" name="Pismo odręczne 41">
                  <a:extLst>
                    <a:ext uri="{FF2B5EF4-FFF2-40B4-BE49-F238E27FC236}">
                      <a16:creationId xmlns:a16="http://schemas.microsoft.com/office/drawing/2014/main" id="{60FB542B-D3CD-7981-0E54-3D3432686AB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8984" y="3413592"/>
                  <a:ext cx="65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AA61D16C-07D0-76F8-3D1A-119B6D1ADF11}"/>
                    </a:ext>
                  </a:extLst>
                </p14:cNvPr>
                <p14:cNvContentPartPr/>
                <p14:nvPr/>
              </p14:nvContentPartPr>
              <p14:xfrm>
                <a:off x="3682944" y="3475512"/>
                <a:ext cx="58680" cy="82440"/>
              </p14:xfrm>
            </p:contentPart>
          </mc:Choice>
          <mc:Fallback xmlns=""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AA61D16C-07D0-76F8-3D1A-119B6D1ADF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6824" y="3469392"/>
                  <a:ext cx="70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E0DA2574-3B43-EA1D-3CF1-616D8E5C9F08}"/>
                    </a:ext>
                  </a:extLst>
                </p14:cNvPr>
                <p14:cNvContentPartPr/>
                <p14:nvPr/>
              </p14:nvContentPartPr>
              <p14:xfrm>
                <a:off x="3867984" y="3267072"/>
                <a:ext cx="42120" cy="104400"/>
              </p14:xfrm>
            </p:contentPart>
          </mc:Choice>
          <mc:Fallback xmlns=""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E0DA2574-3B43-EA1D-3CF1-616D8E5C9F0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1864" y="3260973"/>
                  <a:ext cx="54360" cy="1165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104E8ECE-B816-1E4B-F0D7-7FED56074705}"/>
                    </a:ext>
                  </a:extLst>
                </p14:cNvPr>
                <p14:cNvContentPartPr/>
                <p14:nvPr/>
              </p14:nvContentPartPr>
              <p14:xfrm>
                <a:off x="3867624" y="3401352"/>
                <a:ext cx="81000" cy="9360"/>
              </p14:xfrm>
            </p:contentPart>
          </mc:Choice>
          <mc:Fallback xmlns="">
            <p:pic>
              <p:nvPicPr>
                <p:cNvPr id="47" name="Pismo odręczne 46">
                  <a:extLst>
                    <a:ext uri="{FF2B5EF4-FFF2-40B4-BE49-F238E27FC236}">
                      <a16:creationId xmlns:a16="http://schemas.microsoft.com/office/drawing/2014/main" id="{104E8ECE-B816-1E4B-F0D7-7FED560747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504" y="3394987"/>
                  <a:ext cx="93240" cy="2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D7756AE0-E494-8EA7-3A6B-CC8AEE09F73D}"/>
                    </a:ext>
                  </a:extLst>
                </p14:cNvPr>
                <p14:cNvContentPartPr/>
                <p14:nvPr/>
              </p14:nvContentPartPr>
              <p14:xfrm>
                <a:off x="3876624" y="3456792"/>
                <a:ext cx="50760" cy="90360"/>
              </p14:xfrm>
            </p:contentPart>
          </mc:Choice>
          <mc:Fallback xmlns="">
            <p:pic>
              <p:nvPicPr>
                <p:cNvPr id="48" name="Pismo odręczne 47">
                  <a:extLst>
                    <a:ext uri="{FF2B5EF4-FFF2-40B4-BE49-F238E27FC236}">
                      <a16:creationId xmlns:a16="http://schemas.microsoft.com/office/drawing/2014/main" id="{D7756AE0-E494-8EA7-3A6B-CC8AEE09F73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0504" y="3450648"/>
                  <a:ext cx="63000" cy="10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14C6CBC3-D4FF-6692-44BC-0144B573C95A}"/>
                    </a:ext>
                  </a:extLst>
                </p14:cNvPr>
                <p14:cNvContentPartPr/>
                <p14:nvPr/>
              </p14:nvContentPartPr>
              <p14:xfrm>
                <a:off x="4057344" y="3264192"/>
                <a:ext cx="63720" cy="110520"/>
              </p14:xfrm>
            </p:contentPart>
          </mc:Choice>
          <mc:Fallback xmlns="">
            <p:pic>
              <p:nvPicPr>
                <p:cNvPr id="50" name="Pismo odręczne 49">
                  <a:extLst>
                    <a:ext uri="{FF2B5EF4-FFF2-40B4-BE49-F238E27FC236}">
                      <a16:creationId xmlns:a16="http://schemas.microsoft.com/office/drawing/2014/main" id="{14C6CBC3-D4FF-6692-44BC-0144B573C9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51258" y="3258052"/>
                  <a:ext cx="75891" cy="1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99196E60-96C1-8D2A-E85E-40BE3D52D142}"/>
                    </a:ext>
                  </a:extLst>
                </p14:cNvPr>
                <p14:cNvContentPartPr/>
                <p14:nvPr/>
              </p14:nvContentPartPr>
              <p14:xfrm>
                <a:off x="4077864" y="3269592"/>
                <a:ext cx="68400" cy="3960"/>
              </p14:xfrm>
            </p:contentPart>
          </mc:Choice>
          <mc:Fallback xmlns=""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99196E60-96C1-8D2A-E85E-40BE3D52D14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71744" y="3263472"/>
                  <a:ext cx="806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0C488F13-AFA2-EBD0-1FC9-FE3DB4EC2904}"/>
                    </a:ext>
                  </a:extLst>
                </p14:cNvPr>
                <p14:cNvContentPartPr/>
                <p14:nvPr/>
              </p14:nvContentPartPr>
              <p14:xfrm>
                <a:off x="4068864" y="3401352"/>
                <a:ext cx="72000" cy="15480"/>
              </p14:xfrm>
            </p:contentPart>
          </mc:Choice>
          <mc:Fallback xmlns=""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0C488F13-AFA2-EBD0-1FC9-FE3DB4EC290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2744" y="3395086"/>
                  <a:ext cx="84240" cy="28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CB144045-BC38-66F9-C047-C28D8E55FED6}"/>
                    </a:ext>
                  </a:extLst>
                </p14:cNvPr>
                <p14:cNvContentPartPr/>
                <p14:nvPr/>
              </p14:nvContentPartPr>
              <p14:xfrm>
                <a:off x="4086504" y="3437712"/>
                <a:ext cx="39600" cy="79920"/>
              </p14:xfrm>
            </p:contentPart>
          </mc:Choice>
          <mc:Fallback xmlns=""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CB144045-BC38-66F9-C047-C28D8E55FE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80384" y="3431564"/>
                  <a:ext cx="51840" cy="9221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A19C847-E021-9857-8B8F-DC87B1CAC9A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75E012D-EC05-0315-689C-9A34ADE6D959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17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27F08-317B-ECB8-8FF6-46FF3368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B0EE9E16-F3EA-8F3B-ED77-88B053B7E161}"/>
              </a:ext>
            </a:extLst>
          </p:cNvPr>
          <p:cNvSpPr txBox="1"/>
          <p:nvPr/>
        </p:nvSpPr>
        <p:spPr>
          <a:xfrm>
            <a:off x="58811" y="1449741"/>
            <a:ext cx="10966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first glance, the set of rational numbers appears "infinitely larger"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 natural numbers: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631312C9-73BE-7F2E-186F-3A5A5D270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1976" y="2420946"/>
            <a:ext cx="7708197" cy="5242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A508F66C-4805-3A9F-E681-408F64709D88}"/>
                  </a:ext>
                </a:extLst>
              </p14:cNvPr>
              <p14:cNvContentPartPr/>
              <p14:nvPr/>
            </p14:nvContentPartPr>
            <p14:xfrm>
              <a:off x="3083184" y="2797992"/>
              <a:ext cx="360" cy="41436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A508F66C-4805-3A9F-E681-408F64709D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7064" y="2791867"/>
                <a:ext cx="12600" cy="426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464F6E7A-B8E1-BF6D-A7C0-20F7978B5FE6}"/>
                  </a:ext>
                </a:extLst>
              </p14:cNvPr>
              <p14:cNvContentPartPr/>
              <p14:nvPr/>
            </p14:nvContentPartPr>
            <p14:xfrm>
              <a:off x="3247704" y="2806992"/>
              <a:ext cx="360" cy="401760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464F6E7A-B8E1-BF6D-A7C0-20F7978B5F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1584" y="2800872"/>
                <a:ext cx="1260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DD304513-102E-97BB-471B-AF8C3A8B13B2}"/>
                  </a:ext>
                </a:extLst>
              </p14:cNvPr>
              <p14:cNvContentPartPr/>
              <p14:nvPr/>
            </p14:nvContentPartPr>
            <p14:xfrm>
              <a:off x="3403224" y="2797992"/>
              <a:ext cx="360" cy="42516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DD304513-102E-97BB-471B-AF8C3A8B13B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97104" y="2791872"/>
                <a:ext cx="1260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DA3F5F1B-068E-C6ED-95F7-4BF90AC50585}"/>
                  </a:ext>
                </a:extLst>
              </p14:cNvPr>
              <p14:cNvContentPartPr/>
              <p14:nvPr/>
            </p14:nvContentPartPr>
            <p14:xfrm>
              <a:off x="3723264" y="2806992"/>
              <a:ext cx="360" cy="403560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DA3F5F1B-068E-C6ED-95F7-4BF90AC505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7144" y="2800872"/>
                <a:ext cx="126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Pismo odręczne 24">
                <a:extLst>
                  <a:ext uri="{FF2B5EF4-FFF2-40B4-BE49-F238E27FC236}">
                    <a16:creationId xmlns:a16="http://schemas.microsoft.com/office/drawing/2014/main" id="{642826DA-41FA-0887-AA28-E1D08397F39D}"/>
                  </a:ext>
                </a:extLst>
              </p14:cNvPr>
              <p14:cNvContentPartPr/>
              <p14:nvPr/>
            </p14:nvContentPartPr>
            <p14:xfrm>
              <a:off x="3878784" y="2797992"/>
              <a:ext cx="360" cy="401400"/>
            </p14:xfrm>
          </p:contentPart>
        </mc:Choice>
        <mc:Fallback xmlns="">
          <p:pic>
            <p:nvPicPr>
              <p:cNvPr id="25" name="Pismo odręczne 24">
                <a:extLst>
                  <a:ext uri="{FF2B5EF4-FFF2-40B4-BE49-F238E27FC236}">
                    <a16:creationId xmlns:a16="http://schemas.microsoft.com/office/drawing/2014/main" id="{642826DA-41FA-0887-AA28-E1D08397F3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2664" y="2791867"/>
                <a:ext cx="12600" cy="413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Pismo odręczne 25">
                <a:extLst>
                  <a:ext uri="{FF2B5EF4-FFF2-40B4-BE49-F238E27FC236}">
                    <a16:creationId xmlns:a16="http://schemas.microsoft.com/office/drawing/2014/main" id="{D8FD6E9A-739E-C116-43A5-D68EBDD8AF05}"/>
                  </a:ext>
                </a:extLst>
              </p14:cNvPr>
              <p14:cNvContentPartPr/>
              <p14:nvPr/>
            </p14:nvContentPartPr>
            <p14:xfrm>
              <a:off x="4043304" y="2797992"/>
              <a:ext cx="360" cy="403560"/>
            </p14:xfrm>
          </p:contentPart>
        </mc:Choice>
        <mc:Fallback xmlns="">
          <p:pic>
            <p:nvPicPr>
              <p:cNvPr id="26" name="Pismo odręczne 25">
                <a:extLst>
                  <a:ext uri="{FF2B5EF4-FFF2-40B4-BE49-F238E27FC236}">
                    <a16:creationId xmlns:a16="http://schemas.microsoft.com/office/drawing/2014/main" id="{D8FD6E9A-739E-C116-43A5-D68EBDD8AF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7184" y="2791872"/>
                <a:ext cx="1260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a 39">
            <a:extLst>
              <a:ext uri="{FF2B5EF4-FFF2-40B4-BE49-F238E27FC236}">
                <a16:creationId xmlns:a16="http://schemas.microsoft.com/office/drawing/2014/main" id="{43DB776B-C1C2-AFF9-646F-5EC1241FD35E}"/>
              </a:ext>
            </a:extLst>
          </p:cNvPr>
          <p:cNvGrpSpPr/>
          <p:nvPr/>
        </p:nvGrpSpPr>
        <p:grpSpPr>
          <a:xfrm>
            <a:off x="3024144" y="3265992"/>
            <a:ext cx="461880" cy="316080"/>
            <a:chOff x="3024144" y="3265992"/>
            <a:chExt cx="4618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4C3557B4-8084-9AFF-94C6-F773CEBA25CB}"/>
                    </a:ext>
                  </a:extLst>
                </p14:cNvPr>
                <p14:cNvContentPartPr/>
                <p14:nvPr/>
              </p14:nvContentPartPr>
              <p14:xfrm>
                <a:off x="3026664" y="3265992"/>
                <a:ext cx="47160" cy="8892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4C3557B4-8084-9AFF-94C6-F773CEBA25C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0590" y="3259872"/>
                  <a:ext cx="59307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8894CF69-E4EF-2D60-2C91-695A13BDADFB}"/>
                    </a:ext>
                  </a:extLst>
                </p14:cNvPr>
                <p14:cNvContentPartPr/>
                <p14:nvPr/>
              </p14:nvContentPartPr>
              <p14:xfrm>
                <a:off x="3026664" y="3391992"/>
                <a:ext cx="72000" cy="1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8894CF69-E4EF-2D60-2C91-695A13BDAD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0544" y="3385872"/>
                  <a:ext cx="84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B65610CD-0485-289F-50F3-549526110165}"/>
                    </a:ext>
                  </a:extLst>
                </p14:cNvPr>
                <p14:cNvContentPartPr/>
                <p14:nvPr/>
              </p14:nvContentPartPr>
              <p14:xfrm>
                <a:off x="3024144" y="3442392"/>
                <a:ext cx="65160" cy="10296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B65610CD-0485-289F-50F3-5495261101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18024" y="3436293"/>
                  <a:ext cx="77400" cy="115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A861FBF1-8D81-25AB-CDDD-9EF94C6BDA12}"/>
                    </a:ext>
                  </a:extLst>
                </p14:cNvPr>
                <p14:cNvContentPartPr/>
                <p14:nvPr/>
              </p14:nvContentPartPr>
              <p14:xfrm>
                <a:off x="3209544" y="3273912"/>
                <a:ext cx="46800" cy="8100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A861FBF1-8D81-25AB-CDDD-9EF94C6BDA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3424" y="3267765"/>
                  <a:ext cx="59040" cy="93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Pismo odręczne 34">
                  <a:extLst>
                    <a:ext uri="{FF2B5EF4-FFF2-40B4-BE49-F238E27FC236}">
                      <a16:creationId xmlns:a16="http://schemas.microsoft.com/office/drawing/2014/main" id="{9B38FE00-2ED0-B12D-C191-94FB36B1DA24}"/>
                    </a:ext>
                  </a:extLst>
                </p14:cNvPr>
                <p14:cNvContentPartPr/>
                <p14:nvPr/>
              </p14:nvContentPartPr>
              <p14:xfrm>
                <a:off x="3236544" y="3388752"/>
                <a:ext cx="69120" cy="2196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9B38FE00-2ED0-B12D-C191-94FB36B1DA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30392" y="3382632"/>
                  <a:ext cx="81424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3299B9F5-E9EE-8359-1725-6E28603CEA92}"/>
                    </a:ext>
                  </a:extLst>
                </p14:cNvPr>
                <p14:cNvContentPartPr/>
                <p14:nvPr/>
              </p14:nvContentPartPr>
              <p14:xfrm>
                <a:off x="3245904" y="3462192"/>
                <a:ext cx="52560" cy="8820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3299B9F5-E9EE-8359-1725-6E28603CEA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9784" y="3456072"/>
                  <a:ext cx="64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37BF61FE-14BD-B7C6-279E-2BC53BCBF5C6}"/>
                    </a:ext>
                  </a:extLst>
                </p14:cNvPr>
                <p14:cNvContentPartPr/>
                <p14:nvPr/>
              </p14:nvContentPartPr>
              <p14:xfrm>
                <a:off x="3401424" y="3286872"/>
                <a:ext cx="38880" cy="8280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37BF61FE-14BD-B7C6-279E-2BC53BCBF5C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5304" y="3280752"/>
                  <a:ext cx="5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FCB1E199-FDB5-19EC-20F9-C44D8533FBBD}"/>
                    </a:ext>
                  </a:extLst>
                </p14:cNvPr>
                <p14:cNvContentPartPr/>
                <p14:nvPr/>
              </p14:nvContentPartPr>
              <p14:xfrm>
                <a:off x="3410424" y="3396312"/>
                <a:ext cx="75600" cy="1836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FCB1E199-FDB5-19EC-20F9-C44D8533FB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04304" y="3390192"/>
                  <a:ext cx="87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6708FBD0-3089-F318-EDDC-820A894488F6}"/>
                    </a:ext>
                  </a:extLst>
                </p14:cNvPr>
                <p14:cNvContentPartPr/>
                <p14:nvPr/>
              </p14:nvContentPartPr>
              <p14:xfrm>
                <a:off x="3422664" y="3465072"/>
                <a:ext cx="58320" cy="117000"/>
              </p14:xfrm>
            </p:contentPart>
          </mc:Choice>
          <mc:Fallback xmlns=""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6708FBD0-3089-F318-EDDC-820A894488F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16544" y="3458952"/>
                  <a:ext cx="70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D7C36DD1-D6F3-E756-9D8C-29F9961C3B03}"/>
              </a:ext>
            </a:extLst>
          </p:cNvPr>
          <p:cNvGrpSpPr/>
          <p:nvPr/>
        </p:nvGrpSpPr>
        <p:grpSpPr>
          <a:xfrm>
            <a:off x="3682944" y="3264192"/>
            <a:ext cx="463320" cy="293760"/>
            <a:chOff x="3682944" y="3264192"/>
            <a:chExt cx="4633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76E7B16E-669C-89F8-16F2-E20F6E92B06C}"/>
                    </a:ext>
                  </a:extLst>
                </p14:cNvPr>
                <p14:cNvContentPartPr/>
                <p14:nvPr/>
              </p14:nvContentPartPr>
              <p14:xfrm>
                <a:off x="3708144" y="3264192"/>
                <a:ext cx="23040" cy="95040"/>
              </p14:xfrm>
            </p:contentPart>
          </mc:Choice>
          <mc:Fallback xmlns=""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76E7B16E-669C-89F8-16F2-E20F6E92B0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02024" y="3258072"/>
                  <a:ext cx="35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C8E17610-AB09-3E02-87C6-DE42B92A5CA0}"/>
                    </a:ext>
                  </a:extLst>
                </p14:cNvPr>
                <p14:cNvContentPartPr/>
                <p14:nvPr/>
              </p14:nvContentPartPr>
              <p14:xfrm>
                <a:off x="3685104" y="3419712"/>
                <a:ext cx="52920" cy="360"/>
              </p14:xfrm>
            </p:contentPart>
          </mc:Choice>
          <mc:Fallback xmlns="">
            <p:pic>
              <p:nvPicPr>
                <p:cNvPr id="42" name="Pismo odręczne 41">
                  <a:extLst>
                    <a:ext uri="{FF2B5EF4-FFF2-40B4-BE49-F238E27FC236}">
                      <a16:creationId xmlns:a16="http://schemas.microsoft.com/office/drawing/2014/main" id="{C8E17610-AB09-3E02-87C6-DE42B92A5C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8984" y="3413592"/>
                  <a:ext cx="65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EF900C01-7D79-731B-37E8-F17E47450B82}"/>
                    </a:ext>
                  </a:extLst>
                </p14:cNvPr>
                <p14:cNvContentPartPr/>
                <p14:nvPr/>
              </p14:nvContentPartPr>
              <p14:xfrm>
                <a:off x="3682944" y="3475512"/>
                <a:ext cx="58680" cy="82440"/>
              </p14:xfrm>
            </p:contentPart>
          </mc:Choice>
          <mc:Fallback xmlns=""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EF900C01-7D79-731B-37E8-F17E47450B8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6824" y="3469392"/>
                  <a:ext cx="70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B2BFE8D0-BC74-A5A7-2C33-7BF1695339F0}"/>
                    </a:ext>
                  </a:extLst>
                </p14:cNvPr>
                <p14:cNvContentPartPr/>
                <p14:nvPr/>
              </p14:nvContentPartPr>
              <p14:xfrm>
                <a:off x="3867984" y="3267072"/>
                <a:ext cx="42120" cy="104400"/>
              </p14:xfrm>
            </p:contentPart>
          </mc:Choice>
          <mc:Fallback xmlns=""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B2BFE8D0-BC74-A5A7-2C33-7BF1695339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1864" y="3260973"/>
                  <a:ext cx="54360" cy="1165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9D531F2A-3C36-4A08-C6B6-1B89FED6D607}"/>
                    </a:ext>
                  </a:extLst>
                </p14:cNvPr>
                <p14:cNvContentPartPr/>
                <p14:nvPr/>
              </p14:nvContentPartPr>
              <p14:xfrm>
                <a:off x="3867624" y="3401352"/>
                <a:ext cx="81000" cy="9360"/>
              </p14:xfrm>
            </p:contentPart>
          </mc:Choice>
          <mc:Fallback xmlns="">
            <p:pic>
              <p:nvPicPr>
                <p:cNvPr id="47" name="Pismo odręczne 46">
                  <a:extLst>
                    <a:ext uri="{FF2B5EF4-FFF2-40B4-BE49-F238E27FC236}">
                      <a16:creationId xmlns:a16="http://schemas.microsoft.com/office/drawing/2014/main" id="{9D531F2A-3C36-4A08-C6B6-1B89FED6D6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504" y="3394987"/>
                  <a:ext cx="93240" cy="2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5A8BFC78-5631-5C2D-4350-729335CC4F0C}"/>
                    </a:ext>
                  </a:extLst>
                </p14:cNvPr>
                <p14:cNvContentPartPr/>
                <p14:nvPr/>
              </p14:nvContentPartPr>
              <p14:xfrm>
                <a:off x="3876624" y="3456792"/>
                <a:ext cx="50760" cy="90360"/>
              </p14:xfrm>
            </p:contentPart>
          </mc:Choice>
          <mc:Fallback xmlns="">
            <p:pic>
              <p:nvPicPr>
                <p:cNvPr id="48" name="Pismo odręczne 47">
                  <a:extLst>
                    <a:ext uri="{FF2B5EF4-FFF2-40B4-BE49-F238E27FC236}">
                      <a16:creationId xmlns:a16="http://schemas.microsoft.com/office/drawing/2014/main" id="{5A8BFC78-5631-5C2D-4350-729335CC4F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0504" y="3450648"/>
                  <a:ext cx="63000" cy="10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736B1DD6-EED6-23B3-60AA-69536D61FDB4}"/>
                    </a:ext>
                  </a:extLst>
                </p14:cNvPr>
                <p14:cNvContentPartPr/>
                <p14:nvPr/>
              </p14:nvContentPartPr>
              <p14:xfrm>
                <a:off x="4057344" y="3264192"/>
                <a:ext cx="63720" cy="110520"/>
              </p14:xfrm>
            </p:contentPart>
          </mc:Choice>
          <mc:Fallback xmlns="">
            <p:pic>
              <p:nvPicPr>
                <p:cNvPr id="50" name="Pismo odręczne 49">
                  <a:extLst>
                    <a:ext uri="{FF2B5EF4-FFF2-40B4-BE49-F238E27FC236}">
                      <a16:creationId xmlns:a16="http://schemas.microsoft.com/office/drawing/2014/main" id="{736B1DD6-EED6-23B3-60AA-69536D61FDB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51258" y="3258052"/>
                  <a:ext cx="75891" cy="1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E9322186-DE15-ED7B-1D8E-7EA8C1DE9545}"/>
                    </a:ext>
                  </a:extLst>
                </p14:cNvPr>
                <p14:cNvContentPartPr/>
                <p14:nvPr/>
              </p14:nvContentPartPr>
              <p14:xfrm>
                <a:off x="4077864" y="3269592"/>
                <a:ext cx="68400" cy="3960"/>
              </p14:xfrm>
            </p:contentPart>
          </mc:Choice>
          <mc:Fallback xmlns=""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E9322186-DE15-ED7B-1D8E-7EA8C1DE954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71744" y="3263472"/>
                  <a:ext cx="806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3BBFE0D5-8C71-3FF2-9D15-4733E50F15B2}"/>
                    </a:ext>
                  </a:extLst>
                </p14:cNvPr>
                <p14:cNvContentPartPr/>
                <p14:nvPr/>
              </p14:nvContentPartPr>
              <p14:xfrm>
                <a:off x="4068864" y="3401352"/>
                <a:ext cx="72000" cy="15480"/>
              </p14:xfrm>
            </p:contentPart>
          </mc:Choice>
          <mc:Fallback xmlns=""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3BBFE0D5-8C71-3FF2-9D15-4733E50F15B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2744" y="3395086"/>
                  <a:ext cx="84240" cy="28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69977760-6D7C-313F-ADD0-D9E78C13A984}"/>
                    </a:ext>
                  </a:extLst>
                </p14:cNvPr>
                <p14:cNvContentPartPr/>
                <p14:nvPr/>
              </p14:nvContentPartPr>
              <p14:xfrm>
                <a:off x="4086504" y="3437712"/>
                <a:ext cx="39600" cy="79920"/>
              </p14:xfrm>
            </p:contentPart>
          </mc:Choice>
          <mc:Fallback xmlns=""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69977760-6D7C-313F-ADD0-D9E78C13A98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80384" y="3431564"/>
                  <a:ext cx="51840" cy="9221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5D22C3B-0CBD-1745-80F2-8AC06D1081C3}"/>
                  </a:ext>
                </a:extLst>
              </p:cNvPr>
              <p:cNvSpPr txBox="1"/>
              <p:nvPr/>
            </p:nvSpPr>
            <p:spPr>
              <a:xfrm>
                <a:off x="58809" y="3720343"/>
                <a:ext cx="119569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(and integers) are a subset of rational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5D22C3B-0CBD-1745-80F2-8AC06D108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9" y="3720343"/>
                <a:ext cx="11956991" cy="461665"/>
              </a:xfrm>
              <a:prstGeom prst="rect">
                <a:avLst/>
              </a:prstGeom>
              <a:blipFill>
                <a:blip r:embed="rId50"/>
                <a:stretch>
                  <a:fillRect l="-816" t="-11842" r="-7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C40ADAE-9FD4-5C4C-6169-AC5DD81E46FE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36E0E24-44DC-27AD-5CF1-798E14BBD56D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57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BE97D-9EFE-2584-E4EF-FE877101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7F5618F5-72BD-C0B0-C267-C1767C5D04B5}"/>
              </a:ext>
            </a:extLst>
          </p:cNvPr>
          <p:cNvSpPr txBox="1"/>
          <p:nvPr/>
        </p:nvSpPr>
        <p:spPr>
          <a:xfrm>
            <a:off x="58811" y="1449741"/>
            <a:ext cx="10966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first glance, the set of rational numbers appears "infinitely larger"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 natural numbers: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03A4A36F-5C58-46E1-54AE-3FEFEB6AB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1976" y="2420946"/>
            <a:ext cx="7708197" cy="5242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CF341D09-F024-67D9-64EC-222F4614EBAE}"/>
                  </a:ext>
                </a:extLst>
              </p14:cNvPr>
              <p14:cNvContentPartPr/>
              <p14:nvPr/>
            </p14:nvContentPartPr>
            <p14:xfrm>
              <a:off x="3083184" y="2797992"/>
              <a:ext cx="360" cy="41436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CF341D09-F024-67D9-64EC-222F4614EB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7064" y="2791867"/>
                <a:ext cx="12600" cy="426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25A99EF5-5D5E-35B0-969B-1B3EDEB2C63A}"/>
                  </a:ext>
                </a:extLst>
              </p14:cNvPr>
              <p14:cNvContentPartPr/>
              <p14:nvPr/>
            </p14:nvContentPartPr>
            <p14:xfrm>
              <a:off x="3247704" y="2806992"/>
              <a:ext cx="360" cy="401760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25A99EF5-5D5E-35B0-969B-1B3EDEB2C6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1584" y="2800872"/>
                <a:ext cx="1260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6923FE57-D795-75FB-DB58-85A5B4A4E91E}"/>
                  </a:ext>
                </a:extLst>
              </p14:cNvPr>
              <p14:cNvContentPartPr/>
              <p14:nvPr/>
            </p14:nvContentPartPr>
            <p14:xfrm>
              <a:off x="3403224" y="2797992"/>
              <a:ext cx="360" cy="42516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6923FE57-D795-75FB-DB58-85A5B4A4E9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97104" y="2791872"/>
                <a:ext cx="1260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8E55FA22-1B51-9175-F955-0B733DFA865B}"/>
                  </a:ext>
                </a:extLst>
              </p14:cNvPr>
              <p14:cNvContentPartPr/>
              <p14:nvPr/>
            </p14:nvContentPartPr>
            <p14:xfrm>
              <a:off x="3723264" y="2806992"/>
              <a:ext cx="360" cy="403560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8E55FA22-1B51-9175-F955-0B733DFA86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7144" y="2800872"/>
                <a:ext cx="126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Pismo odręczne 24">
                <a:extLst>
                  <a:ext uri="{FF2B5EF4-FFF2-40B4-BE49-F238E27FC236}">
                    <a16:creationId xmlns:a16="http://schemas.microsoft.com/office/drawing/2014/main" id="{D20FBD03-CF07-8B68-CBB1-25A155BB0123}"/>
                  </a:ext>
                </a:extLst>
              </p14:cNvPr>
              <p14:cNvContentPartPr/>
              <p14:nvPr/>
            </p14:nvContentPartPr>
            <p14:xfrm>
              <a:off x="3878784" y="2797992"/>
              <a:ext cx="360" cy="401400"/>
            </p14:xfrm>
          </p:contentPart>
        </mc:Choice>
        <mc:Fallback xmlns="">
          <p:pic>
            <p:nvPicPr>
              <p:cNvPr id="25" name="Pismo odręczne 24">
                <a:extLst>
                  <a:ext uri="{FF2B5EF4-FFF2-40B4-BE49-F238E27FC236}">
                    <a16:creationId xmlns:a16="http://schemas.microsoft.com/office/drawing/2014/main" id="{D20FBD03-CF07-8B68-CBB1-25A155BB01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2664" y="2791867"/>
                <a:ext cx="12600" cy="413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Pismo odręczne 25">
                <a:extLst>
                  <a:ext uri="{FF2B5EF4-FFF2-40B4-BE49-F238E27FC236}">
                    <a16:creationId xmlns:a16="http://schemas.microsoft.com/office/drawing/2014/main" id="{B37A2A19-A074-AEEE-9089-36C75BF15F3E}"/>
                  </a:ext>
                </a:extLst>
              </p14:cNvPr>
              <p14:cNvContentPartPr/>
              <p14:nvPr/>
            </p14:nvContentPartPr>
            <p14:xfrm>
              <a:off x="4043304" y="2797992"/>
              <a:ext cx="360" cy="403560"/>
            </p14:xfrm>
          </p:contentPart>
        </mc:Choice>
        <mc:Fallback xmlns="">
          <p:pic>
            <p:nvPicPr>
              <p:cNvPr id="26" name="Pismo odręczne 25">
                <a:extLst>
                  <a:ext uri="{FF2B5EF4-FFF2-40B4-BE49-F238E27FC236}">
                    <a16:creationId xmlns:a16="http://schemas.microsoft.com/office/drawing/2014/main" id="{B37A2A19-A074-AEEE-9089-36C75BF15F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7184" y="2791872"/>
                <a:ext cx="1260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a 39">
            <a:extLst>
              <a:ext uri="{FF2B5EF4-FFF2-40B4-BE49-F238E27FC236}">
                <a16:creationId xmlns:a16="http://schemas.microsoft.com/office/drawing/2014/main" id="{B0357C3D-C8A6-DF97-D349-AF8C0FBF8A63}"/>
              </a:ext>
            </a:extLst>
          </p:cNvPr>
          <p:cNvGrpSpPr/>
          <p:nvPr/>
        </p:nvGrpSpPr>
        <p:grpSpPr>
          <a:xfrm>
            <a:off x="3024144" y="3265992"/>
            <a:ext cx="461880" cy="316080"/>
            <a:chOff x="3024144" y="3265992"/>
            <a:chExt cx="4618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9CA680BA-1E3F-A844-DA50-26A04BE97F1E}"/>
                    </a:ext>
                  </a:extLst>
                </p14:cNvPr>
                <p14:cNvContentPartPr/>
                <p14:nvPr/>
              </p14:nvContentPartPr>
              <p14:xfrm>
                <a:off x="3026664" y="3265992"/>
                <a:ext cx="47160" cy="8892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9CA680BA-1E3F-A844-DA50-26A04BE97F1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0590" y="3259872"/>
                  <a:ext cx="59307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94F718E2-FD4F-2960-96AA-C5FA5E4A0E63}"/>
                    </a:ext>
                  </a:extLst>
                </p14:cNvPr>
                <p14:cNvContentPartPr/>
                <p14:nvPr/>
              </p14:nvContentPartPr>
              <p14:xfrm>
                <a:off x="3026664" y="3391992"/>
                <a:ext cx="72000" cy="1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94F718E2-FD4F-2960-96AA-C5FA5E4A0E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0544" y="3385872"/>
                  <a:ext cx="84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2DA31367-AA5A-F18D-ECCF-A0C01E99643E}"/>
                    </a:ext>
                  </a:extLst>
                </p14:cNvPr>
                <p14:cNvContentPartPr/>
                <p14:nvPr/>
              </p14:nvContentPartPr>
              <p14:xfrm>
                <a:off x="3024144" y="3442392"/>
                <a:ext cx="65160" cy="10296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2DA31367-AA5A-F18D-ECCF-A0C01E996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18024" y="3436293"/>
                  <a:ext cx="77400" cy="115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9CC77D94-C066-A939-4DEB-3648289C8545}"/>
                    </a:ext>
                  </a:extLst>
                </p14:cNvPr>
                <p14:cNvContentPartPr/>
                <p14:nvPr/>
              </p14:nvContentPartPr>
              <p14:xfrm>
                <a:off x="3209544" y="3273912"/>
                <a:ext cx="46800" cy="8100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9CC77D94-C066-A939-4DEB-3648289C85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3424" y="3267765"/>
                  <a:ext cx="59040" cy="93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Pismo odręczne 34">
                  <a:extLst>
                    <a:ext uri="{FF2B5EF4-FFF2-40B4-BE49-F238E27FC236}">
                      <a16:creationId xmlns:a16="http://schemas.microsoft.com/office/drawing/2014/main" id="{96B5E666-A2F6-44A1-C10C-F3C9A3C70025}"/>
                    </a:ext>
                  </a:extLst>
                </p14:cNvPr>
                <p14:cNvContentPartPr/>
                <p14:nvPr/>
              </p14:nvContentPartPr>
              <p14:xfrm>
                <a:off x="3236544" y="3388752"/>
                <a:ext cx="69120" cy="2196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96B5E666-A2F6-44A1-C10C-F3C9A3C700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30392" y="3382632"/>
                  <a:ext cx="81424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B4B71956-92E5-D853-2095-2F5E22B361F5}"/>
                    </a:ext>
                  </a:extLst>
                </p14:cNvPr>
                <p14:cNvContentPartPr/>
                <p14:nvPr/>
              </p14:nvContentPartPr>
              <p14:xfrm>
                <a:off x="3245904" y="3462192"/>
                <a:ext cx="52560" cy="8820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B4B71956-92E5-D853-2095-2F5E22B361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9784" y="3456072"/>
                  <a:ext cx="64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EF0BB6D8-52F3-76C0-91C1-317062867E0D}"/>
                    </a:ext>
                  </a:extLst>
                </p14:cNvPr>
                <p14:cNvContentPartPr/>
                <p14:nvPr/>
              </p14:nvContentPartPr>
              <p14:xfrm>
                <a:off x="3401424" y="3286872"/>
                <a:ext cx="38880" cy="8280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EF0BB6D8-52F3-76C0-91C1-317062867E0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5304" y="3280752"/>
                  <a:ext cx="5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41219528-CB7F-4FBD-60B2-095C97F2CC8C}"/>
                    </a:ext>
                  </a:extLst>
                </p14:cNvPr>
                <p14:cNvContentPartPr/>
                <p14:nvPr/>
              </p14:nvContentPartPr>
              <p14:xfrm>
                <a:off x="3410424" y="3396312"/>
                <a:ext cx="75600" cy="1836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41219528-CB7F-4FBD-60B2-095C97F2CC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04304" y="3390192"/>
                  <a:ext cx="87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913A820D-AD8E-CB2A-8596-BFB373C8063F}"/>
                    </a:ext>
                  </a:extLst>
                </p14:cNvPr>
                <p14:cNvContentPartPr/>
                <p14:nvPr/>
              </p14:nvContentPartPr>
              <p14:xfrm>
                <a:off x="3422664" y="3465072"/>
                <a:ext cx="58320" cy="117000"/>
              </p14:xfrm>
            </p:contentPart>
          </mc:Choice>
          <mc:Fallback xmlns=""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913A820D-AD8E-CB2A-8596-BFB373C806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16544" y="3458952"/>
                  <a:ext cx="70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17E10F2A-6560-A610-2AB3-95C324A4E9F7}"/>
              </a:ext>
            </a:extLst>
          </p:cNvPr>
          <p:cNvGrpSpPr/>
          <p:nvPr/>
        </p:nvGrpSpPr>
        <p:grpSpPr>
          <a:xfrm>
            <a:off x="3682944" y="3264192"/>
            <a:ext cx="463320" cy="293760"/>
            <a:chOff x="3682944" y="3264192"/>
            <a:chExt cx="4633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D01DDEE0-78A2-E7F0-74BA-366C250C013E}"/>
                    </a:ext>
                  </a:extLst>
                </p14:cNvPr>
                <p14:cNvContentPartPr/>
                <p14:nvPr/>
              </p14:nvContentPartPr>
              <p14:xfrm>
                <a:off x="3708144" y="3264192"/>
                <a:ext cx="23040" cy="95040"/>
              </p14:xfrm>
            </p:contentPart>
          </mc:Choice>
          <mc:Fallback xmlns=""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D01DDEE0-78A2-E7F0-74BA-366C250C01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02024" y="3258072"/>
                  <a:ext cx="35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64802E57-48EB-3160-D3DE-A429EBB3F3CD}"/>
                    </a:ext>
                  </a:extLst>
                </p14:cNvPr>
                <p14:cNvContentPartPr/>
                <p14:nvPr/>
              </p14:nvContentPartPr>
              <p14:xfrm>
                <a:off x="3685104" y="3419712"/>
                <a:ext cx="52920" cy="360"/>
              </p14:xfrm>
            </p:contentPart>
          </mc:Choice>
          <mc:Fallback xmlns="">
            <p:pic>
              <p:nvPicPr>
                <p:cNvPr id="42" name="Pismo odręczne 41">
                  <a:extLst>
                    <a:ext uri="{FF2B5EF4-FFF2-40B4-BE49-F238E27FC236}">
                      <a16:creationId xmlns:a16="http://schemas.microsoft.com/office/drawing/2014/main" id="{64802E57-48EB-3160-D3DE-A429EBB3F3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8984" y="3413592"/>
                  <a:ext cx="65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E1A0AACF-B51D-B0A2-9E9B-954BE89B04C3}"/>
                    </a:ext>
                  </a:extLst>
                </p14:cNvPr>
                <p14:cNvContentPartPr/>
                <p14:nvPr/>
              </p14:nvContentPartPr>
              <p14:xfrm>
                <a:off x="3682944" y="3475512"/>
                <a:ext cx="58680" cy="82440"/>
              </p14:xfrm>
            </p:contentPart>
          </mc:Choice>
          <mc:Fallback xmlns=""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E1A0AACF-B51D-B0A2-9E9B-954BE89B04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6824" y="3469392"/>
                  <a:ext cx="70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FA25598C-141E-2098-D291-DA7C7112B0E1}"/>
                    </a:ext>
                  </a:extLst>
                </p14:cNvPr>
                <p14:cNvContentPartPr/>
                <p14:nvPr/>
              </p14:nvContentPartPr>
              <p14:xfrm>
                <a:off x="3867984" y="3267072"/>
                <a:ext cx="42120" cy="104400"/>
              </p14:xfrm>
            </p:contentPart>
          </mc:Choice>
          <mc:Fallback xmlns=""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FA25598C-141E-2098-D291-DA7C7112B0E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1864" y="3260973"/>
                  <a:ext cx="54360" cy="1165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C273A660-D266-1323-3A33-0D51CB00B6A9}"/>
                    </a:ext>
                  </a:extLst>
                </p14:cNvPr>
                <p14:cNvContentPartPr/>
                <p14:nvPr/>
              </p14:nvContentPartPr>
              <p14:xfrm>
                <a:off x="3867624" y="3401352"/>
                <a:ext cx="81000" cy="9360"/>
              </p14:xfrm>
            </p:contentPart>
          </mc:Choice>
          <mc:Fallback xmlns="">
            <p:pic>
              <p:nvPicPr>
                <p:cNvPr id="47" name="Pismo odręczne 46">
                  <a:extLst>
                    <a:ext uri="{FF2B5EF4-FFF2-40B4-BE49-F238E27FC236}">
                      <a16:creationId xmlns:a16="http://schemas.microsoft.com/office/drawing/2014/main" id="{C273A660-D266-1323-3A33-0D51CB00B6A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504" y="3394987"/>
                  <a:ext cx="93240" cy="2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09882917-3089-1A85-0287-827DA9EF8577}"/>
                    </a:ext>
                  </a:extLst>
                </p14:cNvPr>
                <p14:cNvContentPartPr/>
                <p14:nvPr/>
              </p14:nvContentPartPr>
              <p14:xfrm>
                <a:off x="3876624" y="3456792"/>
                <a:ext cx="50760" cy="90360"/>
              </p14:xfrm>
            </p:contentPart>
          </mc:Choice>
          <mc:Fallback xmlns="">
            <p:pic>
              <p:nvPicPr>
                <p:cNvPr id="48" name="Pismo odręczne 47">
                  <a:extLst>
                    <a:ext uri="{FF2B5EF4-FFF2-40B4-BE49-F238E27FC236}">
                      <a16:creationId xmlns:a16="http://schemas.microsoft.com/office/drawing/2014/main" id="{09882917-3089-1A85-0287-827DA9EF85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0504" y="3450648"/>
                  <a:ext cx="63000" cy="10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396E9D4B-653D-4EB9-7DC5-D9FD224B39AE}"/>
                    </a:ext>
                  </a:extLst>
                </p14:cNvPr>
                <p14:cNvContentPartPr/>
                <p14:nvPr/>
              </p14:nvContentPartPr>
              <p14:xfrm>
                <a:off x="4057344" y="3264192"/>
                <a:ext cx="63720" cy="110520"/>
              </p14:xfrm>
            </p:contentPart>
          </mc:Choice>
          <mc:Fallback xmlns="">
            <p:pic>
              <p:nvPicPr>
                <p:cNvPr id="50" name="Pismo odręczne 49">
                  <a:extLst>
                    <a:ext uri="{FF2B5EF4-FFF2-40B4-BE49-F238E27FC236}">
                      <a16:creationId xmlns:a16="http://schemas.microsoft.com/office/drawing/2014/main" id="{396E9D4B-653D-4EB9-7DC5-D9FD224B39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51258" y="3258052"/>
                  <a:ext cx="75891" cy="1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DAD1F106-6E99-EB06-BEED-6E41D7338843}"/>
                    </a:ext>
                  </a:extLst>
                </p14:cNvPr>
                <p14:cNvContentPartPr/>
                <p14:nvPr/>
              </p14:nvContentPartPr>
              <p14:xfrm>
                <a:off x="4077864" y="3269592"/>
                <a:ext cx="68400" cy="3960"/>
              </p14:xfrm>
            </p:contentPart>
          </mc:Choice>
          <mc:Fallback xmlns=""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DAD1F106-6E99-EB06-BEED-6E41D733884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71744" y="3263472"/>
                  <a:ext cx="806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347804D0-DF7A-E279-098D-72A7FE98A5B9}"/>
                    </a:ext>
                  </a:extLst>
                </p14:cNvPr>
                <p14:cNvContentPartPr/>
                <p14:nvPr/>
              </p14:nvContentPartPr>
              <p14:xfrm>
                <a:off x="4068864" y="3401352"/>
                <a:ext cx="72000" cy="15480"/>
              </p14:xfrm>
            </p:contentPart>
          </mc:Choice>
          <mc:Fallback xmlns=""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347804D0-DF7A-E279-098D-72A7FE98A5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2744" y="3395086"/>
                  <a:ext cx="84240" cy="28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971D7DB9-8CD4-0987-F8DC-C1B8CD5DAA9A}"/>
                    </a:ext>
                  </a:extLst>
                </p14:cNvPr>
                <p14:cNvContentPartPr/>
                <p14:nvPr/>
              </p14:nvContentPartPr>
              <p14:xfrm>
                <a:off x="4086504" y="3437712"/>
                <a:ext cx="39600" cy="79920"/>
              </p14:xfrm>
            </p:contentPart>
          </mc:Choice>
          <mc:Fallback xmlns=""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971D7DB9-8CD4-0987-F8DC-C1B8CD5DAA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80384" y="3431564"/>
                  <a:ext cx="51840" cy="9221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23D6597-94B1-6B73-9DF0-FF8332E2062A}"/>
                  </a:ext>
                </a:extLst>
              </p:cNvPr>
              <p:cNvSpPr txBox="1"/>
              <p:nvPr/>
            </p:nvSpPr>
            <p:spPr>
              <a:xfrm>
                <a:off x="58809" y="3720343"/>
                <a:ext cx="119569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(and integers) are a subset of rational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23D6597-94B1-6B73-9DF0-FF8332E20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9" y="3720343"/>
                <a:ext cx="11956991" cy="461665"/>
              </a:xfrm>
              <a:prstGeom prst="rect">
                <a:avLst/>
              </a:prstGeom>
              <a:blipFill>
                <a:blip r:embed="rId50"/>
                <a:stretch>
                  <a:fillRect l="-816" t="-11842" r="-7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3121963-4275-FA79-ECC7-78F6B85E1CEF}"/>
              </a:ext>
            </a:extLst>
          </p:cNvPr>
          <p:cNvSpPr txBox="1"/>
          <p:nvPr/>
        </p:nvSpPr>
        <p:spPr>
          <a:xfrm>
            <a:off x="58809" y="4187193"/>
            <a:ext cx="11006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 any two integers, there are infinitely many rational numbers</a:t>
            </a:r>
            <a:endParaRPr lang="pl-PL" sz="2400" b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84A2986-9B6A-F587-50E7-4F982B2726F3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9604BF1-91D6-B1BD-1E63-6AD3B461D5D9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601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DF1DD-2037-5265-8A4D-C5B03F3D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D957C4EC-4D88-C0AD-35B7-EECF79F93B91}"/>
              </a:ext>
            </a:extLst>
          </p:cNvPr>
          <p:cNvSpPr txBox="1"/>
          <p:nvPr/>
        </p:nvSpPr>
        <p:spPr>
          <a:xfrm>
            <a:off x="58811" y="1449741"/>
            <a:ext cx="109660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first glance, the set of rational numbers appears "infinitely larger"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 natural numbers:</a:t>
            </a:r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C8CB7970-28B6-B74B-F096-E3E14D1A0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1976" y="2420946"/>
            <a:ext cx="7708197" cy="5242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Pismo odręczne 20">
                <a:extLst>
                  <a:ext uri="{FF2B5EF4-FFF2-40B4-BE49-F238E27FC236}">
                    <a16:creationId xmlns:a16="http://schemas.microsoft.com/office/drawing/2014/main" id="{95E08E35-6CEF-3BFE-C6EF-3A1C87CC8B7D}"/>
                  </a:ext>
                </a:extLst>
              </p14:cNvPr>
              <p14:cNvContentPartPr/>
              <p14:nvPr/>
            </p14:nvContentPartPr>
            <p14:xfrm>
              <a:off x="3083184" y="2797992"/>
              <a:ext cx="360" cy="414360"/>
            </p14:xfrm>
          </p:contentPart>
        </mc:Choice>
        <mc:Fallback xmlns="">
          <p:pic>
            <p:nvPicPr>
              <p:cNvPr id="21" name="Pismo odręczne 20">
                <a:extLst>
                  <a:ext uri="{FF2B5EF4-FFF2-40B4-BE49-F238E27FC236}">
                    <a16:creationId xmlns:a16="http://schemas.microsoft.com/office/drawing/2014/main" id="{95E08E35-6CEF-3BFE-C6EF-3A1C87CC8B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7064" y="2791867"/>
                <a:ext cx="12600" cy="426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Pismo odręczne 21">
                <a:extLst>
                  <a:ext uri="{FF2B5EF4-FFF2-40B4-BE49-F238E27FC236}">
                    <a16:creationId xmlns:a16="http://schemas.microsoft.com/office/drawing/2014/main" id="{567E7C52-DC1C-AAFA-6092-4539AEFC881F}"/>
                  </a:ext>
                </a:extLst>
              </p14:cNvPr>
              <p14:cNvContentPartPr/>
              <p14:nvPr/>
            </p14:nvContentPartPr>
            <p14:xfrm>
              <a:off x="3247704" y="2806992"/>
              <a:ext cx="360" cy="401760"/>
            </p14:xfrm>
          </p:contentPart>
        </mc:Choice>
        <mc:Fallback xmlns="">
          <p:pic>
            <p:nvPicPr>
              <p:cNvPr id="22" name="Pismo odręczne 21">
                <a:extLst>
                  <a:ext uri="{FF2B5EF4-FFF2-40B4-BE49-F238E27FC236}">
                    <a16:creationId xmlns:a16="http://schemas.microsoft.com/office/drawing/2014/main" id="{567E7C52-DC1C-AAFA-6092-4539AEFC88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1584" y="2800872"/>
                <a:ext cx="1260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Pismo odręczne 22">
                <a:extLst>
                  <a:ext uri="{FF2B5EF4-FFF2-40B4-BE49-F238E27FC236}">
                    <a16:creationId xmlns:a16="http://schemas.microsoft.com/office/drawing/2014/main" id="{E6937382-7C0B-EB13-3703-4E7AB067ED25}"/>
                  </a:ext>
                </a:extLst>
              </p14:cNvPr>
              <p14:cNvContentPartPr/>
              <p14:nvPr/>
            </p14:nvContentPartPr>
            <p14:xfrm>
              <a:off x="3403224" y="2797992"/>
              <a:ext cx="360" cy="425160"/>
            </p14:xfrm>
          </p:contentPart>
        </mc:Choice>
        <mc:Fallback xmlns="">
          <p:pic>
            <p:nvPicPr>
              <p:cNvPr id="23" name="Pismo odręczne 22">
                <a:extLst>
                  <a:ext uri="{FF2B5EF4-FFF2-40B4-BE49-F238E27FC236}">
                    <a16:creationId xmlns:a16="http://schemas.microsoft.com/office/drawing/2014/main" id="{E6937382-7C0B-EB13-3703-4E7AB067ED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97104" y="2791872"/>
                <a:ext cx="1260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Pismo odręczne 23">
                <a:extLst>
                  <a:ext uri="{FF2B5EF4-FFF2-40B4-BE49-F238E27FC236}">
                    <a16:creationId xmlns:a16="http://schemas.microsoft.com/office/drawing/2014/main" id="{7A49A4F5-E57A-6CA0-C160-476D4853FB88}"/>
                  </a:ext>
                </a:extLst>
              </p14:cNvPr>
              <p14:cNvContentPartPr/>
              <p14:nvPr/>
            </p14:nvContentPartPr>
            <p14:xfrm>
              <a:off x="3723264" y="2806992"/>
              <a:ext cx="360" cy="403560"/>
            </p14:xfrm>
          </p:contentPart>
        </mc:Choice>
        <mc:Fallback xmlns="">
          <p:pic>
            <p:nvPicPr>
              <p:cNvPr id="24" name="Pismo odręczne 23">
                <a:extLst>
                  <a:ext uri="{FF2B5EF4-FFF2-40B4-BE49-F238E27FC236}">
                    <a16:creationId xmlns:a16="http://schemas.microsoft.com/office/drawing/2014/main" id="{7A49A4F5-E57A-6CA0-C160-476D4853FB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7144" y="2800872"/>
                <a:ext cx="1260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Pismo odręczne 24">
                <a:extLst>
                  <a:ext uri="{FF2B5EF4-FFF2-40B4-BE49-F238E27FC236}">
                    <a16:creationId xmlns:a16="http://schemas.microsoft.com/office/drawing/2014/main" id="{317B5CDF-759C-E211-A0E3-7790773DC7FC}"/>
                  </a:ext>
                </a:extLst>
              </p14:cNvPr>
              <p14:cNvContentPartPr/>
              <p14:nvPr/>
            </p14:nvContentPartPr>
            <p14:xfrm>
              <a:off x="3878784" y="2797992"/>
              <a:ext cx="360" cy="401400"/>
            </p14:xfrm>
          </p:contentPart>
        </mc:Choice>
        <mc:Fallback xmlns="">
          <p:pic>
            <p:nvPicPr>
              <p:cNvPr id="25" name="Pismo odręczne 24">
                <a:extLst>
                  <a:ext uri="{FF2B5EF4-FFF2-40B4-BE49-F238E27FC236}">
                    <a16:creationId xmlns:a16="http://schemas.microsoft.com/office/drawing/2014/main" id="{317B5CDF-759C-E211-A0E3-7790773DC7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72664" y="2791867"/>
                <a:ext cx="12600" cy="413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Pismo odręczne 25">
                <a:extLst>
                  <a:ext uri="{FF2B5EF4-FFF2-40B4-BE49-F238E27FC236}">
                    <a16:creationId xmlns:a16="http://schemas.microsoft.com/office/drawing/2014/main" id="{CA9671FE-019C-B4CB-F8ED-075E2BAE7C4C}"/>
                  </a:ext>
                </a:extLst>
              </p14:cNvPr>
              <p14:cNvContentPartPr/>
              <p14:nvPr/>
            </p14:nvContentPartPr>
            <p14:xfrm>
              <a:off x="4043304" y="2797992"/>
              <a:ext cx="360" cy="403560"/>
            </p14:xfrm>
          </p:contentPart>
        </mc:Choice>
        <mc:Fallback xmlns="">
          <p:pic>
            <p:nvPicPr>
              <p:cNvPr id="26" name="Pismo odręczne 25">
                <a:extLst>
                  <a:ext uri="{FF2B5EF4-FFF2-40B4-BE49-F238E27FC236}">
                    <a16:creationId xmlns:a16="http://schemas.microsoft.com/office/drawing/2014/main" id="{CA9671FE-019C-B4CB-F8ED-075E2BAE7C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7184" y="2791872"/>
                <a:ext cx="12600" cy="41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upa 39">
            <a:extLst>
              <a:ext uri="{FF2B5EF4-FFF2-40B4-BE49-F238E27FC236}">
                <a16:creationId xmlns:a16="http://schemas.microsoft.com/office/drawing/2014/main" id="{3FA8A3ED-4653-0BF0-1304-CB894D673C78}"/>
              </a:ext>
            </a:extLst>
          </p:cNvPr>
          <p:cNvGrpSpPr/>
          <p:nvPr/>
        </p:nvGrpSpPr>
        <p:grpSpPr>
          <a:xfrm>
            <a:off x="3024144" y="3265992"/>
            <a:ext cx="461880" cy="316080"/>
            <a:chOff x="3024144" y="3265992"/>
            <a:chExt cx="4618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Pismo odręczne 26">
                  <a:extLst>
                    <a:ext uri="{FF2B5EF4-FFF2-40B4-BE49-F238E27FC236}">
                      <a16:creationId xmlns:a16="http://schemas.microsoft.com/office/drawing/2014/main" id="{2F288691-AE31-88EB-6A56-52B7FB19A1C2}"/>
                    </a:ext>
                  </a:extLst>
                </p14:cNvPr>
                <p14:cNvContentPartPr/>
                <p14:nvPr/>
              </p14:nvContentPartPr>
              <p14:xfrm>
                <a:off x="3026664" y="3265992"/>
                <a:ext cx="47160" cy="88920"/>
              </p14:xfrm>
            </p:contentPart>
          </mc:Choice>
          <mc:Fallback xmlns="">
            <p:pic>
              <p:nvPicPr>
                <p:cNvPr id="27" name="Pismo odręczne 26">
                  <a:extLst>
                    <a:ext uri="{FF2B5EF4-FFF2-40B4-BE49-F238E27FC236}">
                      <a16:creationId xmlns:a16="http://schemas.microsoft.com/office/drawing/2014/main" id="{2F288691-AE31-88EB-6A56-52B7FB19A1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20590" y="3259872"/>
                  <a:ext cx="59307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Pismo odręczne 27">
                  <a:extLst>
                    <a:ext uri="{FF2B5EF4-FFF2-40B4-BE49-F238E27FC236}">
                      <a16:creationId xmlns:a16="http://schemas.microsoft.com/office/drawing/2014/main" id="{E67098FE-A77A-187C-2992-D9CE0A780F1D}"/>
                    </a:ext>
                  </a:extLst>
                </p14:cNvPr>
                <p14:cNvContentPartPr/>
                <p14:nvPr/>
              </p14:nvContentPartPr>
              <p14:xfrm>
                <a:off x="3026664" y="3391992"/>
                <a:ext cx="72000" cy="10080"/>
              </p14:xfrm>
            </p:contentPart>
          </mc:Choice>
          <mc:Fallback xmlns="">
            <p:pic>
              <p:nvPicPr>
                <p:cNvPr id="28" name="Pismo odręczne 27">
                  <a:extLst>
                    <a:ext uri="{FF2B5EF4-FFF2-40B4-BE49-F238E27FC236}">
                      <a16:creationId xmlns:a16="http://schemas.microsoft.com/office/drawing/2014/main" id="{E67098FE-A77A-187C-2992-D9CE0A780F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20544" y="3385872"/>
                  <a:ext cx="84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Pismo odręczne 31">
                  <a:extLst>
                    <a:ext uri="{FF2B5EF4-FFF2-40B4-BE49-F238E27FC236}">
                      <a16:creationId xmlns:a16="http://schemas.microsoft.com/office/drawing/2014/main" id="{5F7FAAB0-8229-5558-D914-2A67879511BA}"/>
                    </a:ext>
                  </a:extLst>
                </p14:cNvPr>
                <p14:cNvContentPartPr/>
                <p14:nvPr/>
              </p14:nvContentPartPr>
              <p14:xfrm>
                <a:off x="3024144" y="3442392"/>
                <a:ext cx="65160" cy="102960"/>
              </p14:xfrm>
            </p:contentPart>
          </mc:Choice>
          <mc:Fallback xmlns="">
            <p:pic>
              <p:nvPicPr>
                <p:cNvPr id="32" name="Pismo odręczne 31">
                  <a:extLst>
                    <a:ext uri="{FF2B5EF4-FFF2-40B4-BE49-F238E27FC236}">
                      <a16:creationId xmlns:a16="http://schemas.microsoft.com/office/drawing/2014/main" id="{5F7FAAB0-8229-5558-D914-2A67879511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18024" y="3436293"/>
                  <a:ext cx="77400" cy="1151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Pismo odręczne 33">
                  <a:extLst>
                    <a:ext uri="{FF2B5EF4-FFF2-40B4-BE49-F238E27FC236}">
                      <a16:creationId xmlns:a16="http://schemas.microsoft.com/office/drawing/2014/main" id="{2ACC82E0-C8E7-3BE3-5D7E-79186327EF2C}"/>
                    </a:ext>
                  </a:extLst>
                </p14:cNvPr>
                <p14:cNvContentPartPr/>
                <p14:nvPr/>
              </p14:nvContentPartPr>
              <p14:xfrm>
                <a:off x="3209544" y="3273912"/>
                <a:ext cx="46800" cy="81000"/>
              </p14:xfrm>
            </p:contentPart>
          </mc:Choice>
          <mc:Fallback xmlns="">
            <p:pic>
              <p:nvPicPr>
                <p:cNvPr id="34" name="Pismo odręczne 33">
                  <a:extLst>
                    <a:ext uri="{FF2B5EF4-FFF2-40B4-BE49-F238E27FC236}">
                      <a16:creationId xmlns:a16="http://schemas.microsoft.com/office/drawing/2014/main" id="{2ACC82E0-C8E7-3BE3-5D7E-79186327EF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03424" y="3267765"/>
                  <a:ext cx="59040" cy="932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Pismo odręczne 34">
                  <a:extLst>
                    <a:ext uri="{FF2B5EF4-FFF2-40B4-BE49-F238E27FC236}">
                      <a16:creationId xmlns:a16="http://schemas.microsoft.com/office/drawing/2014/main" id="{F9F48788-8F3C-A4CE-EF92-EBF9AAFBF0B7}"/>
                    </a:ext>
                  </a:extLst>
                </p14:cNvPr>
                <p14:cNvContentPartPr/>
                <p14:nvPr/>
              </p14:nvContentPartPr>
              <p14:xfrm>
                <a:off x="3236544" y="3388752"/>
                <a:ext cx="69120" cy="21960"/>
              </p14:xfrm>
            </p:contentPart>
          </mc:Choice>
          <mc:Fallback xmlns="">
            <p:pic>
              <p:nvPicPr>
                <p:cNvPr id="35" name="Pismo odręczne 34">
                  <a:extLst>
                    <a:ext uri="{FF2B5EF4-FFF2-40B4-BE49-F238E27FC236}">
                      <a16:creationId xmlns:a16="http://schemas.microsoft.com/office/drawing/2014/main" id="{F9F48788-8F3C-A4CE-EF92-EBF9AAFBF0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30392" y="3382632"/>
                  <a:ext cx="81424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Pismo odręczne 35">
                  <a:extLst>
                    <a:ext uri="{FF2B5EF4-FFF2-40B4-BE49-F238E27FC236}">
                      <a16:creationId xmlns:a16="http://schemas.microsoft.com/office/drawing/2014/main" id="{63ECC3D3-15E2-305C-F922-7166415EE673}"/>
                    </a:ext>
                  </a:extLst>
                </p14:cNvPr>
                <p14:cNvContentPartPr/>
                <p14:nvPr/>
              </p14:nvContentPartPr>
              <p14:xfrm>
                <a:off x="3245904" y="3462192"/>
                <a:ext cx="52560" cy="88200"/>
              </p14:xfrm>
            </p:contentPart>
          </mc:Choice>
          <mc:Fallback xmlns="">
            <p:pic>
              <p:nvPicPr>
                <p:cNvPr id="36" name="Pismo odręczne 35">
                  <a:extLst>
                    <a:ext uri="{FF2B5EF4-FFF2-40B4-BE49-F238E27FC236}">
                      <a16:creationId xmlns:a16="http://schemas.microsoft.com/office/drawing/2014/main" id="{63ECC3D3-15E2-305C-F922-7166415EE67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39784" y="3456072"/>
                  <a:ext cx="64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Pismo odręczne 36">
                  <a:extLst>
                    <a:ext uri="{FF2B5EF4-FFF2-40B4-BE49-F238E27FC236}">
                      <a16:creationId xmlns:a16="http://schemas.microsoft.com/office/drawing/2014/main" id="{F8A481F4-68AD-C5C9-9331-CFD83BE96CEE}"/>
                    </a:ext>
                  </a:extLst>
                </p14:cNvPr>
                <p14:cNvContentPartPr/>
                <p14:nvPr/>
              </p14:nvContentPartPr>
              <p14:xfrm>
                <a:off x="3401424" y="3286872"/>
                <a:ext cx="38880" cy="82800"/>
              </p14:xfrm>
            </p:contentPart>
          </mc:Choice>
          <mc:Fallback xmlns="">
            <p:pic>
              <p:nvPicPr>
                <p:cNvPr id="37" name="Pismo odręczne 36">
                  <a:extLst>
                    <a:ext uri="{FF2B5EF4-FFF2-40B4-BE49-F238E27FC236}">
                      <a16:creationId xmlns:a16="http://schemas.microsoft.com/office/drawing/2014/main" id="{F8A481F4-68AD-C5C9-9331-CFD83BE96C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395304" y="3280752"/>
                  <a:ext cx="5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Pismo odręczne 37">
                  <a:extLst>
                    <a:ext uri="{FF2B5EF4-FFF2-40B4-BE49-F238E27FC236}">
                      <a16:creationId xmlns:a16="http://schemas.microsoft.com/office/drawing/2014/main" id="{1B5B18B3-F6F1-FC45-04B5-58F973780CE1}"/>
                    </a:ext>
                  </a:extLst>
                </p14:cNvPr>
                <p14:cNvContentPartPr/>
                <p14:nvPr/>
              </p14:nvContentPartPr>
              <p14:xfrm>
                <a:off x="3410424" y="3396312"/>
                <a:ext cx="75600" cy="18360"/>
              </p14:xfrm>
            </p:contentPart>
          </mc:Choice>
          <mc:Fallback xmlns="">
            <p:pic>
              <p:nvPicPr>
                <p:cNvPr id="38" name="Pismo odręczne 37">
                  <a:extLst>
                    <a:ext uri="{FF2B5EF4-FFF2-40B4-BE49-F238E27FC236}">
                      <a16:creationId xmlns:a16="http://schemas.microsoft.com/office/drawing/2014/main" id="{1B5B18B3-F6F1-FC45-04B5-58F973780C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04304" y="3390192"/>
                  <a:ext cx="87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9" name="Pismo odręczne 38">
                  <a:extLst>
                    <a:ext uri="{FF2B5EF4-FFF2-40B4-BE49-F238E27FC236}">
                      <a16:creationId xmlns:a16="http://schemas.microsoft.com/office/drawing/2014/main" id="{232DAE05-2C60-899E-3D4C-89FDA97E0DD1}"/>
                    </a:ext>
                  </a:extLst>
                </p14:cNvPr>
                <p14:cNvContentPartPr/>
                <p14:nvPr/>
              </p14:nvContentPartPr>
              <p14:xfrm>
                <a:off x="3422664" y="3465072"/>
                <a:ext cx="58320" cy="117000"/>
              </p14:xfrm>
            </p:contentPart>
          </mc:Choice>
          <mc:Fallback xmlns="">
            <p:pic>
              <p:nvPicPr>
                <p:cNvPr id="39" name="Pismo odręczne 38">
                  <a:extLst>
                    <a:ext uri="{FF2B5EF4-FFF2-40B4-BE49-F238E27FC236}">
                      <a16:creationId xmlns:a16="http://schemas.microsoft.com/office/drawing/2014/main" id="{232DAE05-2C60-899E-3D4C-89FDA97E0D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16544" y="3458952"/>
                  <a:ext cx="70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97741FA7-DA46-2877-FD92-2F105C61A8AB}"/>
              </a:ext>
            </a:extLst>
          </p:cNvPr>
          <p:cNvGrpSpPr/>
          <p:nvPr/>
        </p:nvGrpSpPr>
        <p:grpSpPr>
          <a:xfrm>
            <a:off x="3682944" y="3264192"/>
            <a:ext cx="463320" cy="293760"/>
            <a:chOff x="3682944" y="3264192"/>
            <a:chExt cx="46332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Pismo odręczne 40">
                  <a:extLst>
                    <a:ext uri="{FF2B5EF4-FFF2-40B4-BE49-F238E27FC236}">
                      <a16:creationId xmlns:a16="http://schemas.microsoft.com/office/drawing/2014/main" id="{E2BCF650-778A-2F54-C456-8EAA33287988}"/>
                    </a:ext>
                  </a:extLst>
                </p14:cNvPr>
                <p14:cNvContentPartPr/>
                <p14:nvPr/>
              </p14:nvContentPartPr>
              <p14:xfrm>
                <a:off x="3708144" y="3264192"/>
                <a:ext cx="23040" cy="95040"/>
              </p14:xfrm>
            </p:contentPart>
          </mc:Choice>
          <mc:Fallback xmlns="">
            <p:pic>
              <p:nvPicPr>
                <p:cNvPr id="41" name="Pismo odręczne 40">
                  <a:extLst>
                    <a:ext uri="{FF2B5EF4-FFF2-40B4-BE49-F238E27FC236}">
                      <a16:creationId xmlns:a16="http://schemas.microsoft.com/office/drawing/2014/main" id="{E2BCF650-778A-2F54-C456-8EAA3328798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02024" y="3258072"/>
                  <a:ext cx="35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Pismo odręczne 41">
                  <a:extLst>
                    <a:ext uri="{FF2B5EF4-FFF2-40B4-BE49-F238E27FC236}">
                      <a16:creationId xmlns:a16="http://schemas.microsoft.com/office/drawing/2014/main" id="{735D0C3B-FB4A-D097-34E3-C592C96891E5}"/>
                    </a:ext>
                  </a:extLst>
                </p14:cNvPr>
                <p14:cNvContentPartPr/>
                <p14:nvPr/>
              </p14:nvContentPartPr>
              <p14:xfrm>
                <a:off x="3685104" y="3419712"/>
                <a:ext cx="52920" cy="360"/>
              </p14:xfrm>
            </p:contentPart>
          </mc:Choice>
          <mc:Fallback xmlns="">
            <p:pic>
              <p:nvPicPr>
                <p:cNvPr id="42" name="Pismo odręczne 41">
                  <a:extLst>
                    <a:ext uri="{FF2B5EF4-FFF2-40B4-BE49-F238E27FC236}">
                      <a16:creationId xmlns:a16="http://schemas.microsoft.com/office/drawing/2014/main" id="{735D0C3B-FB4A-D097-34E3-C592C96891E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8984" y="3413592"/>
                  <a:ext cx="65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Pismo odręczne 43">
                  <a:extLst>
                    <a:ext uri="{FF2B5EF4-FFF2-40B4-BE49-F238E27FC236}">
                      <a16:creationId xmlns:a16="http://schemas.microsoft.com/office/drawing/2014/main" id="{EDF1965B-14D9-F618-CA75-D2842D651C8E}"/>
                    </a:ext>
                  </a:extLst>
                </p14:cNvPr>
                <p14:cNvContentPartPr/>
                <p14:nvPr/>
              </p14:nvContentPartPr>
              <p14:xfrm>
                <a:off x="3682944" y="3475512"/>
                <a:ext cx="58680" cy="82440"/>
              </p14:xfrm>
            </p:contentPart>
          </mc:Choice>
          <mc:Fallback xmlns="">
            <p:pic>
              <p:nvPicPr>
                <p:cNvPr id="44" name="Pismo odręczne 43">
                  <a:extLst>
                    <a:ext uri="{FF2B5EF4-FFF2-40B4-BE49-F238E27FC236}">
                      <a16:creationId xmlns:a16="http://schemas.microsoft.com/office/drawing/2014/main" id="{EDF1965B-14D9-F618-CA75-D2842D651C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76824" y="3469392"/>
                  <a:ext cx="709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Pismo odręczne 45">
                  <a:extLst>
                    <a:ext uri="{FF2B5EF4-FFF2-40B4-BE49-F238E27FC236}">
                      <a16:creationId xmlns:a16="http://schemas.microsoft.com/office/drawing/2014/main" id="{83CBBFA3-38AB-D3CF-DA1B-786478DB15E1}"/>
                    </a:ext>
                  </a:extLst>
                </p14:cNvPr>
                <p14:cNvContentPartPr/>
                <p14:nvPr/>
              </p14:nvContentPartPr>
              <p14:xfrm>
                <a:off x="3867984" y="3267072"/>
                <a:ext cx="42120" cy="104400"/>
              </p14:xfrm>
            </p:contentPart>
          </mc:Choice>
          <mc:Fallback xmlns="">
            <p:pic>
              <p:nvPicPr>
                <p:cNvPr id="46" name="Pismo odręczne 45">
                  <a:extLst>
                    <a:ext uri="{FF2B5EF4-FFF2-40B4-BE49-F238E27FC236}">
                      <a16:creationId xmlns:a16="http://schemas.microsoft.com/office/drawing/2014/main" id="{83CBBFA3-38AB-D3CF-DA1B-786478DB15E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1864" y="3260973"/>
                  <a:ext cx="54360" cy="1165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Pismo odręczne 46">
                  <a:extLst>
                    <a:ext uri="{FF2B5EF4-FFF2-40B4-BE49-F238E27FC236}">
                      <a16:creationId xmlns:a16="http://schemas.microsoft.com/office/drawing/2014/main" id="{5DD66A76-97EA-98AF-6B87-7D2B41E270F3}"/>
                    </a:ext>
                  </a:extLst>
                </p14:cNvPr>
                <p14:cNvContentPartPr/>
                <p14:nvPr/>
              </p14:nvContentPartPr>
              <p14:xfrm>
                <a:off x="3867624" y="3401352"/>
                <a:ext cx="81000" cy="9360"/>
              </p14:xfrm>
            </p:contentPart>
          </mc:Choice>
          <mc:Fallback xmlns="">
            <p:pic>
              <p:nvPicPr>
                <p:cNvPr id="47" name="Pismo odręczne 46">
                  <a:extLst>
                    <a:ext uri="{FF2B5EF4-FFF2-40B4-BE49-F238E27FC236}">
                      <a16:creationId xmlns:a16="http://schemas.microsoft.com/office/drawing/2014/main" id="{5DD66A76-97EA-98AF-6B87-7D2B41E270F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1504" y="3394987"/>
                  <a:ext cx="93240" cy="220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8" name="Pismo odręczne 47">
                  <a:extLst>
                    <a:ext uri="{FF2B5EF4-FFF2-40B4-BE49-F238E27FC236}">
                      <a16:creationId xmlns:a16="http://schemas.microsoft.com/office/drawing/2014/main" id="{7838462D-7DEB-2B81-7D03-4655F20E6E64}"/>
                    </a:ext>
                  </a:extLst>
                </p14:cNvPr>
                <p14:cNvContentPartPr/>
                <p14:nvPr/>
              </p14:nvContentPartPr>
              <p14:xfrm>
                <a:off x="3876624" y="3456792"/>
                <a:ext cx="50760" cy="90360"/>
              </p14:xfrm>
            </p:contentPart>
          </mc:Choice>
          <mc:Fallback xmlns="">
            <p:pic>
              <p:nvPicPr>
                <p:cNvPr id="48" name="Pismo odręczne 47">
                  <a:extLst>
                    <a:ext uri="{FF2B5EF4-FFF2-40B4-BE49-F238E27FC236}">
                      <a16:creationId xmlns:a16="http://schemas.microsoft.com/office/drawing/2014/main" id="{7838462D-7DEB-2B81-7D03-4655F20E6E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0504" y="3450648"/>
                  <a:ext cx="63000" cy="10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0" name="Pismo odręczne 49">
                  <a:extLst>
                    <a:ext uri="{FF2B5EF4-FFF2-40B4-BE49-F238E27FC236}">
                      <a16:creationId xmlns:a16="http://schemas.microsoft.com/office/drawing/2014/main" id="{5400E2BB-2F0A-3952-E4AA-F4BE119FBF3E}"/>
                    </a:ext>
                  </a:extLst>
                </p14:cNvPr>
                <p14:cNvContentPartPr/>
                <p14:nvPr/>
              </p14:nvContentPartPr>
              <p14:xfrm>
                <a:off x="4057344" y="3264192"/>
                <a:ext cx="63720" cy="110520"/>
              </p14:xfrm>
            </p:contentPart>
          </mc:Choice>
          <mc:Fallback xmlns="">
            <p:pic>
              <p:nvPicPr>
                <p:cNvPr id="50" name="Pismo odręczne 49">
                  <a:extLst>
                    <a:ext uri="{FF2B5EF4-FFF2-40B4-BE49-F238E27FC236}">
                      <a16:creationId xmlns:a16="http://schemas.microsoft.com/office/drawing/2014/main" id="{5400E2BB-2F0A-3952-E4AA-F4BE119FBF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51258" y="3258052"/>
                  <a:ext cx="75891" cy="1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1" name="Pismo odręczne 50">
                  <a:extLst>
                    <a:ext uri="{FF2B5EF4-FFF2-40B4-BE49-F238E27FC236}">
                      <a16:creationId xmlns:a16="http://schemas.microsoft.com/office/drawing/2014/main" id="{EF5FF1D2-16E9-404F-5AD2-342B211647BC}"/>
                    </a:ext>
                  </a:extLst>
                </p14:cNvPr>
                <p14:cNvContentPartPr/>
                <p14:nvPr/>
              </p14:nvContentPartPr>
              <p14:xfrm>
                <a:off x="4077864" y="3269592"/>
                <a:ext cx="68400" cy="3960"/>
              </p14:xfrm>
            </p:contentPart>
          </mc:Choice>
          <mc:Fallback xmlns="">
            <p:pic>
              <p:nvPicPr>
                <p:cNvPr id="51" name="Pismo odręczne 50">
                  <a:extLst>
                    <a:ext uri="{FF2B5EF4-FFF2-40B4-BE49-F238E27FC236}">
                      <a16:creationId xmlns:a16="http://schemas.microsoft.com/office/drawing/2014/main" id="{EF5FF1D2-16E9-404F-5AD2-342B211647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71744" y="3263472"/>
                  <a:ext cx="806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Pismo odręczne 52">
                  <a:extLst>
                    <a:ext uri="{FF2B5EF4-FFF2-40B4-BE49-F238E27FC236}">
                      <a16:creationId xmlns:a16="http://schemas.microsoft.com/office/drawing/2014/main" id="{FE2DB5E1-33A4-68BC-E26F-7164557E2D6F}"/>
                    </a:ext>
                  </a:extLst>
                </p14:cNvPr>
                <p14:cNvContentPartPr/>
                <p14:nvPr/>
              </p14:nvContentPartPr>
              <p14:xfrm>
                <a:off x="4068864" y="3401352"/>
                <a:ext cx="72000" cy="15480"/>
              </p14:xfrm>
            </p:contentPart>
          </mc:Choice>
          <mc:Fallback xmlns="">
            <p:pic>
              <p:nvPicPr>
                <p:cNvPr id="53" name="Pismo odręczne 52">
                  <a:extLst>
                    <a:ext uri="{FF2B5EF4-FFF2-40B4-BE49-F238E27FC236}">
                      <a16:creationId xmlns:a16="http://schemas.microsoft.com/office/drawing/2014/main" id="{FE2DB5E1-33A4-68BC-E26F-7164557E2D6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62744" y="3395086"/>
                  <a:ext cx="84240" cy="28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Pismo odręczne 53">
                  <a:extLst>
                    <a:ext uri="{FF2B5EF4-FFF2-40B4-BE49-F238E27FC236}">
                      <a16:creationId xmlns:a16="http://schemas.microsoft.com/office/drawing/2014/main" id="{AE6BD09E-84CD-2814-BBCE-D689F78668AE}"/>
                    </a:ext>
                  </a:extLst>
                </p14:cNvPr>
                <p14:cNvContentPartPr/>
                <p14:nvPr/>
              </p14:nvContentPartPr>
              <p14:xfrm>
                <a:off x="4086504" y="3437712"/>
                <a:ext cx="39600" cy="79920"/>
              </p14:xfrm>
            </p:contentPart>
          </mc:Choice>
          <mc:Fallback xmlns="">
            <p:pic>
              <p:nvPicPr>
                <p:cNvPr id="54" name="Pismo odręczne 53">
                  <a:extLst>
                    <a:ext uri="{FF2B5EF4-FFF2-40B4-BE49-F238E27FC236}">
                      <a16:creationId xmlns:a16="http://schemas.microsoft.com/office/drawing/2014/main" id="{AE6BD09E-84CD-2814-BBCE-D689F78668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80384" y="3431564"/>
                  <a:ext cx="51840" cy="9221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8C3623-3BA2-2B9B-1EDF-A4F598F5C6D1}"/>
                  </a:ext>
                </a:extLst>
              </p:cNvPr>
              <p:cNvSpPr txBox="1"/>
              <p:nvPr/>
            </p:nvSpPr>
            <p:spPr>
              <a:xfrm>
                <a:off x="58809" y="3720343"/>
                <a:ext cx="119569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(and integers) are a subset of rational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⊂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ℚ</m:t>
                    </m:r>
                  </m:oMath>
                </a14:m>
                <a:r>
                  <a:rPr lang="pl-PL" sz="2400" b="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8C3623-3BA2-2B9B-1EDF-A4F598F5C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9" y="3720343"/>
                <a:ext cx="11956991" cy="461665"/>
              </a:xfrm>
              <a:prstGeom prst="rect">
                <a:avLst/>
              </a:prstGeom>
              <a:blipFill>
                <a:blip r:embed="rId50"/>
                <a:stretch>
                  <a:fillRect l="-816" t="-11842" r="-71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D969D9F-6A1E-5EAF-37E5-51E4F3426633}"/>
              </a:ext>
            </a:extLst>
          </p:cNvPr>
          <p:cNvSpPr txBox="1"/>
          <p:nvPr/>
        </p:nvSpPr>
        <p:spPr>
          <a:xfrm>
            <a:off x="58809" y="4187193"/>
            <a:ext cx="11006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 any two integers, there are infinitely many rational numbers</a:t>
            </a:r>
            <a:endParaRPr lang="pl-PL" sz="2400" b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FCD9A2D-CD23-3110-A848-FCB908F7E507}"/>
              </a:ext>
            </a:extLst>
          </p:cNvPr>
          <p:cNvSpPr txBox="1"/>
          <p:nvPr/>
        </p:nvSpPr>
        <p:spPr>
          <a:xfrm>
            <a:off x="58809" y="4619484"/>
            <a:ext cx="11087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Equinumerosity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occurs if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numbers can be numbered.</a:t>
            </a:r>
            <a:endParaRPr lang="pl-PL" sz="2400" b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2B7A2F8-0AF6-9A60-D968-3B70E3DF467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A92C845-CF0C-B3E1-7842-455FD91938B1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832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B8BD-BDD7-6A26-2ACD-A8FF52FB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C7248C74-3694-85CE-B0C1-BEA475764636}"/>
              </a:ext>
            </a:extLst>
          </p:cNvPr>
          <p:cNvSpPr txBox="1"/>
          <p:nvPr/>
        </p:nvSpPr>
        <p:spPr>
          <a:xfrm>
            <a:off x="58811" y="1449741"/>
            <a:ext cx="6997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7F836AC-CB3B-F0BD-4377-BB2228CC4BE8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04E8A0A-D6D5-35FF-2006-C091F4EF800B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334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E487-C2CE-F6D1-F355-AD525739B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8F157200-0859-0B1F-4BE3-DE7FB007FFD4}"/>
              </a:ext>
            </a:extLst>
          </p:cNvPr>
          <p:cNvSpPr txBox="1"/>
          <p:nvPr/>
        </p:nvSpPr>
        <p:spPr>
          <a:xfrm>
            <a:off x="58811" y="1449741"/>
            <a:ext cx="6997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diagonal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016EE90-B4F6-0A33-D785-43D1F35155F4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EA1C284-EC39-C1A9-F1B9-6B538D3020EB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09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711B-3DFD-A74F-3608-441F466C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DC36EE1-68E7-5901-1207-468CC71BB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4354061"/>
                  </p:ext>
                </p:extLst>
              </p:nvPr>
            </p:nvGraphicFramePr>
            <p:xfrm>
              <a:off x="2992627" y="2428287"/>
              <a:ext cx="6206744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DC36EE1-68E7-5901-1207-468CC71BB1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4354061"/>
                  </p:ext>
                </p:extLst>
              </p:nvPr>
            </p:nvGraphicFramePr>
            <p:xfrm>
              <a:off x="2992627" y="2428287"/>
              <a:ext cx="6206744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201639" r="-698438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301639" r="-69843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401639" r="-69843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501639" r="-6984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601639" r="-6984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701639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1835E90B-B6E9-C241-9789-6DF3FDB4748D}"/>
              </a:ext>
            </a:extLst>
          </p:cNvPr>
          <p:cNvSpPr txBox="1"/>
          <p:nvPr/>
        </p:nvSpPr>
        <p:spPr>
          <a:xfrm>
            <a:off x="58811" y="1449741"/>
            <a:ext cx="6997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diagonal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718F5C1-C64A-7E07-10C6-42B043E75352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A1A0DE9-B89A-EAD9-B38A-1103FE4AA7BC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228D771-308E-E971-EE10-FA67F6E24469}"/>
                  </a:ext>
                </a:extLst>
              </p14:cNvPr>
              <p14:cNvContentPartPr/>
              <p14:nvPr/>
            </p14:nvContentPartPr>
            <p14:xfrm>
              <a:off x="4108320" y="2844720"/>
              <a:ext cx="2451600" cy="14356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228D771-308E-E971-EE10-FA67F6E244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8960" y="2835360"/>
                <a:ext cx="2470320" cy="14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8954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92BD-4D53-792B-9F9B-468B18CB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27074E0-F0DF-1524-C21C-364F0CA19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07235"/>
                  </p:ext>
                </p:extLst>
              </p:nvPr>
            </p:nvGraphicFramePr>
            <p:xfrm>
              <a:off x="2992628" y="1449741"/>
              <a:ext cx="6206744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27074E0-F0DF-1524-C21C-364F0CA19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07235"/>
                  </p:ext>
                </p:extLst>
              </p:nvPr>
            </p:nvGraphicFramePr>
            <p:xfrm>
              <a:off x="2992628" y="1449741"/>
              <a:ext cx="6206744" cy="2966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1639" r="-603937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639" r="-499219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1639" r="-403150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1639" r="-300000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1639" r="-202362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1639" r="-100781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1639" r="-1575" b="-6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201639" r="-698438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301639" r="-69843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401639" r="-69843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501639" r="-6984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601639" r="-6984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701639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FF67C91A-BFFF-729B-63C3-C5A0BF074DFE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CC81F80-31D0-D79A-B1AB-1EC50BF567B2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64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7941-8A0E-BF4E-C0BA-49E6E3D4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45C627C8-CFD9-BD49-D36B-F52F71DC4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8597"/>
                  </p:ext>
                </p:extLst>
              </p:nvPr>
            </p:nvGraphicFramePr>
            <p:xfrm>
              <a:off x="2992628" y="1449741"/>
              <a:ext cx="6206744" cy="32064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45C627C8-CFD9-BD49-D36B-F52F71DC4A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8597"/>
                  </p:ext>
                </p:extLst>
              </p:nvPr>
            </p:nvGraphicFramePr>
            <p:xfrm>
              <a:off x="2992628" y="1449741"/>
              <a:ext cx="6206744" cy="320643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7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767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1639" r="-603937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639" r="-499219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1639" r="-403150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1639" r="-300000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1639" r="-202362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1639" r="-100781" b="-6672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1639" r="-1575" b="-667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23000" r="-698438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23000" r="-603937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23000" r="-499219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23000" r="-403150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23000" r="-300000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23000" r="-202362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23000" r="-100781" b="-30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23000" r="-1575" b="-30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365574" r="-698438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465574" r="-69843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565574" r="-6984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665574" r="-6984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765574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878A5BFA-1F89-CA3F-77C8-455D70D38754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7B1114B-CB6A-F99F-30D2-06DDE7032D39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35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C668-7142-7077-C92C-08E57BCC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5A5813FA-B997-0553-61C0-748AC230A7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3040890"/>
                  </p:ext>
                </p:extLst>
              </p:nvPr>
            </p:nvGraphicFramePr>
            <p:xfrm>
              <a:off x="2992628" y="1449741"/>
              <a:ext cx="6206744" cy="34479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5A5813FA-B997-0553-61C0-748AC230A7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3040890"/>
                  </p:ext>
                </p:extLst>
              </p:nvPr>
            </p:nvGraphicFramePr>
            <p:xfrm>
              <a:off x="2992628" y="1449741"/>
              <a:ext cx="6206744" cy="344792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8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1639" r="-603937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639" r="-499219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1639" r="-403150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1639" r="-300000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1639" r="-202362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1639" r="-100781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1639" r="-1575" b="-7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23000" r="-698438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23000" r="-603937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23000" r="-499219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23000" r="-403150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23000" r="-300000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23000" r="-202362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23000" r="-100781" b="-34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23000" r="-1575" b="-34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220792" r="-698438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220792" r="-603937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20792" r="-499219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220792" r="-403150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220792" r="-300000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220792" r="-202362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220792" r="-100781" b="-243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220792" r="-1575" b="-243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531148" r="-69843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631148" r="-6984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731148" r="-6984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831148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4E13AD26-4411-93DF-6818-60AB6D700D19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2830904-1FB5-2F29-5C7C-4EE9CBD4C3F7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808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16D03-3393-906A-38B3-AD1BAC54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44436D8E-5875-C0A5-AAE1-BE81D6B25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2121043"/>
                  </p:ext>
                </p:extLst>
              </p:nvPr>
            </p:nvGraphicFramePr>
            <p:xfrm>
              <a:off x="2992628" y="1449741"/>
              <a:ext cx="6206744" cy="36876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44436D8E-5875-C0A5-AAE1-BE81D6B25C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2121043"/>
                  </p:ext>
                </p:extLst>
              </p:nvPr>
            </p:nvGraphicFramePr>
            <p:xfrm>
              <a:off x="2992628" y="1449741"/>
              <a:ext cx="6206744" cy="36876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8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8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1639" r="-603937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639" r="-499219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1639" r="-403150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1639" r="-300000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1639" r="-202362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1639" r="-100781" b="-7967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1639" r="-1575" b="-796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23000" r="-698438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23000" r="-603937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23000" r="-499219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23000" r="-403150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23000" r="-300000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23000" r="-202362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23000" r="-100781" b="-3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23000" r="-1575" b="-38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220792" r="-698438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220792" r="-603937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20792" r="-499219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220792" r="-403150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220792" r="-300000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220792" r="-202362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220792" r="-100781" b="-2821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220792" r="-1575" b="-2821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324000" r="-698438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324000" r="-603937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24000" r="-499219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324000" r="-403150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324000" r="-300000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324000" r="-202362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324000" r="-100781" b="-18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324000" r="-1575" b="-18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695082" r="-698438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795082" r="-6984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895082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A66399AE-65C6-7F02-97CD-16D2E88BB291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2BFBA28-792C-377F-29C7-101B3BAC4CFB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62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B00DF-1CA3-5868-0BEC-A1162003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AB645AA7-8196-79C1-3661-7013932727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131695"/>
                  </p:ext>
                </p:extLst>
              </p:nvPr>
            </p:nvGraphicFramePr>
            <p:xfrm>
              <a:off x="2992628" y="1449741"/>
              <a:ext cx="6206744" cy="39236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AB645AA7-8196-79C1-3661-7013932727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131695"/>
                  </p:ext>
                </p:extLst>
              </p:nvPr>
            </p:nvGraphicFramePr>
            <p:xfrm>
              <a:off x="2992628" y="1449741"/>
              <a:ext cx="6206744" cy="39236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9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960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1639" r="-603937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639" r="-499219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1639" r="-403150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1639" r="-300000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1639" r="-202362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1639" r="-100781" b="-8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1639" r="-1575" b="-8606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23000" r="-698438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23000" r="-60393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23000" r="-499219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23000" r="-40315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23000" r="-300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23000" r="-202362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23000" r="-100781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23000" r="-1575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220792" r="-698438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220792" r="-603937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20792" r="-499219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220792" r="-403150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220792" r="-300000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220792" r="-202362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220792" r="-100781" b="-320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220792" r="-1575" b="-3207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324000" r="-698438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324000" r="-603937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24000" r="-499219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324000" r="-403150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324000" r="-300000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324000" r="-202362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324000" r="-100781" b="-2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324000" r="-1575" b="-2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424000" r="-698438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424000" r="-603937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24000" r="-499219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424000" r="-403150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424000" r="-300000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424000" r="-202362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424000" r="-100781" b="-1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424000" r="-1575" b="-12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859016" r="-698438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959016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716EC4F6-338F-3788-E44E-0C733419A67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12AEE5F3-C212-D2E9-21B4-BA66E7CA1037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80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1E58D-182D-A7A3-8775-7F7EE540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FA349829-EAA6-FC4D-DD4F-4F54DAEF6D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095616"/>
                  </p:ext>
                </p:extLst>
              </p:nvPr>
            </p:nvGraphicFramePr>
            <p:xfrm>
              <a:off x="299262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FA349829-EAA6-FC4D-DD4F-4F54DAEF6D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095616"/>
                  </p:ext>
                </p:extLst>
              </p:nvPr>
            </p:nvGraphicFramePr>
            <p:xfrm>
              <a:off x="299262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639" r="-6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639" r="-6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639" r="-4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639" r="-4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639" r="-30000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1639" r="-6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1639" r="-6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639" r="-4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1639" r="-4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1639" r="-30000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23000" r="-6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23000" r="-6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23000" r="-4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23000" r="-4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23000" r="-30000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220792" r="-6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220792" r="-6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20792" r="-4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220792" r="-4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220792" r="-30000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320792" r="-6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320792" r="-6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20792" r="-4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320792" r="-4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320792" r="-30000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429293" r="-6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429293" r="-6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29293" r="-4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429293" r="-4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429293" r="-30000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518812" r="-6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518812" r="-6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518812" r="-4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518812" r="-4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518812" r="-3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1" t="-1024590" r="-6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575" t="-1024590" r="-6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24590" r="-4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2362" t="-1024590" r="-4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219" t="-1024590" r="-3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3150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8438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937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E2B36F46-1002-E429-2952-63093B8DE104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B76BDB8-78A3-43E5-275C-AF3F3013DA21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9F0D776-B838-47FA-BF1E-3C2D11420DFC}"/>
                  </a:ext>
                </a:extLst>
              </p14:cNvPr>
              <p14:cNvContentPartPr/>
              <p14:nvPr/>
            </p14:nvContentPartPr>
            <p14:xfrm>
              <a:off x="3759120" y="1803240"/>
              <a:ext cx="3912120" cy="28263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9F0D776-B838-47FA-BF1E-3C2D11420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9760" y="1793880"/>
                <a:ext cx="3930840" cy="28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174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A523-81C4-B060-B525-8C20F8FC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409C66B8-F309-CC44-7482-096F713613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0723591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409C66B8-F309-CC44-7482-096F713613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0723591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pole tekstowe 2">
            <a:extLst>
              <a:ext uri="{FF2B5EF4-FFF2-40B4-BE49-F238E27FC236}">
                <a16:creationId xmlns:a16="http://schemas.microsoft.com/office/drawing/2014/main" id="{74A53BC7-3EF3-91ED-15F9-A7E5F4EBE8FD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E2DBD83-0FA0-936B-A58E-9722191E16F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7E41BE9-7482-D8C1-2A4F-EC72C834F78C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727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6AF3-EEF5-087A-EE4B-8F9242A8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FD484F38-7CD2-071E-548C-984193C0D9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597634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FD484F38-7CD2-071E-548C-984193C0D9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597634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C831E18-A92C-C150-2CEF-18468B62BD93}"/>
                  </a:ext>
                </a:extLst>
              </p:cNvPr>
              <p:cNvSpPr txBox="1"/>
              <p:nvPr/>
            </p:nvSpPr>
            <p:spPr>
              <a:xfrm>
                <a:off x="6624203" y="2199859"/>
                <a:ext cx="4635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C831E18-A92C-C150-2CEF-18468B62B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03" y="2199859"/>
                <a:ext cx="4635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FCEE498-A925-2DDD-A0F0-E00979951858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13B7617-96C0-9A12-C7CF-AA173EB0ED3C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6D57DD5-C481-A1E9-14EB-36E65F2AE51F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647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45C9-FCD6-4522-4E37-07BA6B70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C2527485-8C2A-A838-D01F-6478CD1BE5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937159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C2527485-8C2A-A838-D01F-6478CD1BE5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937159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B805DF-1D73-CCDA-8D02-AA887EF2202A}"/>
                  </a:ext>
                </a:extLst>
              </p:cNvPr>
              <p:cNvSpPr txBox="1"/>
              <p:nvPr/>
            </p:nvSpPr>
            <p:spPr>
              <a:xfrm>
                <a:off x="6624203" y="2199859"/>
                <a:ext cx="979755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76B805DF-1D73-CCDA-8D02-AA887EF22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03" y="2199859"/>
                <a:ext cx="979755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55992EF-5BC7-968B-58AB-9300C537639F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89617E9-B01A-F846-B622-EBDA138DC907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F5A78B7-D7C6-B7CA-721E-E2228CDB6778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87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0F423-A2AA-339B-9D98-324F8876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B35C4BEA-17C2-041E-46A1-422FF0312C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3220815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B35C4BEA-17C2-041E-46A1-422FF0312C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3220815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99401D4-71C0-F983-9F94-3624E5B47DF2}"/>
                  </a:ext>
                </a:extLst>
              </p:cNvPr>
              <p:cNvSpPr txBox="1"/>
              <p:nvPr/>
            </p:nvSpPr>
            <p:spPr>
              <a:xfrm>
                <a:off x="6624203" y="2199859"/>
                <a:ext cx="1598515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,2,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C99401D4-71C0-F983-9F94-3624E5B47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03" y="2199859"/>
                <a:ext cx="1598515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FF3C7B3B-EBBF-E1AA-A017-74F96E9FEEA7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ACFAC2E-515D-6D36-54AA-F21700539C40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831A6C6-A985-1FFD-6AAD-62235B5E7771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768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3871-2C3B-4180-38A0-894C723D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D4CDCBBF-ED93-B694-6E3C-83D96A4B9C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8900942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D4CDCBBF-ED93-B694-6E3C-83D96A4B9C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8900942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D0F6803-17A6-1A95-3FCE-C55BD53CC397}"/>
                  </a:ext>
                </a:extLst>
              </p:cNvPr>
              <p:cNvSpPr txBox="1"/>
              <p:nvPr/>
            </p:nvSpPr>
            <p:spPr>
              <a:xfrm>
                <a:off x="6624203" y="2199859"/>
                <a:ext cx="2887329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,2,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,3,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D0F6803-17A6-1A95-3FCE-C55BD53CC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03" y="2199859"/>
                <a:ext cx="2887329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963FA3E-3D4A-87DC-3C74-68F0412CF5DD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775D85A-AB59-AF52-4C15-6CA2A47B74D0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99C5227-0CC6-EEA6-30FB-0068104EC37F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760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68B60-EA16-828B-5FC2-E19F2F9E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4857D1A-2EC1-872E-031B-0B2A64BBD0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295534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4857D1A-2EC1-872E-031B-0B2A64BBD0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295534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B3F26D2-16E2-A95B-5603-687EC171BC92}"/>
                  </a:ext>
                </a:extLst>
              </p:cNvPr>
              <p:cNvSpPr txBox="1"/>
              <p:nvPr/>
            </p:nvSpPr>
            <p:spPr>
              <a:xfrm>
                <a:off x="6624203" y="2199859"/>
                <a:ext cx="3506088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,2,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,3,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B3F26D2-16E2-A95B-5603-687EC171B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03" y="2199859"/>
                <a:ext cx="3506088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A93C8E4A-9729-502F-D46F-36D5B8E0A69C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E28DF62-7EF6-2C15-54AC-492A8C33F88F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5417774-3207-FB8F-31F8-1C07E714AD87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732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98CD-D827-4955-5EDA-914AC9C5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8C760C3F-D03B-7CD3-9D4C-0947E83437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012893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\</m:t>
                                </m:r>
                                <m:r>
                                  <m:rPr>
                                    <m:sty m:val="p"/>
                                  </m:rP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pl-PL" b="0" i="1" smtClean="0"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8C760C3F-D03B-7CD3-9D4C-0947E83437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012893"/>
                  </p:ext>
                </p:extLst>
              </p:nvPr>
            </p:nvGraphicFramePr>
            <p:xfrm>
              <a:off x="272268" y="1449741"/>
              <a:ext cx="6206744" cy="416515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5843">
                      <a:extLst>
                        <a:ext uri="{9D8B030D-6E8A-4147-A177-3AD203B41FA5}">
                          <a16:colId xmlns:a16="http://schemas.microsoft.com/office/drawing/2014/main" val="72607693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508816234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499850055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53172912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885695682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998778359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1092716628"/>
                        </a:ext>
                      </a:extLst>
                    </a:gridCol>
                    <a:gridCol w="775843">
                      <a:extLst>
                        <a:ext uri="{9D8B030D-6E8A-4147-A177-3AD203B41FA5}">
                          <a16:colId xmlns:a16="http://schemas.microsoft.com/office/drawing/2014/main" val="20238455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639" r="-703937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39" r="-598438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639" r="-503150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639" r="-399219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639" r="-3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639" r="-202362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639" r="-10078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639" r="-1575" b="-10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362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1639" r="-703937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639" r="-598438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1639" r="-503150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1639" r="-399219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1639" r="-3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1639" r="-202362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1639" r="-10078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1639" r="-1575" b="-9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0767130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23000" r="-703937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23000" r="-598438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23000" r="-503150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23000" r="-399219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23000" r="-3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23000" r="-202362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23000" r="-100781" b="-46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23000" r="-1575" b="-46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5953195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220792" r="-703937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20792" r="-598438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220792" r="-503150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220792" r="-399219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220792" r="-3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220792" r="-202362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220792" r="-100781" b="-3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220792" r="-1575" b="-3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5560806"/>
                      </a:ext>
                    </a:extLst>
                  </a:tr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320792" r="-703937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20792" r="-598438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320792" r="-503150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320792" r="-399219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320792" r="-3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320792" r="-202362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320792" r="-100781" b="-260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320792" r="-1575" b="-260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005936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429293" r="-703937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429293" r="-598438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429293" r="-503150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429293" r="-399219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429293" r="-3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429293" r="-202362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429293" r="-100781" b="-1656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429293" r="-1575" b="-1656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141214"/>
                      </a:ext>
                    </a:extLst>
                  </a:tr>
                  <a:tr h="612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18812" r="-703937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518812" r="-598438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518812" r="-50315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518812" r="-399219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518812" r="-3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518812" r="-202362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518812" r="-1007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518812" r="-1575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9426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1024590" r="-703937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24590" r="-59843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75" t="-1024590" r="-50315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19" t="-1024590" r="-3992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2362" t="-1024590" r="-3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62" t="-1024590" r="-20236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656" t="-1024590" r="-1007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3150" t="-1024590" r="-1575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8050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9B64082-552A-1F57-C647-E7747B086982}"/>
                  </a:ext>
                </a:extLst>
              </p:cNvPr>
              <p:cNvSpPr txBox="1"/>
              <p:nvPr/>
            </p:nvSpPr>
            <p:spPr>
              <a:xfrm>
                <a:off x="6624203" y="2199859"/>
                <a:ext cx="5464958" cy="7936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,2,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,3,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,4,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,5,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</m:t>
                          </m:r>
                        </m:den>
                      </m:f>
                      <m:r>
                        <a:rPr lang="pl-PL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f>
                        <m:fPr>
                          <m:ctrlP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59B64082-552A-1F57-C647-E7747B086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203" y="2199859"/>
                <a:ext cx="5464958" cy="793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981B4B97-E1C5-81FD-6EF8-780472AF1FA5}"/>
              </a:ext>
            </a:extLst>
          </p:cNvPr>
          <p:cNvSpPr txBox="1"/>
          <p:nvPr/>
        </p:nvSpPr>
        <p:spPr>
          <a:xfrm>
            <a:off x="6624203" y="1738194"/>
            <a:ext cx="3043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911150D-B91A-BA68-8A27-308B450BCEEF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CD375FD-BA81-6DEF-ED39-0E7F9FA85A23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21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4B50-6172-D555-4E74-C19D3B65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3F488601-8D9E-F024-21EF-50449CE449C3}"/>
              </a:ext>
            </a:extLst>
          </p:cNvPr>
          <p:cNvSpPr txBox="1"/>
          <p:nvPr/>
        </p:nvSpPr>
        <p:spPr>
          <a:xfrm>
            <a:off x="58811" y="1449741"/>
            <a:ext cx="6997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diagonal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B41FD30-3A72-AD5E-7750-0B678DA6F4F8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6C8203D-3701-C1C5-FE1A-EFAC453C6A21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469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B4E2-F5C8-5C73-8DD6-EB9EB79E4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C3BF52F9-3288-21CB-31AB-32037173C660}"/>
              </a:ext>
            </a:extLst>
          </p:cNvPr>
          <p:cNvSpPr txBox="1"/>
          <p:nvPr/>
        </p:nvSpPr>
        <p:spPr>
          <a:xfrm>
            <a:off x="58811" y="2280738"/>
            <a:ext cx="4250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BAB2A8A2-353D-80B2-9B94-EC221DAA2CE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192" y="2796160"/>
              <a:ext cx="10934172" cy="9813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607454">
                      <a:extLst>
                        <a:ext uri="{9D8B030D-6E8A-4147-A177-3AD203B41FA5}">
                          <a16:colId xmlns:a16="http://schemas.microsoft.com/office/drawing/2014/main" val="88384375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049953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837582482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6868189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2266513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16689166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90273843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4610725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989296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59125967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7406750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422164350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91424120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95659311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585330683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3268659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64727598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0910272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930700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𝟏𝟒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𝟏𝟔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55895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BAB2A8A2-353D-80B2-9B94-EC221DAA2CE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192" y="2796160"/>
              <a:ext cx="10934172" cy="9813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607454">
                      <a:extLst>
                        <a:ext uri="{9D8B030D-6E8A-4147-A177-3AD203B41FA5}">
                          <a16:colId xmlns:a16="http://schemas.microsoft.com/office/drawing/2014/main" val="88384375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049953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837582482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6868189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2266513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16689166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90273843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4610725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989296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59125967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7406750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422164350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91424120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95659311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585330683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3268659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64727598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091027299"/>
                        </a:ext>
                      </a:extLst>
                    </a:gridCol>
                  </a:tblGrid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" t="-990" r="-1697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020" t="-990" r="-161414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990" r="-14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990" r="-13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000" t="-990" r="-12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051" t="-990" r="-121111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9000" t="-990" r="-10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9000" t="-990" r="-9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9000" t="-990" r="-8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081" t="-990" r="-8080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8000" t="-990" r="-7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98000" t="-990" r="-6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0101" t="-990" r="-50606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7000" t="-990" r="-4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7000" t="-990" r="-3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97000" t="-990" r="-2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13131" t="-990" r="-10303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6000" t="-990" r="-2000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30700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" t="-167213" r="-1697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020" t="-167213" r="-161414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67213" r="-14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67213" r="-13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000" t="-167213" r="-12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051" t="-167213" r="-12111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9000" t="-167213" r="-10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9000" t="-167213" r="-9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9000" t="-167213" r="-8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081" t="-167213" r="-8080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8000" t="-167213" r="-7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98000" t="-167213" r="-6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0101" t="-167213" r="-5060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7000" t="-167213" r="-4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7000" t="-167213" r="-3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97000" t="-167213" r="-2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13131" t="-167213" r="-10303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6000" t="-167213" r="-200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895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7B03BCA-C675-57FC-4BFE-5070B1CB7F12}"/>
              </a:ext>
            </a:extLst>
          </p:cNvPr>
          <p:cNvSpPr txBox="1"/>
          <p:nvPr/>
        </p:nvSpPr>
        <p:spPr>
          <a:xfrm>
            <a:off x="58811" y="1449741"/>
            <a:ext cx="6997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diagonal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4723C8F-5C02-F6C7-8830-6D70304D9C33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EBDB39D-8EDD-DB43-4593-52567D4CFC2E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84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BA38C-B6FD-7F63-925A-1548C61E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5A0EF92A-C2E4-D1A8-A213-4DF70F1CA6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192" y="2796160"/>
              <a:ext cx="10934172" cy="9813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607454">
                      <a:extLst>
                        <a:ext uri="{9D8B030D-6E8A-4147-A177-3AD203B41FA5}">
                          <a16:colId xmlns:a16="http://schemas.microsoft.com/office/drawing/2014/main" val="88384375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049953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837582482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6868189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2266513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16689166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90273843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4610725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989296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59125967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7406750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422164350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91424120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95659311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585330683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3268659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64727598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0910272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930700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𝟏𝟒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𝟏𝟔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55895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5A0EF92A-C2E4-D1A8-A213-4DF70F1CA6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192" y="2796160"/>
              <a:ext cx="10934172" cy="9813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607454">
                      <a:extLst>
                        <a:ext uri="{9D8B030D-6E8A-4147-A177-3AD203B41FA5}">
                          <a16:colId xmlns:a16="http://schemas.microsoft.com/office/drawing/2014/main" val="88384375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049953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837582482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6868189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2266513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16689166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90273843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4610725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989296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59125967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7406750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422164350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91424120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95659311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585330683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3268659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64727598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091027299"/>
                        </a:ext>
                      </a:extLst>
                    </a:gridCol>
                  </a:tblGrid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" t="-990" r="-1697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020" t="-990" r="-161414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990" r="-14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990" r="-13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000" t="-990" r="-12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051" t="-990" r="-121111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9000" t="-990" r="-10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9000" t="-990" r="-9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9000" t="-990" r="-8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081" t="-990" r="-8080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8000" t="-990" r="-7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98000" t="-990" r="-6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0101" t="-990" r="-50606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7000" t="-990" r="-4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7000" t="-990" r="-3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97000" t="-990" r="-2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13131" t="-990" r="-10303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6000" t="-990" r="-2000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30700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" t="-167213" r="-1697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020" t="-167213" r="-161414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67213" r="-14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67213" r="-13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000" t="-167213" r="-12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051" t="-167213" r="-12111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9000" t="-167213" r="-10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9000" t="-167213" r="-9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9000" t="-167213" r="-8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081" t="-167213" r="-8080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8000" t="-167213" r="-7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98000" t="-167213" r="-6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0101" t="-167213" r="-5060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7000" t="-167213" r="-4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7000" t="-167213" r="-3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97000" t="-167213" r="-2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13131" t="-167213" r="-10303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6000" t="-167213" r="-200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895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2CFEDD39-CE0E-184E-51CD-FC1743A9CDA8}"/>
              </a:ext>
            </a:extLst>
          </p:cNvPr>
          <p:cNvSpPr txBox="1"/>
          <p:nvPr/>
        </p:nvSpPr>
        <p:spPr>
          <a:xfrm>
            <a:off x="58811" y="3857989"/>
            <a:ext cx="113173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can enumerate all positive rational numbers using natural 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amount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2F1A7D7-E60C-F3A8-0170-87ECC7BBC362}"/>
              </a:ext>
            </a:extLst>
          </p:cNvPr>
          <p:cNvSpPr txBox="1"/>
          <p:nvPr/>
        </p:nvSpPr>
        <p:spPr>
          <a:xfrm>
            <a:off x="58811" y="2280738"/>
            <a:ext cx="4250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5A35D02-0513-7C75-2BC6-D061A14ABA1C}"/>
              </a:ext>
            </a:extLst>
          </p:cNvPr>
          <p:cNvSpPr txBox="1"/>
          <p:nvPr/>
        </p:nvSpPr>
        <p:spPr>
          <a:xfrm>
            <a:off x="58811" y="1449741"/>
            <a:ext cx="6997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diagonal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4F5D601-58A6-CD1A-3B17-9BC6947E9B97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FE77881-E5CC-E9B6-6084-0F0D00D0E476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126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25B3-38E7-5365-BB18-99831931B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2D3B247-5EFF-F7F5-98E0-5646FF60E8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192" y="2796160"/>
              <a:ext cx="10934172" cy="9813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607454">
                      <a:extLst>
                        <a:ext uri="{9D8B030D-6E8A-4147-A177-3AD203B41FA5}">
                          <a16:colId xmlns:a16="http://schemas.microsoft.com/office/drawing/2014/main" val="88384375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049953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837582482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6868189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2266513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16689166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90273843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4610725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989296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59125967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7406750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422164350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91424120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95659311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585330683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3268659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64727598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0910272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pl-PL" b="1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accent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930700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𝟏𝟒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𝟏𝟔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𝟏𝟕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l-PL" b="1" i="1" smtClean="0">
                                    <a:ln>
                                      <a:noFill/>
                                    </a:ln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b="1" dirty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55895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6">
                <a:extLst>
                  <a:ext uri="{FF2B5EF4-FFF2-40B4-BE49-F238E27FC236}">
                    <a16:creationId xmlns:a16="http://schemas.microsoft.com/office/drawing/2014/main" id="{32D3B247-5EFF-F7F5-98E0-5646FF60E8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192" y="2796160"/>
              <a:ext cx="10934172" cy="98139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607454">
                      <a:extLst>
                        <a:ext uri="{9D8B030D-6E8A-4147-A177-3AD203B41FA5}">
                          <a16:colId xmlns:a16="http://schemas.microsoft.com/office/drawing/2014/main" val="88384375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049953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837582482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6868189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2266513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16689166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90273843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4610725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29892966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591259675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740675084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4221643509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291424120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3095659311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585330683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32686590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364727598"/>
                        </a:ext>
                      </a:extLst>
                    </a:gridCol>
                    <a:gridCol w="607454">
                      <a:extLst>
                        <a:ext uri="{9D8B030D-6E8A-4147-A177-3AD203B41FA5}">
                          <a16:colId xmlns:a16="http://schemas.microsoft.com/office/drawing/2014/main" val="1091027299"/>
                        </a:ext>
                      </a:extLst>
                    </a:gridCol>
                  </a:tblGrid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" t="-990" r="-1697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020" t="-990" r="-161414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990" r="-14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990" r="-13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000" t="-990" r="-1298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051" t="-990" r="-121111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9000" t="-990" r="-10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9000" t="-990" r="-9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9000" t="-990" r="-899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081" t="-990" r="-80808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8000" t="-990" r="-7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98000" t="-990" r="-600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0101" t="-990" r="-506061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7000" t="-990" r="-4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7000" t="-990" r="-3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97000" t="-990" r="-20100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13131" t="-990" r="-103030" b="-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6000" t="-990" r="-2000" b="-62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30700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" t="-167213" r="-1697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2020" t="-167213" r="-161414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167213" r="-14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67213" r="-13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000" t="-167213" r="-1298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051" t="-167213" r="-121111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9000" t="-167213" r="-10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99000" t="-167213" r="-9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9000" t="-167213" r="-899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8081" t="-167213" r="-80808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8000" t="-167213" r="-7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98000" t="-167213" r="-60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0101" t="-167213" r="-50606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7000" t="-167213" r="-4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7000" t="-167213" r="-3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497000" t="-167213" r="-201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13131" t="-167213" r="-10303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6000" t="-167213" r="-2000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5895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0582067F-7A9A-CDEF-3265-0DC5CD0687C9}"/>
              </a:ext>
            </a:extLst>
          </p:cNvPr>
          <p:cNvSpPr txBox="1"/>
          <p:nvPr/>
        </p:nvSpPr>
        <p:spPr>
          <a:xfrm>
            <a:off x="58811" y="3857989"/>
            <a:ext cx="119532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can enumerate all positive rational numbers using natural 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amount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(the same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cardinality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negative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zero) 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show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equinumerousity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equinumerousity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between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natural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already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known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to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1A43003-91FE-7757-9C0A-53EA550F35EC}"/>
              </a:ext>
            </a:extLst>
          </p:cNvPr>
          <p:cNvSpPr txBox="1"/>
          <p:nvPr/>
        </p:nvSpPr>
        <p:spPr>
          <a:xfrm>
            <a:off x="58811" y="2280738"/>
            <a:ext cx="4250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F982564-C133-79A4-B1CB-5EC789A4562A}"/>
              </a:ext>
            </a:extLst>
          </p:cNvPr>
          <p:cNvSpPr txBox="1"/>
          <p:nvPr/>
        </p:nvSpPr>
        <p:spPr>
          <a:xfrm>
            <a:off x="58811" y="1449741"/>
            <a:ext cx="69978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that Rational Numbers are Countable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use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diagonal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8C1A3B4-C722-2D3A-59B8-53D86AEF9CCE}"/>
              </a:ext>
            </a:extLst>
          </p:cNvPr>
          <p:cNvSpPr txBox="1"/>
          <p:nvPr/>
        </p:nvSpPr>
        <p:spPr>
          <a:xfrm>
            <a:off x="3135799" y="-45720"/>
            <a:ext cx="5920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countability</a:t>
            </a:r>
            <a:r>
              <a:rPr lang="pl-PL"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662B863-5304-A9EF-B144-61271AE3B609}"/>
              </a:ext>
            </a:extLst>
          </p:cNvPr>
          <p:cNvSpPr txBox="1"/>
          <p:nvPr/>
        </p:nvSpPr>
        <p:spPr>
          <a:xfrm>
            <a:off x="2764607" y="618744"/>
            <a:ext cx="6662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rational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2721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2289</TotalTime>
  <Words>1862</Words>
  <Application>Microsoft Office PowerPoint</Application>
  <PresentationFormat>Panoramiczny</PresentationFormat>
  <Paragraphs>937</Paragraphs>
  <Slides>32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81</cp:revision>
  <dcterms:created xsi:type="dcterms:W3CDTF">2024-10-31T12:17:59Z</dcterms:created>
  <dcterms:modified xsi:type="dcterms:W3CDTF">2025-06-27T14:49:51Z</dcterms:modified>
</cp:coreProperties>
</file>