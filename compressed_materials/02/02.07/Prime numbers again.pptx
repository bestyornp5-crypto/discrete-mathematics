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322" r:id="rId4"/>
    <p:sldId id="321" r:id="rId5"/>
    <p:sldId id="320" r:id="rId6"/>
    <p:sldId id="319" r:id="rId7"/>
    <p:sldId id="318" r:id="rId8"/>
    <p:sldId id="317" r:id="rId9"/>
    <p:sldId id="316" r:id="rId10"/>
    <p:sldId id="315" r:id="rId11"/>
    <p:sldId id="314" r:id="rId12"/>
    <p:sldId id="284" r:id="rId13"/>
    <p:sldId id="338" r:id="rId14"/>
    <p:sldId id="337" r:id="rId15"/>
    <p:sldId id="336" r:id="rId16"/>
    <p:sldId id="335" r:id="rId17"/>
    <p:sldId id="334" r:id="rId18"/>
    <p:sldId id="333" r:id="rId19"/>
    <p:sldId id="332" r:id="rId20"/>
    <p:sldId id="331" r:id="rId21"/>
    <p:sldId id="330" r:id="rId22"/>
    <p:sldId id="329" r:id="rId23"/>
    <p:sldId id="328" r:id="rId24"/>
    <p:sldId id="327" r:id="rId25"/>
    <p:sldId id="326" r:id="rId26"/>
    <p:sldId id="325" r:id="rId27"/>
    <p:sldId id="324" r:id="rId28"/>
    <p:sldId id="323" r:id="rId29"/>
    <p:sldId id="288" r:id="rId30"/>
    <p:sldId id="341" r:id="rId31"/>
    <p:sldId id="340" r:id="rId32"/>
    <p:sldId id="339" r:id="rId33"/>
    <p:sldId id="294" r:id="rId34"/>
    <p:sldId id="346" r:id="rId35"/>
    <p:sldId id="345" r:id="rId36"/>
    <p:sldId id="344" r:id="rId37"/>
    <p:sldId id="343" r:id="rId38"/>
    <p:sldId id="342" r:id="rId39"/>
    <p:sldId id="296" r:id="rId40"/>
    <p:sldId id="347" r:id="rId41"/>
    <p:sldId id="353" r:id="rId42"/>
    <p:sldId id="352" r:id="rId43"/>
    <p:sldId id="351" r:id="rId44"/>
    <p:sldId id="350" r:id="rId45"/>
    <p:sldId id="349" r:id="rId46"/>
    <p:sldId id="348" r:id="rId47"/>
    <p:sldId id="309" r:id="rId48"/>
    <p:sldId id="360" r:id="rId49"/>
    <p:sldId id="359" r:id="rId50"/>
    <p:sldId id="358" r:id="rId51"/>
    <p:sldId id="357" r:id="rId52"/>
    <p:sldId id="356" r:id="rId53"/>
    <p:sldId id="355" r:id="rId54"/>
    <p:sldId id="354" r:id="rId55"/>
    <p:sldId id="313" r:id="rId56"/>
    <p:sldId id="365" r:id="rId57"/>
    <p:sldId id="364" r:id="rId58"/>
    <p:sldId id="363" r:id="rId59"/>
    <p:sldId id="362" r:id="rId60"/>
    <p:sldId id="361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7-22T18:17:40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16104 12665 0,'0'-18'46,"18"18"-30,0 0 15,17 0-15,35-35 15,54 0 0,-106 17-31,-1 18 0,1 0 16,35-18 15,-18 1 1,-35 34-1,-18 107 0,1-89-31,-19 141 31,-52 89 1,53-124-1,35-123-31,-18-1 15</inkml:trace>
  <inkml:trace contextRef="#ctx0" brushRef="#br0" timeOffset="211.6">16263 13018 0,'0'0'0,"124"17"31,-89-17-31,53 0 31</inkml:trace>
  <inkml:trace contextRef="#ctx0" brushRef="#br0" timeOffset="5157.87">16775 12259 0,'-18'-18'31,"18"1"-15,18 34 47,70 19-32,-35-1 0,-53 0-15,-18 36 15,0-36-15,18-17-16,18 17 15,53-17 16,-54-18-15,71-36 0</inkml:trace>
  <inkml:trace contextRef="#ctx0" brushRef="#br0" timeOffset="5595.53">17321 12912 0,'0'0'0,"0"-18"16,71-17 15,52 52 1,-34 19-17</inkml:trace>
  <inkml:trace contextRef="#ctx0" brushRef="#br0" timeOffset="6056.17">17903 12735 0,'0'0'16,"18"18"15,0-18-15,52-35 15,-17-36-15,-35 36-16,70-89 31,-53 89 0,-35 53-31,-17 176 31,-19 176 1,36-317-17,0 71 1</inkml:trace>
  <inkml:trace contextRef="#ctx0" brushRef="#br0" timeOffset="8254.52">18591 12947 0,'18'0'16,"17"0"0,71 0 15,-71-18-16</inkml:trace>
  <inkml:trace contextRef="#ctx0" brushRef="#br0" timeOffset="8479.67">18662 12753 0,'0'0'0,"0"-18"31,18 18-15,35 36 0,-18-36-1,-18 0-15,36 0 16</inkml:trace>
  <inkml:trace contextRef="#ctx0" brushRef="#br0" timeOffset="9080.51">19279 12488 0,'18'0'15,"-36"0"-15,18 18 31,-53 105 1,36 71-1,70-141 0,35-106 0,-70 53-31,-1 0 0,-17 36 32,-53 140-1,89-158-15</inkml:trace>
  <inkml:trace contextRef="#ctx0" brushRef="#br0" timeOffset="9552.84">19720 12541 0,'-17'71'31,"34"-142"-31,-34 248 31,105-177 0,-53-53-15,-35 35-16,-35-52 31,-36 70 0,54 35-15,17-18-16,70 19 31</inkml:trace>
  <inkml:trace contextRef="#ctx0" brushRef="#br0" timeOffset="9734.84">19826 12665 0,'18'0'16,"-36"35"15,18 36-16,0 176 17,0-159-17,0-53-15,0 0 16,-35 53 0,17-88-16,1 0 15,-54-70 1</inkml:trace>
  <inkml:trace contextRef="#ctx0" brushRef="#br0" timeOffset="10115.94">20108 12859 0,'-17'0'15,"34"0"1,1 17 0,53-17-1,-54 0-15,1 0 16</inkml:trace>
  <inkml:trace contextRef="#ctx0" brushRef="#br0" timeOffset="10463.07">20532 12929 0,'0'-17'16,"17"-19"0,1 19-1,53-54 1,-54 54 0,71-72 15,-52 72 0,-125 317 0,37-36 1,69-246-32</inkml:trace>
  <inkml:trace contextRef="#ctx0" brushRef="#br0" timeOffset="11019.84">21008 13123 0,'18'-17'16,"-36"34"-16,53-52 16,53 17-1,1 18 1,-54 0-1,0 18 1</inkml:trace>
  <inkml:trace contextRef="#ctx0" brushRef="#br0" timeOffset="11206.91">21096 12965 0,'0'-18'0,"0"36"0,18-71 32,-1 53-32,1 0 15,88-18 1,-36 0 0</inkml:trace>
  <inkml:trace contextRef="#ctx0" brushRef="#br0" timeOffset="11639.81">21766 12594 0,'0'0'16,"-17"18"0,-36 88 15,35-1-16,18-87-15,71 70 32,35-105-1,-89 34-15,-34 54-1,-1-36-15,-17 106 31,52-105-15</inkml:trace>
  <inkml:trace contextRef="#ctx0" brushRef="#br0" timeOffset="12660.49">22154 12929 0,'36'18'16,"52"-53"15,-18-18-15,-52 17-16,0 19 16,17-54-1,-35 54-15,-53-72 31,53 72-15,-70-18 0,34 70 15,36-18-15,-17 177-1,17-141 1,0 194-1,0-211 1,-36 122 15,19-122-31,-54 17 32,18-159-1,141-35 0,-70 105-31,53-52 16</inkml:trace>
  <inkml:trace contextRef="#ctx0" brushRef="#br0" timeOffset="20984.05">16140 14429 0,'17'-18'15,"19"-35"1,-19 35 0,36-70-1,-35 71-15,-18-1 16,35-35-1,-35 159 17,-18 17-17,1-87 1,34 105 0</inkml:trace>
  <inkml:trace contextRef="#ctx0" brushRef="#br0" timeOffset="21287.35">16457 14411 0,'0'0'0,"53"-88"32,-35 53-17,35-54 1,-36 72 0,1 34-1,-36 124 1,1 71 15,17-194-15,0-1-16,0 1 0</inkml:trace>
  <inkml:trace contextRef="#ctx0" brushRef="#br0" timeOffset="21977.63">16880 13864 0,'0'-17'16,"36"17"15,-19-18-15,1 36 15,-36 17 0,1-18-31,-19 72 32,54 16-1,70-87 0,-52-36-15</inkml:trace>
  <inkml:trace contextRef="#ctx0" brushRef="#br0" timeOffset="22302.75">17339 14270 0,'0'0'0,"18"18"15,35 17 17,0-35-17,-36 0-15</inkml:trace>
  <inkml:trace contextRef="#ctx0" brushRef="#br0" timeOffset="22652.05">17780 14323 0,'18'-18'31,"-1"1"-15,19-54-1,-19 53-15,1 1 16,52-72 0,-52 54-1,17 18 1,-35 34 0,-35 160-1,0 34 16,52-193-15,-17 0-16,18-1 16</inkml:trace>
  <inkml:trace contextRef="#ctx0" brushRef="#br0" timeOffset="22973.95">18397 14358 0,'0'0'0,"89"35"15,-72-17 1,71 17 15,-70-52-31</inkml:trace>
  <inkml:trace contextRef="#ctx0" brushRef="#br0" timeOffset="23130.03">18574 14199 0,'0'0'16,"53"0"15,-36 0-31,1 0 16,70-17-1</inkml:trace>
  <inkml:trace contextRef="#ctx0" brushRef="#br0" timeOffset="24222.35">19191 14358 0,'-18'0'16,"54"-18"15,-36 1-15,88-71-1,-70 70 1,17 18-1,-35 18 1,0 17-16,-18 88 16,18-70-1,0-17-15,0 87 16</inkml:trace>
  <inkml:trace contextRef="#ctx0" brushRef="#br0" timeOffset="24507.94">19491 14199 0,'0'0'0,"18"-17"16,70-36 15,-18 70-16,-52 1-15,0 123 32,-54 53-1,54-141-15,-18-35-16,18-1 0,87-17 31,-87-17-31</inkml:trace>
  <inkml:trace contextRef="#ctx0" brushRef="#br0" timeOffset="24787.95">20038 14340 0,'17'0'31,"1"-17"-15,70-107-1,0 18 17,-70 89-17,-18 34-15,-70 195 31,52-159-31,0 0 16,18 88 0,0-123-16</inkml:trace>
  <inkml:trace contextRef="#ctx0" brushRef="#br0" timeOffset="25083.4">20567 14270 0,'35'53'16,"53"-18"15,-52-35-15,17-18-16</inkml:trace>
  <inkml:trace contextRef="#ctx0" brushRef="#br0" timeOffset="25462.51">20955 14429 0,'0'0'0,"18"0"15,17-53 1,18 17 0,53-105-1,-89 106 1,1 17-16,35-52 15,-88 158 17,-1 18-17,-17 123 1,36-176 0,17-18-16,17 1 15</inkml:trace>
  <inkml:trace contextRef="#ctx0" brushRef="#br0" timeOffset="25787.45">21555 14411 0,'35'35'31,"71"-17"-15,-89-18 0,19-18-1</inkml:trace>
  <inkml:trace contextRef="#ctx0" brushRef="#br0" timeOffset="25961.52">21572 14270 0,'0'0'16,"53"18"15,88-18 1,-105 0-32,-1 0 0</inkml:trace>
  <inkml:trace contextRef="#ctx0" brushRef="#br0" timeOffset="26362.03">22049 14411 0,'17'-18'32,"54"-70"-1,35-53 0,-71 123 0,-106 230 1,36-88-17,35-107 1</inkml:trace>
  <inkml:trace contextRef="#ctx0" brushRef="#br0" timeOffset="26632.09">22384 14093 0,'0'0'0,"35"0"16,-17 0-16,-1 0 15,54 18 1,-53 0-16,17 105 31,-70-35-15,17-70-16,-17 123 31,70-123-15,88-71-1</inkml:trace>
  <inkml:trace contextRef="#ctx0" brushRef="#br0" timeOffset="26906.68">23054 14217 0,'0'0'0,"-18"18"16,1-1-16,-19 89 15,54-71 1,70-17 0,-52-36-1,105-140 1,-124 122 0,1 1-16,-53-88 15,-36 105 1,-123 106-1,176-53 1,-17 1-16,-18 87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7-22T18:41:37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8008 17268 0,'-18'-17'31,"1"34"0,-18 54 0,-1-18-15,1 88 15,-18-17-15,53-107-16,-35-17 31</inkml:trace>
  <inkml:trace contextRef="#ctx0" brushRef="#br0" timeOffset="250.65">7743 17286 0,'0'0'0,"71"35"32,-53-17-32,105 123 31,-52-53-15,-36-52-16,-17-19 15,-1 1-15</inkml:trace>
  <inkml:trace contextRef="#ctx0" brushRef="#br0" timeOffset="592.27">8308 17445 0,'0'0'0,"18"0"16,34 18 0,-34-18-1,0 17-15,35 1 16</inkml:trace>
  <inkml:trace contextRef="#ctx0" brushRef="#br0" timeOffset="797.85">8343 17304 0,'0'0'0,"35"0"31,54 17 0,-72-17-31</inkml:trace>
  <inkml:trace contextRef="#ctx0" brushRef="#br0" timeOffset="1114.3">8696 17374 0,'18'-17'31,"-1"-1"-15,36-53-1,0 1 16,-35 88-15,-1 176 15,54-71 1,-36-141-17</inkml:trace>
  <inkml:trace contextRef="#ctx0" brushRef="#br0" timeOffset="1394.89">9119 17216 0,'0'0'0,"-17"88"16,17-18 0,35 71-1,71-123 16,-71-141-15,-70-89 15,-36 194-15,54 36 0,-54 158-1,89-105 1,17-18-1</inkml:trace>
  <inkml:trace contextRef="#ctx0" brushRef="#br0" timeOffset="1698.47">9631 17180 0,'0'0'0,"0"36"16,0-19-16,35 89 15,-17-88 1,70 70 0,-53-141-1,-17 35 1,-18-158 0,-18 141-1,-88-1 1,89 54-1,-36 158 1,53-123 0,70 53-1</inkml:trace>
  <inkml:trace contextRef="#ctx0" brushRef="#br0" timeOffset="1987.57">10125 17233 0,'0'18'0,"0"17"16,53 142 15,-36-160-31,1 1 0,70-53 31,-35-195 0,-71 195-31,-87-71 32,-1 282-1,123-70-15,19-17-1</inkml:trace>
  <inkml:trace contextRef="#ctx0" brushRef="#br0" timeOffset="2251.67">10636 17392 0,'53'71'31,"-106"-142"-31,124 0 31,-71 36-31,-88-124 31,-18 265 1,106 88-1</inkml:trace>
  <inkml:trace contextRef="#ctx0" brushRef="#br0" timeOffset="7733.27">18503 17304 0,'-17'17'16,"-1"-17"-1,-35 36 1,35-19 0,1-17-1,-1 0 1,0 18 0,-34 0 15,34-18-16,18 17-15,-53 1 16,35-18 0,1 18-1,-1-18 17,36 0-17,17 0 1,-17 0-1,-1 17-15,54 18 16,-54-35 0,89 36-1,-88-36 1</inkml:trace>
  <inkml:trace contextRef="#ctx0" brushRef="#br0" timeOffset="7972.85">18221 17692 0,'71'17'31,"-142"-34"-31,212 52 16</inkml:trace>
  <inkml:trace contextRef="#ctx0" brushRef="#br0" timeOffset="8689.36">18697 17709 0,'0'0'0,"18"-17"16,0-1-16,-18 1 15,88-72 1,-71 72 0,36-89-1,-35 88-15,-36 18 32,18 18-17,-35 105 1,35-70-1,18-17-15,-18-19 0,35 18 16,-17-35 0</inkml:trace>
  <inkml:trace contextRef="#ctx0" brushRef="#br0" timeOffset="8969.58">19103 17604 0,'0'17'0,"0"-34"0,0 52 15,0 71 1,18-89 0,52 1-1,-52-18-15,52-159 32,-70 142-17,-35-72 1,17 72-1,1 17-15,-71 53 16,70-36 0,0 1-16,18 0 15,0-1-15,0 19 0,71-1 32</inkml:trace>
  <inkml:trace contextRef="#ctx0" brushRef="#br0" timeOffset="9268.73">19491 17657 0,'0'35'0,"0"-70"0,35 176 31,53-194 0,-70 17-31,0-140 32,-54 123-17,-69 106 17,87-35-32,0 105 31,18-105-31,18-1 0</inkml:trace>
  <inkml:trace contextRef="#ctx0" brushRef="#br0" timeOffset="9584.93">19808 17657 0,'0'0'0,"18"70"32,53-52-1,-1-159 0,-158 52 0,35 107-15,35 0-16,1 88 31,34-54-15</inkml:trace>
  <inkml:trace contextRef="#ctx0" brushRef="#br0" timeOffset="9875.02">20144 17604 0,'35'88'32,"-70"-176"-32,158 141 31,-70-159 0,-71 35-15,18 54-16,-88 17 31,35 52-15,36 1-1</inkml:trace>
  <inkml:trace contextRef="#ctx0" brushRef="#br0" timeOffset="14001.37">17551 17463 0,'0'-18'31,"-18"36"0,18 123 0,-18-18-15,18-88-16,0 36 16,0 17-1,0-70-15,0-1 31,-17-140 1,34 17-17,19-70 17,-1 123-17,-35 35-15,71-35 31,-36 71-15,-18-18-16,36 70 31,-70 1-15,-89 0 15,88-71-15</inkml:trace>
  <inkml:trace contextRef="#ctx0" brushRef="#br0" timeOffset="14999.79">17022 17304 0,'-36'0'31,"19"0"-31,-19 35 16,19-35 0,17 18-16,-36-1 15,19-17 17,17 18-17,-18-18-15,1 0 16,-19 35 15,1 1 0,-18-19 16,0-17-16,0 35 1,0-17-1,36 0 0,70-1 0,52 36 1,72 35-1,-142-70-31,71 17 31,-88-17-31</inkml:trace>
  <inkml:trace contextRef="#ctx0" brushRef="#br0" timeOffset="17830.87">14288 17286 0,'17'-18'31,"1"1"-15,-1 17-16,1 0 16,88 0 15,-36-18 0,-52 18 0,0 0-31,-18 18 0,-18 70 32,-52 124-1,-19 88 0,72-248-31,-1 19 31,18-89-31</inkml:trace>
  <inkml:trace contextRef="#ctx0" brushRef="#br0" timeOffset="18018.62">14323 17621 0,'17'-17'32,"-34"34"-32,158 1 31,-106-18-31,142-35 31</inkml:trace>
  <inkml:trace contextRef="#ctx0" brushRef="#br0" timeOffset="18552.53">15152 17251 0,'0'0'0,"-71"0"31,54 106 1,52-18-17,53-70 16,-53-89-15,-35-35 15,-17 71-15,17 17-16,-18 18 16,0 0-1,36 71 16,17 17-15,36 35 15,-53-34-15,-1-72-16,-17 19 16,-35 69-1,17-87-15,1 0 16,-54 17-1,53-35-15,1-18 16,-1-35 0</inkml:trace>
  <inkml:trace contextRef="#ctx0" brushRef="#br0" timeOffset="19026.48">15558 17339 0,'-18'0'15,"18"18"-15,0-1 16,-18 89 0,36 35-1,0-88-15,70 124 32,-35-177-17,-36 0-15,36-194 31,-53 158-15,-17 1-16,-19-106 16,19 123-1,-89 36 1,88 17 0,1 124-1,17-124 1,17 0-16,36 18 15</inkml:trace>
  <inkml:trace contextRef="#ctx0" brushRef="#br0" timeOffset="19329.07">15981 17604 0,'0'17'0,"0"-34"0,0 175 15,17-122 1,-17-19-16,89 54 16,17-248 15,-106 142-15,-18-176-1,0 193 1,-193 53-1,105 230 32,106-230-47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customXml" Target="../ink/ink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customXml" Target="../ink/ink2.xml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62A7-95E2-23B0-E6E5-EDCE8202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F1FCA1B9-FBD7-B6A7-9F5C-134DE5BF54B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B5B9D0C-633E-53A3-4C3D-9BCFE0C47F4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B5B9D0C-633E-53A3-4C3D-9BCFE0C47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2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20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B0E5-A5E4-B5BE-3A4C-7A9F6732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490A6E-21CA-290A-FA86-A37B72A2B79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490A6E-21CA-290A-FA86-A37B72A2B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2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E49D747-BC11-23AC-5FD6-392E5BCC3C0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E49D747-BC11-23AC-5FD6-392E5BCC3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l="-707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3CCDEBB-BCBC-9BB4-BE14-0F3A9CD2860E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49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9F73-A15A-D4FE-170C-A469DD2A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EDE582A-716E-5C98-BE17-812DE958DF4C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EDE582A-716E-5C98-BE17-812DE958D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830997"/>
              </a:xfrm>
              <a:prstGeom prst="rect">
                <a:avLst/>
              </a:prstGeom>
              <a:blipFill>
                <a:blip r:embed="rId3"/>
                <a:stretch>
                  <a:fillRect l="-70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C81C982-4804-58B6-C28A-7B3BFC9A73B6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C2CE768-B5A1-3DFF-6A5D-AC229E1B3B72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C2CE768-B5A1-3DFF-6A5D-AC229E1B3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4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61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D5A2-C5B6-27D0-4CA9-953FDA3C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4853982-CC6C-0797-C416-40B3A758DC3F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4853982-CC6C-0797-C416-40B3A758D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1200329"/>
              </a:xfrm>
              <a:prstGeom prst="rect">
                <a:avLst/>
              </a:prstGeom>
              <a:blipFill>
                <a:blip r:embed="rId3"/>
                <a:stretch>
                  <a:fillRect l="-707" t="-4592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228F2B8-0C50-3A4D-2EEC-5E709C088581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A46AD4F-B4E5-A26A-ED01-D94DE19F03D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A46AD4F-B4E5-A26A-ED01-D94DE19F0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4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40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4B62-6368-2F9E-18B8-FD90F0BC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07A901E-682F-3C87-44A2-2A2F6794F316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07A901E-682F-3C87-44A2-2A2F6794F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1569660"/>
              </a:xfrm>
              <a:prstGeom prst="rect">
                <a:avLst/>
              </a:prstGeom>
              <a:blipFill>
                <a:blip r:embed="rId3"/>
                <a:stretch>
                  <a:fillRect l="-707"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D513AEF-8081-28E8-3079-7BEBC7F36FB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C71CDB-86DA-5DB1-581F-7AF8F92C025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C71CDB-86DA-5DB1-581F-7AF8F92C0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4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73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2CDB6-408C-630E-D962-4356EECB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96C18C8-C4A3-06FE-0061-E2E13841CF62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96C18C8-C4A3-06FE-0061-E2E13841C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1938992"/>
              </a:xfrm>
              <a:prstGeom prst="rect">
                <a:avLst/>
              </a:prstGeom>
              <a:blipFill>
                <a:blip r:embed="rId3"/>
                <a:stretch>
                  <a:fillRect l="-707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64AE333-A684-8B28-E903-093943535E2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DFAB6F3-CE24-EEE8-EF37-9703EFEEEC6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DFAB6F3-CE24-EEE8-EF37-9703EFEEE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4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54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F9873-3A38-FFBB-C81E-B72E2F90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12399B1-331D-2757-316C-C108B58A547C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know whether p is prime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12399B1-331D-2757-316C-C108B58A5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blipFill>
                <a:blip r:embed="rId3"/>
                <a:stretch>
                  <a:fillRect l="-707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C25E1CD-2E95-1FE8-1666-1E2FAB292CA8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FA38ADF-EDB8-CBB7-027D-7F0460F27BD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FA38ADF-EDB8-CBB7-027D-7F0460F27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4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43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A87C-FAF8-8F23-18C7-91768819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A6D37D9-76BB-684A-A80E-525CEA6B5B2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know whether p is prime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A6D37D9-76BB-684A-A80E-525CEA6B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blipFill>
                <a:blip r:embed="rId3"/>
                <a:stretch>
                  <a:fillRect l="-707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1DD2F54-5A28-2F1F-E7A6-E57A3D513920}"/>
                  </a:ext>
                </a:extLst>
              </p:cNvPr>
              <p:cNvSpPr txBox="1"/>
              <p:nvPr/>
            </p:nvSpPr>
            <p:spPr>
              <a:xfrm>
                <a:off x="58810" y="3555266"/>
                <a:ext cx="105448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Therefore, a number 𝑝 can be prime only 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1DD2F54-5A28-2F1F-E7A6-E57A3D513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555266"/>
                <a:ext cx="10544874" cy="461665"/>
              </a:xfrm>
              <a:prstGeom prst="rect">
                <a:avLst/>
              </a:prstGeom>
              <a:blipFill>
                <a:blip r:embed="rId4"/>
                <a:stretch>
                  <a:fillRect l="-925"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7A94C734-E57D-758E-36FA-EE83CD9345D0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688CEC6-F306-CDDD-562A-676D709D6017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688CEC6-F306-CDDD-562A-676D709D6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5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87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93CE2-CD96-72F0-5FA6-4999EDC8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8224D7F-CB92-E2BA-AFCB-41A54C16AD0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know whether p is prime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8224D7F-CB92-E2BA-AFCB-41A54C16A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blipFill>
                <a:blip r:embed="rId3"/>
                <a:stretch>
                  <a:fillRect l="-707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B72A9BC-5EBE-0C6E-D76D-46513DF0D802}"/>
                  </a:ext>
                </a:extLst>
              </p:cNvPr>
              <p:cNvSpPr txBox="1"/>
              <p:nvPr/>
            </p:nvSpPr>
            <p:spPr>
              <a:xfrm>
                <a:off x="58810" y="3555266"/>
                <a:ext cx="1054487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Therefore, a number 𝑝 can be prime only 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However, the numbers generated by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the same as those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generated by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23=6⋅3+5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but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23=6⋅4−1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B72A9BC-5EBE-0C6E-D76D-46513DF0D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555266"/>
                <a:ext cx="10544874" cy="1200329"/>
              </a:xfrm>
              <a:prstGeom prst="rect">
                <a:avLst/>
              </a:prstGeom>
              <a:blipFill>
                <a:blip r:embed="rId4"/>
                <a:stretch>
                  <a:fillRect l="-925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2F37E8D-8B1F-3D9F-BC56-FFC4FCE70E0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0CD4232-7DB9-7ABA-DE1B-4AC6E0D717E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0CD4232-7DB9-7ABA-DE1B-4AC6E0D71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5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240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70BA-78DF-779F-1959-3800DD58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1CFEDCD-6C49-53F6-3E5C-6D3241C9D2A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not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do not know whether p is prime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1CFEDCD-6C49-53F6-3E5C-6D3241C9D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2308324"/>
              </a:xfrm>
              <a:prstGeom prst="rect">
                <a:avLst/>
              </a:prstGeom>
              <a:blipFill>
                <a:blip r:embed="rId3"/>
                <a:stretch>
                  <a:fillRect l="-707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3ABA56B-F7E8-B6E6-405B-0BAEE61818F6}"/>
                  </a:ext>
                </a:extLst>
              </p:cNvPr>
              <p:cNvSpPr txBox="1"/>
              <p:nvPr/>
            </p:nvSpPr>
            <p:spPr>
              <a:xfrm>
                <a:off x="58810" y="3555266"/>
                <a:ext cx="1079494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Therefore, a number 𝑝 can be prime only 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However, the numbers generated by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the same as those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generated by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23=6⋅3+5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but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23=6⋅4−1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Thus, indeed, the only possible prime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form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k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3ABA56B-F7E8-B6E6-405B-0BAEE618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555266"/>
                <a:ext cx="10794943" cy="2308324"/>
              </a:xfrm>
              <a:prstGeom prst="rect">
                <a:avLst/>
              </a:prstGeom>
              <a:blipFill>
                <a:blip r:embed="rId4"/>
                <a:stretch>
                  <a:fillRect l="-904" t="-2375" b="-4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4B928CD-DB2C-0775-4189-4D12B75280D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27B03CA-73F0-F6E5-5B9E-0E90098EE8E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check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ℤ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27B03CA-73F0-F6E5-5B9E-0E90098EE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788933" cy="461665"/>
              </a:xfrm>
              <a:prstGeom prst="rect">
                <a:avLst/>
              </a:prstGeom>
              <a:blipFill>
                <a:blip r:embed="rId5"/>
                <a:stretch>
                  <a:fillRect l="-82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054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4A364-CB16-DAA5-0526-1240B5DE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EFDC7FA-5B14-AC03-1DE0-DC48F7DBC35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EFDC7FA-5B14-AC03-1DE0-DC48F7DBC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CFE948CB-DB5E-2263-DEDF-1171420C021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936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F214-03FB-E8D7-5D78-DD7A35B0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0357B9A-5B39-CD4D-8105-DF7AE3A9F89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0357B9A-5B39-CD4D-8105-DF7AE3A9F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27CD0E5D-2AC3-B4F6-94CF-A4FF9D2912D6}"/>
              </a:ext>
            </a:extLst>
          </p:cNvPr>
          <p:cNvSpPr txBox="1"/>
          <p:nvPr/>
        </p:nvSpPr>
        <p:spPr>
          <a:xfrm>
            <a:off x="58811" y="1246942"/>
            <a:ext cx="1080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965421D-BD5E-5869-7859-5B3C6C1B396E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19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F73C-5EC3-D8D1-0EF7-59BAD903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54E936-8D96-9014-87F1-7B3055288F3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54E936-8D96-9014-87F1-7B3055288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B76B26A-634C-3D65-E605-1A535EE68389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84035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B76B26A-634C-3D65-E605-1A535EE68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8403583" cy="461665"/>
              </a:xfrm>
              <a:prstGeom prst="rect">
                <a:avLst/>
              </a:prstGeom>
              <a:blipFill>
                <a:blip r:embed="rId3"/>
                <a:stretch>
                  <a:fillRect l="-1161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ADF8129A-7594-B90C-5A36-D6F6DAAAFFD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36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F3A0-51CC-FC0D-1E94-CB2E09A3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E4656D5-2E6C-0D1D-2993-7B1FA7B0427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E4656D5-2E6C-0D1D-2993-7B1FA7B04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467AB10-FCBC-C1F2-6036-910D126DA97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467AB10-FCBC-C1F2-6036-910D126DA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924A434-23CB-F111-2DA3-88A4327C2AD3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924A434-23CB-F111-2DA3-88A4327C2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EDD363F-304D-971B-CA95-442C4C6346A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988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A7C9-785A-AC51-95DC-0791E8BF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04C5321-E620-0361-A332-0A3C9D65D102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04C5321-E620-0361-A332-0A3C9D65D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C369DE7-91A1-0068-8BD6-73945F019BEE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C369DE7-91A1-0068-8BD6-73945F019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4B91925-22B9-06B5-EE1F-314BD5C5AF48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4B91925-22B9-06B5-EE1F-314BD5C5A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9ACFADB-7B91-696A-2AF9-5697541C2FB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FE98-5AFF-D099-81B3-C91AE70A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A163B77-D6D5-1AC8-F210-727B6B0FBE6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A163B77-D6D5-1AC8-F210-727B6B0FB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89AA254-B7D9-92F6-5D96-62DE75B91BC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89AA254-B7D9-92F6-5D96-62DE75B91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1DAC79F-48F9-61C3-2156-600B9F07F841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1DAC79F-48F9-61C3-2156-600B9F07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7EF6B7C-7C11-A771-BABA-22338959AEA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405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D3FE-6FEE-6194-C157-3CE16441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128E2F6-BCBB-4B5D-3A3F-70FA9564EE0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128E2F6-BCBB-4B5D-3A3F-70FA9564E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B21400C-395B-F73A-FAA7-F653975DC478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B21400C-395B-F73A-FAA7-F653975DC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888F8FA-306B-EF58-D408-48F7B453FFCF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888F8FA-306B-EF58-D408-48F7B453F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AC706A51-787C-9434-82CC-0A05E1ACA4F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34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CA13-BB23-C7EB-B5FD-A2003F7F2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B7110A1-66C7-59AB-E3B4-2C544E74BB11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B7110A1-66C7-59AB-E3B4-2C544E74B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AF77B09-CBDA-140C-ECB2-F0C5B32D91C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AF77B09-CBDA-140C-ECB2-F0C5B32D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AC9F5A6-E2F0-CA2C-E92F-0E3007B52E12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AC9F5A6-E2F0-CA2C-E92F-0E3007B52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DE03418-31F2-B588-9A15-F1DF9192053F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964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7D31-1B7F-CCB9-3430-84FFEE79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80ED4DA-76B0-9F9B-0CDF-3D767A32619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80ED4DA-76B0-9F9B-0CDF-3D767A326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51E260E-CEE6-BE6D-C1AA-9F9FC317EA6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51E260E-CEE6-BE6D-C1AA-9F9FC317E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9033A70-D6D8-9A6D-05BF-33E248E30187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9033A70-D6D8-9A6D-05BF-33E248E30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31AE6BC4-0DFE-B876-6E87-255F371F5A00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30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5801-3CCA-5E2C-F9D0-E501A479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847D4AB-251F-DA0F-B38A-88E8C60CA8A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847D4AB-251F-DA0F-B38A-88E8C60CA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1DB0ACC-AA83-6D73-F062-7C59BB19F27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1DB0ACC-AA83-6D73-F062-7C59BB19F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3E448F-3CDB-3582-671C-FF5B2BC4EFC8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3E448F-3CDB-3582-671C-FF5B2BC4E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AC30A39-F7AC-10B8-B5D8-60036610FF0B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AC30A39-F7AC-10B8-B5D8-60036610F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1069096-4D83-8F30-64BE-79F52B0C29C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470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360E-3391-232A-6A42-3854CE8D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2C6420E-2D02-8889-43DB-867CDE4BB30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2C6420E-2D02-8889-43DB-867CDE4BB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5DC394C-5BB3-8EEC-8B84-F3EA1BE5158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5DC394C-5BB3-8EEC-8B84-F3EA1BE51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1CAD71A-2F1B-5D76-D745-0CAAD8D5833D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1CAD71A-2F1B-5D76-D745-0CAAD8D58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1B6B1C4-73AE-69F5-DF77-01CEA1F4C312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1B6B1C4-73AE-69F5-DF77-01CEA1F4C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9A46CE5-4506-14B3-4D5A-E7450F70C014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9A46CE5-4506-14B3-4D5A-E7450F70C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461665"/>
              </a:xfrm>
              <a:prstGeom prst="rect">
                <a:avLst/>
              </a:prstGeom>
              <a:blipFill>
                <a:blip r:embed="rId6"/>
                <a:stretch>
                  <a:fillRect l="-707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A48EA76-4FEC-2F9E-03DD-2CF252AB253A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121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E3C9-1B5C-0625-71C0-7D7BEB65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CEF04E7-19F3-93AB-DAA9-C648623E262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CEF04E7-19F3-93AB-DAA9-C648623E2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B440FFD-A2F9-BB39-45B5-D9535493389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B440FFD-A2F9-BB39-45B5-D95354933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3AC133D-98D2-FD16-BFE9-CE07C89FFC5D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3AC133D-98D2-FD16-BFE9-CE07C89FF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45757EF-AE83-7777-E304-A7D9E30D2C5B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45757EF-AE83-7777-E304-A7D9E30D2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85B4BB1-961B-D63F-D107-CBDCF9B5D0B2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and: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85B4BB1-961B-D63F-D107-CBDCF9B5D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830997"/>
              </a:xfrm>
              <a:prstGeom prst="rect">
                <a:avLst/>
              </a:prstGeom>
              <a:blipFill>
                <a:blip r:embed="rId6"/>
                <a:stretch>
                  <a:fillRect l="-70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4B19A63-89AF-09A3-16ED-3ABC4D8753A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36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32FAE-9E92-10A5-5751-53795C49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9BC2D62-D4B9-F3D0-2122-784293E9B5F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9BC2D62-D4B9-F3D0-2122-784293E9B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51197B6-8415-DA88-9D9A-17BE1B0B0C9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51197B6-8415-DA88-9D9A-17BE1B0B0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26C19A-A17B-4AAA-C7FF-DE73A1FFB72F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26C19A-A17B-4AAA-C7FF-DE73A1FFB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3E10B49-68E7-0A40-4B22-A79D2CD6906C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3E10B49-68E7-0A40-4B22-A79D2CD69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89CC927-81DB-1C05-2ADD-1659FF3E3F2B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89CC927-81DB-1C05-2ADD-1659FF3E3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1200329"/>
              </a:xfrm>
              <a:prstGeom prst="rect">
                <a:avLst/>
              </a:prstGeom>
              <a:blipFill>
                <a:blip r:embed="rId6"/>
                <a:stretch>
                  <a:fillRect l="-707" t="-4569" b="-9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B75A7A6-ECD5-8058-F606-67BD541C641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94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4C4D-45AC-00C2-83B7-523BFFAB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C6F6AEB-005B-A57E-CD19-280647D0645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C6F6AEB-005B-A57E-CD19-280647D06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073A7BF-BF17-A8E2-4E5F-28F80490A58C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073A7BF-BF17-A8E2-4E5F-28F80490A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F30D052-7702-CD31-C6C8-FB0556E7D66C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F30D052-7702-CD31-C6C8-FB0556E7D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CC9A949-7E84-4780-E67F-EE4F84B9AE95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CC9A949-7E84-4780-E67F-EE4F84B9A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009D91E-140D-8F9F-035D-BD90E82CA979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009D91E-140D-8F9F-035D-BD90E82CA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1569660"/>
              </a:xfrm>
              <a:prstGeom prst="rect">
                <a:avLst/>
              </a:prstGeom>
              <a:blipFill>
                <a:blip r:embed="rId6"/>
                <a:stretch>
                  <a:fillRect l="-707" t="-3502" b="-7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A12D282E-14D8-7581-14DB-6E5DBE0950A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684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24B8E-C9E8-3224-8004-5D637C460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147E010-74F6-B7C7-7733-FAB5BD45F31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147E010-74F6-B7C7-7733-FAB5BD45F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8CD1D89-F197-2AFF-0426-3E36136A55A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8CD1D89-F197-2AFF-0426-3E36136A5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8521F1A-2EE7-5DC8-27B3-501C9CFA3AD6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8521F1A-2EE7-5DC8-27B3-501C9CFA3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4BDA3CA-5E30-2DD2-6838-56841C31CF61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4BDA3CA-5E30-2DD2-6838-56841C31C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082FC6F-6E2D-A2E8-8BEE-630739AE426D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lvl="1"/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082FC6F-6E2D-A2E8-8BEE-630739AE4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1938992"/>
              </a:xfrm>
              <a:prstGeom prst="rect">
                <a:avLst/>
              </a:prstGeom>
              <a:blipFill>
                <a:blip r:embed="rId6"/>
                <a:stretch>
                  <a:fillRect l="-707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9A696D4-FC5B-47E1-C80B-E570D8E6A0A3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992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3BC7-ACE6-766D-8C76-2B4BDAA7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7A5494E-5661-EF2D-C8D1-8335E0A24CE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7A5494E-5661-EF2D-C8D1-8335E0A24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047E2B6-1443-694A-ADD7-517CCFDE793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047E2B6-1443-694A-ADD7-517CCFDE7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D5E49FE-0B04-3D54-B658-FE6F95E95521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D5E49FE-0B04-3D54-B658-FE6F95E95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D8824E0-80C6-87EF-3C73-13025D02F7E9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D8824E0-80C6-87EF-3C73-13025D02F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9B9C470-A02D-5219-7FA1-9BF25D9C7D91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lvl="1"/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9B9C470-A02D-5219-7FA1-9BF25D9C7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1938992"/>
              </a:xfrm>
              <a:prstGeom prst="rect">
                <a:avLst/>
              </a:prstGeom>
              <a:blipFill>
                <a:blip r:embed="rId6"/>
                <a:stretch>
                  <a:fillRect l="-707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4E27AD6-7C65-1F20-D355-9CC9C9A04696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8EEB6F6-008F-F701-085A-DC30D75EA2C7}"/>
              </a:ext>
            </a:extLst>
          </p:cNvPr>
          <p:cNvSpPr txBox="1"/>
          <p:nvPr/>
        </p:nvSpPr>
        <p:spPr>
          <a:xfrm>
            <a:off x="58811" y="4599738"/>
            <a:ext cx="4288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Q.E.D.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847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BC3F-2422-AC33-E382-DB1CAEBB1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EACAE84-8455-C6BE-8AD0-24903F48879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 prime number, 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24|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p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EACAE84-8455-C6BE-8AD0-24903F488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801034" cy="461665"/>
              </a:xfrm>
              <a:prstGeom prst="rect">
                <a:avLst/>
              </a:prstGeom>
              <a:blipFill>
                <a:blip r:embed="rId2"/>
                <a:stretch>
                  <a:fillRect l="-9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E3F1810-C34B-009E-02B5-3F162471895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±1,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substitute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E3F1810-C34B-009E-02B5-3F162471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0730053" cy="461665"/>
              </a:xfrm>
              <a:prstGeom prst="rect">
                <a:avLst/>
              </a:prstGeom>
              <a:blipFill>
                <a:blip r:embed="rId3"/>
                <a:stretch>
                  <a:fillRect l="-9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13F1219-5118-370A-A5BA-F336CE5DC761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±1</m:t>
                              </m:r>
                            </m:e>
                          </m:d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+1−1=36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±12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13F1219-5118-370A-A5BA-F336CE5D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2074378" cy="461665"/>
              </a:xfrm>
              <a:prstGeom prst="rect">
                <a:avLst/>
              </a:prstGeom>
              <a:blipFill>
                <a:blip r:embed="rId4"/>
                <a:stretch>
                  <a:fillRect l="-152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C65990C-54FD-E15D-B769-F10A6FAFD7CF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know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show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C65990C-54FD-E15D-B769-F10A6FAFD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73D05F5-343B-1FA8-9F5F-82BD43844255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odd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+4</m:t>
                    </m:r>
                  </m:oMath>
                </a14:m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−1=3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𝑙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−1=6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𝑙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lvl="1"/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2|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±1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73D05F5-343B-1FA8-9F5F-82BD43844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2074378" cy="1938992"/>
              </a:xfrm>
              <a:prstGeom prst="rect">
                <a:avLst/>
              </a:prstGeom>
              <a:blipFill>
                <a:blip r:embed="rId6"/>
                <a:stretch>
                  <a:fillRect l="-707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88CFA40-B3F2-6093-1DCC-C29AEB0BB369}"/>
              </a:ext>
            </a:extLst>
          </p:cNvPr>
          <p:cNvSpPr txBox="1"/>
          <p:nvPr/>
        </p:nvSpPr>
        <p:spPr>
          <a:xfrm>
            <a:off x="58811" y="4599738"/>
            <a:ext cx="4288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Q.E.D.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B53026E-BEA7-C568-DB5A-8B6F5616381E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09474965-D4AC-1C8D-7BF5-FB7E53899B50}"/>
                  </a:ext>
                </a:extLst>
              </p14:cNvPr>
              <p14:cNvContentPartPr/>
              <p14:nvPr/>
            </p14:nvContentPartPr>
            <p14:xfrm>
              <a:off x="5797440" y="4400640"/>
              <a:ext cx="2591280" cy="86400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09474965-D4AC-1C8D-7BF5-FB7E53899B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8080" y="4391280"/>
                <a:ext cx="2610000" cy="88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525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C620-14C8-F295-5D9D-2709D033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73A851C-2C5D-AAA3-5F51-BA1559C3676C}"/>
                  </a:ext>
                </a:extLst>
              </p:cNvPr>
              <p:cNvSpPr txBox="1"/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Fermat’s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Little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divisivle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raised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power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73A851C-2C5D-AAA3-5F51-BA1559C36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blipFill>
                <a:blip r:embed="rId2"/>
                <a:stretch>
                  <a:fillRect l="-808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07BB3A60-FA72-5474-D21C-F54D929386A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691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E6B7-96AD-7B4C-6D69-27D96503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2ED4F34-571F-7A1E-E020-4C95AF247658}"/>
                  </a:ext>
                </a:extLst>
              </p:cNvPr>
              <p:cNvSpPr txBox="1"/>
              <p:nvPr/>
            </p:nvSpPr>
            <p:spPr>
              <a:xfrm>
                <a:off x="58811" y="272426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88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⋅101+1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2ED4F34-571F-7A1E-E020-4C95AF247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72426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l="-80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777CAE8-1A0F-5CB4-8DA0-442731759508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9E3ED9C-DFB6-B590-A5E3-C98FBA823408}"/>
                  </a:ext>
                </a:extLst>
              </p:cNvPr>
              <p:cNvSpPr txBox="1"/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Fermat’s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Little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divisivle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raised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power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9E3ED9C-DFB6-B590-A5E3-C98FBA823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blipFill>
                <a:blip r:embed="rId4"/>
                <a:stretch>
                  <a:fillRect l="-808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399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D86E-44F7-131C-6D0B-0E1F4FA8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0CD7BE1-B953-23A1-EA13-DFE38AF3E582}"/>
                  </a:ext>
                </a:extLst>
              </p:cNvPr>
              <p:cNvSpPr txBox="1"/>
              <p:nvPr/>
            </p:nvSpPr>
            <p:spPr>
              <a:xfrm>
                <a:off x="58811" y="2724269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88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⋅101+1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88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0CD7BE1-B953-23A1-EA13-DFE38AF3E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724269"/>
                <a:ext cx="12074378" cy="830997"/>
              </a:xfrm>
              <a:prstGeom prst="rect">
                <a:avLst/>
              </a:prstGeom>
              <a:blipFill>
                <a:blip r:embed="rId3"/>
                <a:stretch>
                  <a:fillRect l="-80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9580AED-DF1D-C203-D946-D11ABB50150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BABADC8-4B97-613E-A908-F032F7F0DD25}"/>
                  </a:ext>
                </a:extLst>
              </p:cNvPr>
              <p:cNvSpPr txBox="1"/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Fermat’s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Little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divisivle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raised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power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BABADC8-4B97-613E-A908-F032F7F0D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blipFill>
                <a:blip r:embed="rId4"/>
                <a:stretch>
                  <a:fillRect l="-808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104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F557-3DE9-1BE8-1B41-936D4B4E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633547C-7451-DD35-7DB4-96DBC6F89B18}"/>
                  </a:ext>
                </a:extLst>
              </p:cNvPr>
              <p:cNvSpPr txBox="1"/>
              <p:nvPr/>
            </p:nvSpPr>
            <p:spPr>
              <a:xfrm>
                <a:off x="58811" y="2724269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88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⋅101+1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88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633547C-7451-DD35-7DB4-96DBC6F89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724269"/>
                <a:ext cx="12074378" cy="830997"/>
              </a:xfrm>
              <a:prstGeom prst="rect">
                <a:avLst/>
              </a:prstGeom>
              <a:blipFill>
                <a:blip r:embed="rId3"/>
                <a:stretch>
                  <a:fillRect l="-808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2381BF6-7FDC-154C-12A8-22EE306C98E2}"/>
                  </a:ext>
                </a:extLst>
              </p:cNvPr>
              <p:cNvSpPr txBox="1"/>
              <p:nvPr/>
            </p:nvSpPr>
            <p:spPr>
              <a:xfrm>
                <a:off x="58811" y="3555266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particular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 number not divisible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squared, leaves a remainder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when divided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2381BF6-7FDC-154C-12A8-22EE306C9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555266"/>
                <a:ext cx="12074378" cy="830997"/>
              </a:xfrm>
              <a:prstGeom prst="rect">
                <a:avLst/>
              </a:prstGeom>
              <a:blipFill>
                <a:blip r:embed="rId4"/>
                <a:stretch>
                  <a:fillRect l="-808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AF49B6BC-0F0D-5478-FD46-6F2C5762EA21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35E582B-999C-9B0B-7B77-13F30158F594}"/>
                  </a:ext>
                </a:extLst>
              </p:cNvPr>
              <p:cNvSpPr txBox="1"/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Fermat’s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Little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divisivle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raised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power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35E582B-999C-9B0B-7B77-13F30158F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785277"/>
                <a:ext cx="12074377" cy="1938992"/>
              </a:xfrm>
              <a:prstGeom prst="rect">
                <a:avLst/>
              </a:prstGeom>
              <a:blipFill>
                <a:blip r:embed="rId5"/>
                <a:stretch>
                  <a:fillRect l="-808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381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42C5A-6C55-6E29-B137-2327FDBF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D6831AF-A20E-FE8A-ECC4-9684B6BED973}"/>
              </a:ext>
            </a:extLst>
          </p:cNvPr>
          <p:cNvSpPr txBox="1"/>
          <p:nvPr/>
        </p:nvSpPr>
        <p:spPr>
          <a:xfrm>
            <a:off x="58811" y="785277"/>
            <a:ext cx="291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Wilson’s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32B17D4-9090-1AD1-12AB-C9832C0E67D1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505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686F-69DB-BA14-9CE5-E49A5641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FB56CD7-0613-6F11-ADDA-AF10138D00D9}"/>
              </a:ext>
            </a:extLst>
          </p:cNvPr>
          <p:cNvSpPr txBox="1"/>
          <p:nvPr/>
        </p:nvSpPr>
        <p:spPr>
          <a:xfrm>
            <a:off x="58811" y="785277"/>
            <a:ext cx="10753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Wilson’s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an interesting but inefficient method for testing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primality of natural numbers.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01CDA2C-F770-1DA7-7979-45792E0FA00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773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96E2-0E58-6CF5-4B33-3DD3A98B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19DCF51-B6E8-864E-58D2-DD50221AFAF7}"/>
              </a:ext>
            </a:extLst>
          </p:cNvPr>
          <p:cNvSpPr txBox="1"/>
          <p:nvPr/>
        </p:nvSpPr>
        <p:spPr>
          <a:xfrm>
            <a:off x="58811" y="785277"/>
            <a:ext cx="10753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Wilson’s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an interesting but inefficient method for testing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primality of natural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C5B8204-539C-E417-B023-86D36609AE4D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Wilson’s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factorial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one less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C5B8204-539C-E417-B023-86D36609A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blipFill>
                <a:blip r:embed="rId2"/>
                <a:stretch>
                  <a:fillRect l="-847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DD1304D-1DC0-244C-65DC-2B09214E6AE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56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51EB-39AD-2BF8-C032-F930EF11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3089860-ABC6-65EA-2308-DA2E1CA0979B}"/>
              </a:ext>
            </a:extLst>
          </p:cNvPr>
          <p:cNvSpPr txBox="1"/>
          <p:nvPr/>
        </p:nvSpPr>
        <p:spPr>
          <a:xfrm>
            <a:off x="58811" y="785277"/>
            <a:ext cx="10753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Wilson’s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an interesting but inefficient method for testing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primality of natural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6D16A41-2E30-FC77-81CE-598D093EE1F7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Wilson’s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factorial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one less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6D16A41-2E30-FC77-81CE-598D093EE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blipFill>
                <a:blip r:embed="rId2"/>
                <a:stretch>
                  <a:fillRect l="-847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9A1CCCF-BAB7-FE8D-51E6-EA7A5381925C}"/>
                  </a:ext>
                </a:extLst>
              </p:cNvPr>
              <p:cNvSpPr txBox="1"/>
              <p:nvPr/>
            </p:nvSpPr>
            <p:spPr>
              <a:xfrm>
                <a:off x="58810" y="3185934"/>
                <a:ext cx="9185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!=4!=24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9A1CCCF-BAB7-FE8D-51E6-EA7A53819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185934"/>
                <a:ext cx="9185528" cy="461665"/>
              </a:xfrm>
              <a:prstGeom prst="rect">
                <a:avLst/>
              </a:prstGeom>
              <a:blipFill>
                <a:blip r:embed="rId3"/>
                <a:stretch>
                  <a:fillRect l="-1062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DE53A5C-B6A2-FFFE-15CC-5FF19CEC576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262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EF1B1-C3EE-9138-3708-FA560614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7671924-2105-19F9-C2C2-5B4B43644BFD}"/>
              </a:ext>
            </a:extLst>
          </p:cNvPr>
          <p:cNvSpPr txBox="1"/>
          <p:nvPr/>
        </p:nvSpPr>
        <p:spPr>
          <a:xfrm>
            <a:off x="58811" y="785277"/>
            <a:ext cx="10753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Wilson’s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an interesting but inefficient method for testing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primality of natural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E3C52B1-ABAD-8F7C-F7E0-40C85A8AE076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Wilson’s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factorial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one less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E3C52B1-ABAD-8F7C-F7E0-40C85A8AE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blipFill>
                <a:blip r:embed="rId2"/>
                <a:stretch>
                  <a:fillRect l="-847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B1C835E-6FCE-365C-5AA6-CEA0126D2DA5}"/>
                  </a:ext>
                </a:extLst>
              </p:cNvPr>
              <p:cNvSpPr txBox="1"/>
              <p:nvPr/>
            </p:nvSpPr>
            <p:spPr>
              <a:xfrm>
                <a:off x="58810" y="3185934"/>
                <a:ext cx="115371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!=4!=24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divided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B1C835E-6FCE-365C-5AA6-CEA0126D2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185934"/>
                <a:ext cx="11537133" cy="830997"/>
              </a:xfrm>
              <a:prstGeom prst="rect">
                <a:avLst/>
              </a:prstGeom>
              <a:blipFill>
                <a:blip r:embed="rId3"/>
                <a:stretch>
                  <a:fillRect l="-84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850455A1-0E5B-B4A0-1D8B-2F77CB3E097F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92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C775-5505-6721-4A1B-9F23CC2B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00E6EA0-C1B2-7012-F227-6361B3AF285F}"/>
              </a:ext>
            </a:extLst>
          </p:cNvPr>
          <p:cNvSpPr txBox="1"/>
          <p:nvPr/>
        </p:nvSpPr>
        <p:spPr>
          <a:xfrm>
            <a:off x="58811" y="785277"/>
            <a:ext cx="10753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Wilson’s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an interesting but inefficient method for testing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primality of natural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EAF0BDA-CF07-6A96-D782-978B0AFD768E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Wilson’s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factorial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one less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divided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EAF0BDA-CF07-6A96-D782-978B0AFD7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515332" cy="1569660"/>
              </a:xfrm>
              <a:prstGeom prst="rect">
                <a:avLst/>
              </a:prstGeom>
              <a:blipFill>
                <a:blip r:embed="rId2"/>
                <a:stretch>
                  <a:fillRect l="-847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50D1D5A-16E3-3E97-3263-BA3DB7DDB96B}"/>
                  </a:ext>
                </a:extLst>
              </p:cNvPr>
              <p:cNvSpPr txBox="1"/>
              <p:nvPr/>
            </p:nvSpPr>
            <p:spPr>
              <a:xfrm>
                <a:off x="58810" y="3185934"/>
                <a:ext cx="115371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!=4!=24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divided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50D1D5A-16E3-3E97-3263-BA3DB7DDB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185934"/>
                <a:ext cx="11537133" cy="830997"/>
              </a:xfrm>
              <a:prstGeom prst="rect">
                <a:avLst/>
              </a:prstGeom>
              <a:blipFill>
                <a:blip r:embed="rId3"/>
                <a:stretch>
                  <a:fillRect l="-84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1061B48-CFD8-C41B-E6A7-8447C219D7FF}"/>
                  </a:ext>
                </a:extLst>
              </p:cNvPr>
              <p:cNvSpPr txBox="1"/>
              <p:nvPr/>
            </p:nvSpPr>
            <p:spPr>
              <a:xfrm>
                <a:off x="58810" y="4016931"/>
                <a:ext cx="1218154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 2: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!=6!=720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divided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leaves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1061B48-CFD8-C41B-E6A7-8447C219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4016931"/>
                <a:ext cx="12181540" cy="830997"/>
              </a:xfrm>
              <a:prstGeom prst="rect">
                <a:avLst/>
              </a:prstGeom>
              <a:blipFill>
                <a:blip r:embed="rId4"/>
                <a:stretch>
                  <a:fillRect l="-801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1F24865-4B0C-8B4B-9A00-385A60F83FA6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717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14D0-C164-F9AA-8398-E6789EED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40BB0C9-4EFA-1F32-6A3C-D72AB4B800D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21671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symbol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40BB0C9-4EFA-1F32-6A3C-D72AB4B80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2167196" cy="461665"/>
              </a:xfrm>
              <a:prstGeom prst="rect">
                <a:avLst/>
              </a:prstGeom>
              <a:blipFill>
                <a:blip r:embed="rId2"/>
                <a:stretch>
                  <a:fillRect t="-11842" r="-394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2C15986-7360-89F7-FAF6-2682D07BEC3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denotes the prime-counting function, which gives the number of prime numbers less than or equal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=25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2C15986-7360-89F7-FAF6-2682D07BE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1200329"/>
              </a:xfrm>
              <a:prstGeom prst="rect">
                <a:avLst/>
              </a:prstGeom>
              <a:blipFill>
                <a:blip r:embed="rId3"/>
                <a:stretch>
                  <a:fillRect l="-808" t="-4592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D743C8C-E70E-8525-65B5-AE14AB651CEC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023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2B06-56BB-5F34-3B7C-FDBFA8E3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8344841-2B18-1B7F-F447-04DC795FD7B8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AC4508A-F79F-92C2-1D3D-9293181FC4DF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9102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1840-E34A-75D6-166A-5E6E6678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D323EEE-6225-B31A-D7DC-FC6F78991F59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476540" cy="955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prime numbers up to and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approximately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D323EEE-6225-B31A-D7DC-FC6F78991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476540" cy="955903"/>
              </a:xfrm>
              <a:prstGeom prst="rect">
                <a:avLst/>
              </a:prstGeom>
              <a:blipFill>
                <a:blip r:embed="rId2"/>
                <a:stretch>
                  <a:fillRect l="-850" t="-5769" b="-4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13C2ED1-3F5E-4112-AE95-895B1B7561D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17C52CF-6B58-DC19-7C1C-159859181822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403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CC72-71CF-AFF7-4223-7B6EEE2B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539A773-3B38-4521-8191-A867310E62A6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476540" cy="1325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prime numbers up to and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approximately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is, when we approximate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relative error tends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increases.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539A773-3B38-4521-8191-A867310E6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476540" cy="1325235"/>
              </a:xfrm>
              <a:prstGeom prst="rect">
                <a:avLst/>
              </a:prstGeom>
              <a:blipFill>
                <a:blip r:embed="rId2"/>
                <a:stretch>
                  <a:fillRect l="-850" t="-4147" b="-9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58F768B8-AB8E-1BEA-A159-EC514A10EBD1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8ABA45E-2A65-E1CA-5A49-DB643220B7E9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0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A51F-74C4-D296-CD23-4CD69791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C1B1355-0E26-1CB4-7D30-B392AF1F504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prime numbers up to and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approximately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is, when we approximate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relative error tends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increases.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does not mean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 closer in terms of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absolute difference.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C1B1355-0E26-1CB4-7D30-B392AF1F5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blipFill>
                <a:blip r:embed="rId2"/>
                <a:stretch>
                  <a:fillRect l="-850" t="-2507" b="-5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6320C04-33CA-62AA-D457-9F6D395221F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FC6CCA2-7EC8-E0FF-CBC7-A38225376FF0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69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170F-DC01-278F-FD14-1E96A38A6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2EE3D93-BC8F-1299-09C1-115CAF15669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prime numbers up to and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approximately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is, when we approximate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relative error tends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increases.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does not mean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 closer in terms of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absolute difference.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2EE3D93-BC8F-1299-09C1-115CAF156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blipFill>
                <a:blip r:embed="rId2"/>
                <a:stretch>
                  <a:fillRect l="-850" t="-2507" b="-5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1734310-5C30-6798-CF1A-14CA41DB4C45}"/>
                  </a:ext>
                </a:extLst>
              </p:cNvPr>
              <p:cNvSpPr txBox="1"/>
              <p:nvPr/>
            </p:nvSpPr>
            <p:spPr>
              <a:xfrm>
                <a:off x="70544" y="3282856"/>
                <a:ext cx="5456558" cy="616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=25,  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100</m:t>
                            </m:r>
                          </m:e>
                        </m:func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≈21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1734310-5C30-6798-CF1A-14CA41DB4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4" y="3282856"/>
                <a:ext cx="5456558" cy="616964"/>
              </a:xfrm>
              <a:prstGeom prst="rect">
                <a:avLst/>
              </a:prstGeom>
              <a:blipFill>
                <a:blip r:embed="rId3"/>
                <a:stretch>
                  <a:fillRect l="-1788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9E70F04-C218-E65B-D563-A25C6737138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91B48D0-6181-F999-1B13-0E311186D506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901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F0A3-8E07-FE77-B8F3-41613CD6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A07764E-19C2-7061-6F89-851E0CCD09C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prime numbers up to and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approximately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is, when we approximate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relative error tends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increases.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does not mean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 closer in terms of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absolute difference.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A07764E-19C2-7061-6F89-851E0CCD0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blipFill>
                <a:blip r:embed="rId2"/>
                <a:stretch>
                  <a:fillRect l="-850" t="-2507" b="-5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BD6FE82-BC4A-26A6-C797-EEBB6B741421}"/>
                  </a:ext>
                </a:extLst>
              </p:cNvPr>
              <p:cNvSpPr txBox="1"/>
              <p:nvPr/>
            </p:nvSpPr>
            <p:spPr>
              <a:xfrm>
                <a:off x="70544" y="3282856"/>
                <a:ext cx="5456558" cy="616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=25,  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100</m:t>
                            </m:r>
                          </m:e>
                        </m:func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≈21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BD6FE82-BC4A-26A6-C797-EEBB6B74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4" y="3282856"/>
                <a:ext cx="5456558" cy="616964"/>
              </a:xfrm>
              <a:prstGeom prst="rect">
                <a:avLst/>
              </a:prstGeom>
              <a:blipFill>
                <a:blip r:embed="rId3"/>
                <a:stretch>
                  <a:fillRect l="-1788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BDF2B48-16F6-DA1B-E9DA-6EB001467C10}"/>
                  </a:ext>
                </a:extLst>
              </p:cNvPr>
              <p:cNvSpPr txBox="1"/>
              <p:nvPr/>
            </p:nvSpPr>
            <p:spPr>
              <a:xfrm>
                <a:off x="58811" y="3899820"/>
                <a:ext cx="7040325" cy="616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 2: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10000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=1229,  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10000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10000</m:t>
                            </m:r>
                          </m:e>
                        </m:func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≈1085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BDF2B48-16F6-DA1B-E9DA-6EB001467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899820"/>
                <a:ext cx="7040325" cy="616964"/>
              </a:xfrm>
              <a:prstGeom prst="rect">
                <a:avLst/>
              </a:prstGeom>
              <a:blipFill>
                <a:blip r:embed="rId4"/>
                <a:stretch>
                  <a:fillRect l="-1385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B96B91F-9E89-E894-454F-172132BE0783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E5FE829-AD99-19A7-EFB6-CED5B4B265C1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76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5561-F5EC-4363-920B-6E687D72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E1AC5FB-60EB-3D47-BAEF-7801BF3A689C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prime numbers up to and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approximately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 is, when we approximate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relative error tends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increases.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does not mean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 closer in terms of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absolute difference.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E1AC5FB-60EB-3D47-BAEF-7801BF3A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476540" cy="2188804"/>
              </a:xfrm>
              <a:prstGeom prst="rect">
                <a:avLst/>
              </a:prstGeom>
              <a:blipFill>
                <a:blip r:embed="rId2"/>
                <a:stretch>
                  <a:fillRect l="-850" t="-2507" b="-5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0233B9E-5C87-22B6-995F-3A669F512071}"/>
                  </a:ext>
                </a:extLst>
              </p:cNvPr>
              <p:cNvSpPr txBox="1"/>
              <p:nvPr/>
            </p:nvSpPr>
            <p:spPr>
              <a:xfrm>
                <a:off x="70544" y="3282856"/>
                <a:ext cx="5456558" cy="616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=25,  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100</m:t>
                            </m:r>
                          </m:e>
                        </m:func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≈21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0233B9E-5C87-22B6-995F-3A669F512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4" y="3282856"/>
                <a:ext cx="5456558" cy="616964"/>
              </a:xfrm>
              <a:prstGeom prst="rect">
                <a:avLst/>
              </a:prstGeom>
              <a:blipFill>
                <a:blip r:embed="rId3"/>
                <a:stretch>
                  <a:fillRect l="-1788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8E0705A-2BD2-CB7C-1833-7AA250A49A34}"/>
                  </a:ext>
                </a:extLst>
              </p:cNvPr>
              <p:cNvSpPr txBox="1"/>
              <p:nvPr/>
            </p:nvSpPr>
            <p:spPr>
              <a:xfrm>
                <a:off x="58811" y="3899820"/>
                <a:ext cx="7040325" cy="616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 2: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10000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=1229,  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10000</m:t>
                        </m:r>
                      </m:num>
                      <m:den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10000</m:t>
                            </m:r>
                          </m:e>
                        </m:func>
                      </m:den>
                    </m:f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≈1085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.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8E0705A-2BD2-CB7C-1833-7AA250A49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899820"/>
                <a:ext cx="7040325" cy="616964"/>
              </a:xfrm>
              <a:prstGeom prst="rect">
                <a:avLst/>
              </a:prstGeom>
              <a:blipFill>
                <a:blip r:embed="rId4"/>
                <a:stretch>
                  <a:fillRect l="-1385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E999432-7C69-C589-CCDE-327BDDC76DE6}"/>
                  </a:ext>
                </a:extLst>
              </p:cNvPr>
              <p:cNvSpPr txBox="1"/>
              <p:nvPr/>
            </p:nvSpPr>
            <p:spPr>
              <a:xfrm>
                <a:off x="70544" y="4516784"/>
                <a:ext cx="12086113" cy="1094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Precisely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≥17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inequality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holds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&lt;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&lt;1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.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25506⋅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E999432-7C69-C589-CCDE-327BDDC76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4" y="4516784"/>
                <a:ext cx="12086113" cy="1094274"/>
              </a:xfrm>
              <a:prstGeom prst="rect">
                <a:avLst/>
              </a:prstGeom>
              <a:blipFill>
                <a:blip r:embed="rId5"/>
                <a:stretch>
                  <a:fillRect l="-807" t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DC62909-040A-3917-4F58-F71A715723C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27F9C2-5B84-4374-0033-8EC1A7D95688}"/>
              </a:ext>
            </a:extLst>
          </p:cNvPr>
          <p:cNvSpPr txBox="1"/>
          <p:nvPr/>
        </p:nvSpPr>
        <p:spPr>
          <a:xfrm>
            <a:off x="58811" y="785277"/>
            <a:ext cx="4565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52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595E-49B1-027A-17C6-7674978E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4EC159A0-1A37-0E2A-4B86-75C5CCF65D95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E338BE7-BC5A-5217-2906-30D3FF25ABFA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6675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5288-0C56-FB8B-CA68-5899D954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D5F3587-C839-5FD7-DDE6-8DDAA8E9A486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3BB0135-F051-183B-B322-2307F3A1F141}"/>
              </a:ext>
            </a:extLst>
          </p:cNvPr>
          <p:cNvSpPr txBox="1"/>
          <p:nvPr/>
        </p:nvSpPr>
        <p:spPr>
          <a:xfrm>
            <a:off x="58811" y="1246942"/>
            <a:ext cx="1172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is an unsolved mathematical problem with a very simple formulation: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20C9D98-C65B-2EA0-D81C-CEC3F558CE2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9057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D02A-8DFB-65CE-C705-FF76874A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5A9D10E-4597-DADD-517A-43B7EDD14CAB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7A3BC1C-B65C-AFCE-F772-DF93E1DB74A8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with a very simple formulation: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even number greater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expressed as the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two (not necessarily distinct) prime numbers."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7A3BC1C-B65C-AFCE-F772-DF93E1DB7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blipFill>
                <a:blip r:embed="rId2"/>
                <a:stretch>
                  <a:fillRect l="-83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A708A57-38AE-8F30-FD57-A0210BC49EDF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8402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A77E-B82A-A990-A173-41C58AE4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EE30698-C732-B036-BDCA-51AF3D4FA31A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FE4F0F9-2FD8-F2F4-BCE0-5D26BDC6B7D6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with a very simple formulation: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even number greater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expressed as the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two (not necessarily distinct) prime numbers."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FE4F0F9-2FD8-F2F4-BCE0-5D26BDC6B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blipFill>
                <a:blip r:embed="rId2"/>
                <a:stretch>
                  <a:fillRect l="-83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1F67A3A6-69E5-4E02-89CF-F79784517FB1}"/>
              </a:ext>
            </a:extLst>
          </p:cNvPr>
          <p:cNvSpPr txBox="1"/>
          <p:nvPr/>
        </p:nvSpPr>
        <p:spPr>
          <a:xfrm>
            <a:off x="58811" y="2447271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5B07859-50EA-022D-DDA4-696B7DB8433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70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429D-7A40-3186-B5B3-8F2C6793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41A6930-B8A0-BAB0-EBC3-8B7249348CD6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062E41B-AC8E-C19F-1934-A8E7A86E5AF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with a very simple formulation: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even number greater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expressed as the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two (not necessarily distinct) prime numbers."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062E41B-AC8E-C19F-1934-A8E7A86E5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blipFill>
                <a:blip r:embed="rId2"/>
                <a:stretch>
                  <a:fillRect l="-83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2057D38C-A634-FC13-89B5-6EF97052CBB0}"/>
              </a:ext>
            </a:extLst>
          </p:cNvPr>
          <p:cNvSpPr txBox="1"/>
          <p:nvPr/>
        </p:nvSpPr>
        <p:spPr>
          <a:xfrm>
            <a:off x="58811" y="2447271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8BEBF68-D5B8-D823-5028-F61C66092DFC}"/>
                  </a:ext>
                </a:extLst>
              </p:cNvPr>
              <p:cNvSpPr txBox="1"/>
              <p:nvPr/>
            </p:nvSpPr>
            <p:spPr>
              <a:xfrm>
                <a:off x="58811" y="2828835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4=2+2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8BEBF68-D5B8-D823-5028-F61C6609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828835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l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A1205BB9-38C8-CD5A-DA96-74C994CB6AC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794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B0C7-487B-892B-37C3-2EEBB1F8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C59B6D2-EB3F-7A50-E493-D198AFF8A719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D97B80F-0EC4-2072-ABE2-F8FB909CD339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with a very simple formulation: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even number greater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expressed as the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two (not necessarily distinct) prime numbers."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D97B80F-0EC4-2072-ABE2-F8FB909CD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blipFill>
                <a:blip r:embed="rId2"/>
                <a:stretch>
                  <a:fillRect l="-83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597907AD-1DFA-63F9-6F83-0FFC48F3F8AF}"/>
              </a:ext>
            </a:extLst>
          </p:cNvPr>
          <p:cNvSpPr txBox="1"/>
          <p:nvPr/>
        </p:nvSpPr>
        <p:spPr>
          <a:xfrm>
            <a:off x="58811" y="2447271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A1C1A1-13FF-1A01-4727-CA084DDFBDFC}"/>
                  </a:ext>
                </a:extLst>
              </p:cNvPr>
              <p:cNvSpPr txBox="1"/>
              <p:nvPr/>
            </p:nvSpPr>
            <p:spPr>
              <a:xfrm>
                <a:off x="58811" y="2828835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4=2+2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6=3+3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A1C1A1-13FF-1A01-4727-CA084DDFB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828835"/>
                <a:ext cx="12074378" cy="830997"/>
              </a:xfrm>
              <a:prstGeom prst="rect">
                <a:avLst/>
              </a:prstGeom>
              <a:blipFill>
                <a:blip r:embed="rId3"/>
                <a:stretch>
                  <a:fillRect l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94FFE049-6F96-94AA-6D72-C27B45DC91A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3897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A4A6-11A3-1FA8-85BC-9589C7DA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6F75AD7-340F-BA51-EBEB-06DEF216FF26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B6D6900-0518-DFDC-AA27-32A0C7D37FD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with a very simple formulation: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even number greater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expressed as the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two (not necessarily distinct) prime numbers."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B6D6900-0518-DFDC-AA27-32A0C7D3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blipFill>
                <a:blip r:embed="rId2"/>
                <a:stretch>
                  <a:fillRect l="-83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1FEC92CF-EC8E-A724-CBC6-A35EE687835F}"/>
              </a:ext>
            </a:extLst>
          </p:cNvPr>
          <p:cNvSpPr txBox="1"/>
          <p:nvPr/>
        </p:nvSpPr>
        <p:spPr>
          <a:xfrm>
            <a:off x="58811" y="2447271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CAE6D65-DA87-4DDC-E898-4816A0C42AA8}"/>
                  </a:ext>
                </a:extLst>
              </p:cNvPr>
              <p:cNvSpPr txBox="1"/>
              <p:nvPr/>
            </p:nvSpPr>
            <p:spPr>
              <a:xfrm>
                <a:off x="58811" y="2828835"/>
                <a:ext cx="120743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4=2+2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6=3+3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8=3+5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CAE6D65-DA87-4DDC-E898-4816A0C4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828835"/>
                <a:ext cx="12074378" cy="1200329"/>
              </a:xfrm>
              <a:prstGeom prst="rect">
                <a:avLst/>
              </a:prstGeom>
              <a:blipFill>
                <a:blip r:embed="rId3"/>
                <a:stretch>
                  <a:fillRect l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CF05543C-1C6C-A383-62D0-9B6D6840C9B0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430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AFDB-37D4-4B1D-EFCE-8B0B6E93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9C3FB86-8035-DD24-1AA4-B0DD54F6C35B}"/>
              </a:ext>
            </a:extLst>
          </p:cNvPr>
          <p:cNvSpPr txBox="1"/>
          <p:nvPr/>
        </p:nvSpPr>
        <p:spPr>
          <a:xfrm>
            <a:off x="58811" y="785277"/>
            <a:ext cx="364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Goldbach’s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Conjecture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C0CA175-F1A3-652E-9771-540F65AD877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with a very simple formulation: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even number greater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expressed as the sum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two (not necessarily distinct) prime numbers."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C0CA175-F1A3-652E-9771-540F65AD8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727313" cy="1200329"/>
              </a:xfrm>
              <a:prstGeom prst="rect">
                <a:avLst/>
              </a:prstGeom>
              <a:blipFill>
                <a:blip r:embed="rId2"/>
                <a:stretch>
                  <a:fillRect l="-83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AB296811-140F-A06C-7720-1B65D92ED151}"/>
              </a:ext>
            </a:extLst>
          </p:cNvPr>
          <p:cNvSpPr txBox="1"/>
          <p:nvPr/>
        </p:nvSpPr>
        <p:spPr>
          <a:xfrm>
            <a:off x="58811" y="2447271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2B544DD-60A8-1647-2929-B35BC5BE6499}"/>
                  </a:ext>
                </a:extLst>
              </p:cNvPr>
              <p:cNvSpPr txBox="1"/>
              <p:nvPr/>
            </p:nvSpPr>
            <p:spPr>
              <a:xfrm>
                <a:off x="58811" y="2828835"/>
                <a:ext cx="1207437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4=2+2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6=3+3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8=3+5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130=101+29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2B544DD-60A8-1647-2929-B35BC5BE6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828835"/>
                <a:ext cx="12074378" cy="1569660"/>
              </a:xfrm>
              <a:prstGeom prst="rect">
                <a:avLst/>
              </a:prstGeom>
              <a:blipFill>
                <a:blip r:embed="rId3"/>
                <a:stretch>
                  <a:fillRect l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AC7F4AC-2123-C29D-4F41-E6CC81E22DC3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00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AEC2-1F2A-8BD6-1C17-9F35AB68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206444C-8E9A-D59E-589D-A9ECFB073E75}"/>
              </a:ext>
            </a:extLst>
          </p:cNvPr>
          <p:cNvSpPr txBox="1"/>
          <p:nvPr/>
        </p:nvSpPr>
        <p:spPr>
          <a:xfrm>
            <a:off x="58811" y="785277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Riemann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Hypothesis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679D7AC-5DC4-9160-1E76-E0AC9452E66A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5839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3C6B-3E71-AD08-383E-EE8C93215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8BB4C82-F0A6-17CC-12B1-C8E13AEA9464}"/>
              </a:ext>
            </a:extLst>
          </p:cNvPr>
          <p:cNvSpPr txBox="1"/>
          <p:nvPr/>
        </p:nvSpPr>
        <p:spPr>
          <a:xfrm>
            <a:off x="58811" y="785277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Riemann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Hypothesis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0534DB4-02F3-838C-A15F-F11F7225F34C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which states that 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zeros of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certain function (the Riemann zeta function) lie either at negative even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 (called trivial zeros) or on the critical line in the complex plane,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 real part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0534DB4-02F3-838C-A15F-F11F7225F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blipFill>
                <a:blip r:embed="rId2"/>
                <a:stretch>
                  <a:fillRect l="-845" t="-283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4E995C47-327B-2B83-C6E3-BDE7130FD47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5744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9A15-9639-41ED-6F11-A078E6A8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221DF30F-AB06-9EFA-CCF4-185F149EB9E9}"/>
              </a:ext>
            </a:extLst>
          </p:cNvPr>
          <p:cNvSpPr txBox="1"/>
          <p:nvPr/>
        </p:nvSpPr>
        <p:spPr>
          <a:xfrm>
            <a:off x="58811" y="785277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Riemann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Hypothesis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D6AC33C-3410-972B-2BD3-483E16B6F3D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which states that 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zeros of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certain function (the Riemann zeta function) lie either at negative even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 (called trivial zeros) or on the critical line in the complex plane,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 real part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D6AC33C-3410-972B-2BD3-483E16B6F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blipFill>
                <a:blip r:embed="rId2"/>
                <a:stretch>
                  <a:fillRect l="-845" t="-283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21C34CA-104F-12CD-B256-47B6CEDC5E75}"/>
                  </a:ext>
                </a:extLst>
              </p:cNvPr>
              <p:cNvSpPr txBox="1"/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Riemann zeta function formula: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𝜁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21C34CA-104F-12CD-B256-47B6CEDC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blipFill>
                <a:blip r:embed="rId3"/>
                <a:stretch>
                  <a:fillRect l="-808" t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72FC040D-8807-D311-F8D4-808BDE5841B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72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5366-3EFC-DD02-9B40-FE096216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4D9AD45-4330-2650-D3ED-30EC7F59E58C}"/>
              </a:ext>
            </a:extLst>
          </p:cNvPr>
          <p:cNvSpPr txBox="1"/>
          <p:nvPr/>
        </p:nvSpPr>
        <p:spPr>
          <a:xfrm>
            <a:off x="58811" y="785277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Riemann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Hypothesis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71F1A04-2EAA-9657-E488-14D13DF2D3B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which states that 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zeros of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certain function (the Riemann zeta function) lie either at negative even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 (called trivial zeros) or on the critical line in the complex plane,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 real part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71F1A04-2EAA-9657-E488-14D13DF2D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blipFill>
                <a:blip r:embed="rId2"/>
                <a:stretch>
                  <a:fillRect l="-845" t="-283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7EBF9CD-6CEB-F321-BD3D-79706F4657D0}"/>
                  </a:ext>
                </a:extLst>
              </p:cNvPr>
              <p:cNvSpPr txBox="1"/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Riemann zeta function formula: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𝜁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7EBF9CD-6CEB-F321-BD3D-79706F465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blipFill>
                <a:blip r:embed="rId3"/>
                <a:stretch>
                  <a:fillRect l="-808" t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4C539A8-1843-ECED-633D-5920581A7A0A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0985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2648-F1CA-4C3B-5091-E268022B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1940069B-C8FF-E0B0-B559-3D4CA72BCEB7}"/>
              </a:ext>
            </a:extLst>
          </p:cNvPr>
          <p:cNvSpPr txBox="1"/>
          <p:nvPr/>
        </p:nvSpPr>
        <p:spPr>
          <a:xfrm>
            <a:off x="58811" y="785277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Riemann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Hypothesis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A20D1D4-52D2-40E4-7EF9-7C5E7D69535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which states that 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zeros of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certain function (the Riemann zeta function) lie either at negative even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 (called trivial zeros) or on the critical line in the complex plane,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 real part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A20D1D4-52D2-40E4-7EF9-7C5E7D695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blipFill>
                <a:blip r:embed="rId2"/>
                <a:stretch>
                  <a:fillRect l="-845" t="-283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508D9D4-61D3-0A87-5FCA-40EA5168A422}"/>
                  </a:ext>
                </a:extLst>
              </p:cNvPr>
              <p:cNvSpPr txBox="1"/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Riemann zeta function formula: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𝜁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508D9D4-61D3-0A87-5FCA-40EA5168A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blipFill>
                <a:blip r:embed="rId3"/>
                <a:stretch>
                  <a:fillRect l="-808" t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B95508-566F-B745-9795-37E99ECD9824}"/>
                  </a:ext>
                </a:extLst>
              </p:cNvPr>
              <p:cNvSpPr txBox="1"/>
              <p:nvPr/>
            </p:nvSpPr>
            <p:spPr>
              <a:xfrm>
                <a:off x="58811" y="4437496"/>
                <a:ext cx="12074378" cy="172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Riemann Hypothesis is true, then the value of the prime-counting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approximated with much greater accuracy.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Moreover, for every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≥ 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there is always at least one prime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interval: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−</m:t>
                    </m:r>
                    <m:f>
                      <m:f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</m:ra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 </m:t>
                    </m:r>
                    <m:func>
                      <m:func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ln</m:t>
                        </m:r>
                      </m:fName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</m:func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&lt;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B95508-566F-B745-9795-37E99ECD9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37496"/>
                <a:ext cx="12074378" cy="1723100"/>
              </a:xfrm>
              <a:prstGeom prst="rect">
                <a:avLst/>
              </a:prstGeom>
              <a:blipFill>
                <a:blip r:embed="rId4"/>
                <a:stretch>
                  <a:fillRect l="-808" t="-2827" b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CFCE854-6A64-1BA4-2940-ECAF6830457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9A7C81EB-049B-5E64-79FE-E99F3C84CB4D}"/>
                  </a:ext>
                </a:extLst>
              </p14:cNvPr>
              <p14:cNvContentPartPr/>
              <p14:nvPr/>
            </p14:nvContentPartPr>
            <p14:xfrm>
              <a:off x="2787480" y="6153120"/>
              <a:ext cx="4528080" cy="3178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9A7C81EB-049B-5E64-79FE-E99F3C84CB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8120" y="6143760"/>
                <a:ext cx="454680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4515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D915-14CF-0807-D43A-8F8DB45E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77EDA8A-7F1B-F74F-9DFE-723295A3B1DE}"/>
              </a:ext>
            </a:extLst>
          </p:cNvPr>
          <p:cNvSpPr txBox="1"/>
          <p:nvPr/>
        </p:nvSpPr>
        <p:spPr>
          <a:xfrm>
            <a:off x="58811" y="785277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Riemann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Hypothesis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61FAF7-22F8-05AA-BF71-F00AADF0EBE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is an unsolved mathematical problem which states that 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zeros of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certain function (the Riemann zeta function) lie either at negative even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 (called trivial zeros) or on the critical line in the complex plane,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 the real part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61FAF7-22F8-05AA-BF71-F00AADF0E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539569" cy="1721882"/>
              </a:xfrm>
              <a:prstGeom prst="rect">
                <a:avLst/>
              </a:prstGeom>
              <a:blipFill>
                <a:blip r:embed="rId2"/>
                <a:stretch>
                  <a:fillRect l="-845" t="-283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893FD9B-A15D-6243-7E9E-064D24316F36}"/>
                  </a:ext>
                </a:extLst>
              </p:cNvPr>
              <p:cNvSpPr txBox="1"/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Riemann zeta function formula:</a:t>
                </a:r>
                <a:endParaRPr lang="pl-PL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𝜁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𝑠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893FD9B-A15D-6243-7E9E-064D24316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68824"/>
                <a:ext cx="12074378" cy="1468672"/>
              </a:xfrm>
              <a:prstGeom prst="rect">
                <a:avLst/>
              </a:prstGeom>
              <a:blipFill>
                <a:blip r:embed="rId3"/>
                <a:stretch>
                  <a:fillRect l="-808" t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29DF478-7726-229B-06A5-C1374FA89054}"/>
                  </a:ext>
                </a:extLst>
              </p:cNvPr>
              <p:cNvSpPr txBox="1"/>
              <p:nvPr/>
            </p:nvSpPr>
            <p:spPr>
              <a:xfrm>
                <a:off x="58811" y="4437496"/>
                <a:ext cx="12074378" cy="2092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the Riemann Hypothesis is true, then the value of the prime-counting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𝜋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be approximated with much greater accuracy.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Moreover, for every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≥ 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there is always at least one prime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interval: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−</m:t>
                    </m:r>
                    <m:f>
                      <m:f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</m:rad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 </m:t>
                    </m:r>
                    <m:func>
                      <m:funcPr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ln</m:t>
                        </m:r>
                      </m:fName>
                      <m:e>
                        <m: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e>
                    </m:func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&lt;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also many other implications of this hypothesis.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29DF478-7726-229B-06A5-C1374FA8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37496"/>
                <a:ext cx="12074378" cy="2092432"/>
              </a:xfrm>
              <a:prstGeom prst="rect">
                <a:avLst/>
              </a:prstGeom>
              <a:blipFill>
                <a:blip r:embed="rId4"/>
                <a:stretch>
                  <a:fillRect l="-808" t="-2332" b="-5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EEF6349-3EFF-655F-0B91-A1CA09EE00F1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34407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2443</TotalTime>
  <Words>4501</Words>
  <Application>Microsoft Office PowerPoint</Application>
  <PresentationFormat>Panoramiczny</PresentationFormat>
  <Paragraphs>322</Paragraphs>
  <Slides>60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179</cp:revision>
  <dcterms:created xsi:type="dcterms:W3CDTF">2024-10-31T12:17:59Z</dcterms:created>
  <dcterms:modified xsi:type="dcterms:W3CDTF">2025-07-22T18:43:47Z</dcterms:modified>
</cp:coreProperties>
</file>