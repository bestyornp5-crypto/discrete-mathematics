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80" r:id="rId4"/>
    <p:sldId id="263" r:id="rId5"/>
    <p:sldId id="278" r:id="rId6"/>
    <p:sldId id="277" r:id="rId7"/>
    <p:sldId id="276" r:id="rId8"/>
    <p:sldId id="275" r:id="rId9"/>
    <p:sldId id="286" r:id="rId10"/>
    <p:sldId id="285" r:id="rId11"/>
    <p:sldId id="284" r:id="rId12"/>
    <p:sldId id="283" r:id="rId13"/>
    <p:sldId id="282" r:id="rId14"/>
    <p:sldId id="281" r:id="rId15"/>
    <p:sldId id="289" r:id="rId16"/>
    <p:sldId id="288" r:id="rId17"/>
    <p:sldId id="287" r:id="rId18"/>
    <p:sldId id="274" r:id="rId19"/>
    <p:sldId id="29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4-11T14:00:53.1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18309 4269 0,'-17'0'32,"-1"17"-1,18 1-16,0 35 1,0-36 0,18 19-1,-1-19 1,54-17 0,-54-17-1,72-71 1,-72 70-1,-17-70 1,-123 123 31,87 0-31,36 1 15</inkml:trace>
  <inkml:trace contextRef="#ctx0" brushRef="#br0" timeOffset="110.4">18486 4339 0,'17'124'32,"36"-71"-17,18-53 1,-54 0-16</inkml:trace>
  <inkml:trace contextRef="#ctx0" brushRef="#br0" timeOffset="378.15">18838 4533 0,'-17'18'16,"34"-36"-16,-70 106 31,53-70-31,0 0 15,18-18 1</inkml:trace>
  <inkml:trace contextRef="#ctx0" brushRef="#br0" timeOffset="739.9">19156 4110 0,'0'-35'16,"0"70"-16,0-88 16,-35 88-1,-1 36 1,1 35 0,35-18-1,18-35 1,17-36-1,35-87 17,-70 35-17,18 17 1,0 18 0,-1 18-16,72-1 31</inkml:trace>
  <inkml:trace contextRef="#ctx0" brushRef="#br0" timeOffset="932.27">19491 4392 0,'0'0'0,"-53"88"15,53-70 1,-35 70 0,35-70-1,35-54 1</inkml:trace>
  <inkml:trace contextRef="#ctx0" brushRef="#br0" timeOffset="1218.55">19826 4216 0,'0'0'16,"-18"0"-1,1 0-15,-36 35 16,35 71 15,36-89-15,70-17 0,-53 0-1,18 0-15</inkml:trace>
  <inkml:trace contextRef="#ctx0" brushRef="#br0" timeOffset="1437.39">20091 4392 0,'-18'18'31,"36"-36"-31,-71 142 31,35-89-15,36-18-16</inkml:trace>
  <inkml:trace contextRef="#ctx0" brushRef="#br0" timeOffset="1786.9">20355 4322 0,'-17'0'16,"34"0"-16,-87 70 31,70-35-16,35 1 1,71-89 15,-71 0-15,-35 0 0,-35 35-1,0 18 1,-36 36-1,71-19 1,35-17 0,-17-17-1</inkml:trace>
  <inkml:trace contextRef="#ctx0" brushRef="#br0" timeOffset="1978.83">20673 3881 0,'0'0'0,"0"0"32,-35 35-17,-36 141 1,36-35 0,35-105-1,35 17 1</inkml:trace>
  <inkml:trace contextRef="#ctx0" brushRef="#br0" timeOffset="2438.26">20796 4463 0,'0'0'0,"-35"53"15,35-36 17</inkml:trace>
  <inkml:trace contextRef="#ctx0" brushRef="#br0" timeOffset="3096.75">21096 4304 0,'18'18'31,"52"-18"1,-34-18-17,-1-17 1,-17 17-16,-18 0 16,-18-17-1,0 17 1,-17 36-1,17 17 1,1 36 0,17-1-1,35-34 1,-17-19-16,176-87 31,-177 52-31</inkml:trace>
  <inkml:trace contextRef="#ctx0" brushRef="#br0" timeOffset="3366.12">21590 4374 0,'0'0'0,"-35"71"31,35-53-31,-18-1 16,18 36-1,35-70 16</inkml:trace>
  <inkml:trace contextRef="#ctx0" brushRef="#br0" timeOffset="3748.45">21925 4198 0,'0'0'0,"18"-18"32,35-52-1,-36 52-15,1 1-16,35-89 15,-53 0 16,-18 106-15,-17 18 0,-36 176 15,54-141-15,-54 229-1,36-141 16</inkml:trace>
  <inkml:trace contextRef="#ctx0" brushRef="#br0" timeOffset="3890.86">21802 4410 0,'0'-18'15,"0"36"-15,88-36 31,-70 18-31,70-18 32</inkml:trace>
  <inkml:trace contextRef="#ctx0" brushRef="#br0" timeOffset="4192.89">22154 4427 0,'-17'36'31,"34"-72"-31,-52 125 16,35-72-16,0 1 16,18-18-1</inkml:trace>
  <inkml:trace contextRef="#ctx0" brushRef="#br0" timeOffset="4714.22">22437 4251 0,'0'0'16,"-18"18"-1,-17 17 1,35 18 0,35-36-1,18-17 1,-35-17-16,17-18 15,0-18 1,-52 17 0,-19 1-1,19 35 1,-1 18 0,18-1-1,18 1 1,-18 35-1,17 0 1,-17 17 0,0-52-1,-17 158 1,-19-70 0,1-35-1,35-54 1,-35 1-1,35-36 1,53-87 0,70-54 15,-88 141-15,-17-17-16,35-18 15</inkml:trace>
  <inkml:trace contextRef="#ctx0" brushRef="#br0" timeOffset="15080.28">18362 5292 0,'-35'53'15,"35"0"1,0-36 0,35 1-1,-17-36 1,-1 1 0,-17-1-16,18-17 15,-36-1 1,18 19-16,-53-1 31,1 36-15,16 17-1,36 18 1,18-35 0,0-1-16</inkml:trace>
  <inkml:trace contextRef="#ctx0" brushRef="#br0" timeOffset="15308.31">18450 5362 0,'36'53'15,"-36"-35"1,70 70 0,1-88 15</inkml:trace>
  <inkml:trace contextRef="#ctx0" brushRef="#br0" timeOffset="16084.23">18891 5468 0,'-17'88'32,"-1"-17"-17,18-36 1,0 0 0,18-35-1</inkml:trace>
  <inkml:trace contextRef="#ctx0" brushRef="#br0" timeOffset="16446.22">19103 5062 0,'-18'53'16,"18"-35"-1,-35 141 1,35-106 0,-18 158-1,36-193 1,35 0 0,17-124 15,-52 88-16,-18-52 1,18 87 15,-1 1-15,36-18 0</inkml:trace>
  <inkml:trace contextRef="#ctx0" brushRef="#br0" timeOffset="16636.22">19526 5556 0,'-70'124'31,"140"-248"-31,-158 318 16</inkml:trace>
  <inkml:trace contextRef="#ctx0" brushRef="#br0" timeOffset="17033.96">19897 5239 0,'0'0'16,"-36"53"15,89 35 0,36-88-15,-19-35-1</inkml:trace>
  <inkml:trace contextRef="#ctx0" brushRef="#br0" timeOffset="18829.8">18344 6138 0,'-52'53'15,"34"35"1,0-52-1,18 105 1,71-124 15,-54-34-15,36-107 0,-70-17 30,-1 124-30,53 52 15,1 35-15,-19-34-16,19-1 16,-1 18-16</inkml:trace>
  <inkml:trace contextRef="#ctx0" brushRef="#br0" timeOffset="19144.53">18644 6526 0,'0'36'32,"0"-72"-32,0 160 31,0-106-31,18-18 15</inkml:trace>
  <inkml:trace contextRef="#ctx0" brushRef="#br0" timeOffset="19518.2">18979 6033 0,'0'0'0,"0"-18"16,0 36-1,-17 34 1,-1 19 0,1 105-1,17-70 1,17-71-1,1-17-15,-1-18 16,19-53 0,-19-17-1,1-1 1,0 53 0,-1 36-1,19 0 1,-1 17-1,18-17 1</inkml:trace>
  <inkml:trace contextRef="#ctx0" brushRef="#br0" timeOffset="19798.08">19368 6403 0,'0'18'15,"0"17"1,-36 35-1,36 19 1,18-54 0,0-35-1</inkml:trace>
  <inkml:trace contextRef="#ctx0" brushRef="#br0" timeOffset="20164.58">19826 6262 0,'0'0'0,"-53"35"16,18 71 15,35-88-15,0-1-16,53-17 15,35-123 32,-123 70-31,-53 106 15,70 0 0</inkml:trace>
  <inkml:trace contextRef="#ctx0" brushRef="#br0" timeOffset="20361.3">19985 5962 0,'0'0'0,"-18"88"31,18-53-15,-17 230 15,17-159-15,17-71-16</inkml:trace>
  <inkml:trace contextRef="#ctx0" brushRef="#br0" timeOffset="26319.01">14993 7426 0,'0'-18'16,"0"36"15,0 0-15,18-1-16,-18 54 16,17-36-16,-17 71 15,18 123 1,-18-123-1,0 18 1,0-72-16,-18 1 16,18 0-1,0-35-15</inkml:trace>
  <inkml:trace contextRef="#ctx0" brushRef="#br0" timeOffset="26633.24">14993 7567 0,'0'0'0,"18"-53"15,-18 36-15,17-19 16,1 36-1,70-53 1,-17 53 0,17 36-1,-70-1 1,17 124 0,-70-18-1,-1-35 1,19-89-1,-54-52 1</inkml:trace>
  <inkml:trace contextRef="#ctx0" brushRef="#br0" timeOffset="27250.93">15734 7338 0,'-18'17'15,"-35"89"1,0 106 0,18 70-1,53-105 1,35-19-1,-18-140-15,0-18 0</inkml:trace>
  <inkml:trace contextRef="#ctx0" brushRef="#br0" timeOffset="30405.78">15928 7514 0,'0'18'15,"0"-18"1,35 35 0,0-17-1,-17-18-15,106-18 31,-54 0-15,-17-17 15,-53 53-15,0-1-16,-18 36 16,-17 88-1,18-88-15,-54 247 31,53-194-15,1-53 0</inkml:trace>
  <inkml:trace contextRef="#ctx0" brushRef="#br0" timeOffset="30565.46">16016 7973 0,'35'0'16,"-70"0"-16,194 53 31,-71-53-15,-70 0 0</inkml:trace>
  <inkml:trace contextRef="#ctx0" brushRef="#br0" timeOffset="30789.68">16633 8273 0,'-17'105'15,"34"-210"-15,-52 246 16,0 0 0,17-123-1</inkml:trace>
  <inkml:trace contextRef="#ctx0" brushRef="#br0" timeOffset="31703.86">16969 7497 0,'35'-36'16,"-17"36"-1,123-53 17,-71 53-17,-35 71 16,-87 35-15,-1-18 0,35-35-1,18-18 1,53-17 0,-18-1-16,0 1 15,36 17 1,-36 18-1,-52 18 1,-54 17 0,1-53-1,17-52 1,35-36 0,0-18-1</inkml:trace>
  <inkml:trace contextRef="#ctx0" brushRef="#br0" timeOffset="32033.23">17551 7056 0,'0'0'0,"35"17"16,-17 1-16,17 52 16,0 142-1,0 53 1,-52 17-1,-18-53 1,-18-70 0,17-124-1</inkml:trace>
  <inkml:trace contextRef="#ctx0" brushRef="#br0" timeOffset="32406.52">17903 7920 0,'0'0'0,"36"0"16,-19 0-1,72 18 1,-36-18-1,-18 0 1,-35-18 0</inkml:trace>
  <inkml:trace contextRef="#ctx0" brushRef="#br0" timeOffset="32541.56">18009 7779 0,'-17'-18'31,"70"36"-15,-36-1 0,71-70-1</inkml:trace>
  <inkml:trace contextRef="#ctx0" brushRef="#br0" timeOffset="33783.01">18979 7073 0,'-17'-17'15,"34"17"1,36 17 15,-35-17-15,0 0-16,70 0 15,35-53 17,-123 89-1,-70 140 0,70-141-15,-71 177-1,54-159 17,-1-36-32</inkml:trace>
  <inkml:trace contextRef="#ctx0" brushRef="#br0" timeOffset="33953.86">18979 7408 0,'53'0'32,"-106"0"-32,300 0 31,-158-17-15,-36-1-16</inkml:trace>
  <inkml:trace contextRef="#ctx0" brushRef="#br0" timeOffset="34270.18">19632 6932 0,'0'0'15,"0"-35"1,18 35 0,-1 53-1,1 53 1,-18-36-1,0-35-15,-18 36 16,18-18 0</inkml:trace>
  <inkml:trace contextRef="#ctx0" brushRef="#br0" timeOffset="34438.23">19756 7514 0,'0'0'0,"0"18"16,0-1-1,0-34 1</inkml:trace>
  <inkml:trace contextRef="#ctx0" brushRef="#br0" timeOffset="35093.62">18433 7743 0,'35'18'31,"124"0"1,-106-18-17,282 0 17,88-18-17,-352 18 1,246-18-1,-52 18 17,-159 18-1,-89-18-15</inkml:trace>
  <inkml:trace contextRef="#ctx0" brushRef="#br0" timeOffset="36392.36">18591 8096 0,'0'-35'32,"18"35"-17,70 0 16,-35 18-15,-18 17 15,-35-17-15,-17-1-16,-36 89 16,0-18-1,35-53 1,-70 107-1,53-125 17</inkml:trace>
  <inkml:trace contextRef="#ctx0" brushRef="#br0" timeOffset="36562.26">18468 8431 0,'0'0'0,"18"0"16,52 0-1,107 36 17,-89-54-1</inkml:trace>
  <inkml:trace contextRef="#ctx0" brushRef="#br0" timeOffset="36941.42">19138 8255 0,'0'0'15,"53"0"16,18 0 1,-18-18-17</inkml:trace>
  <inkml:trace contextRef="#ctx0" brushRef="#br0" timeOffset="37316.5">19456 8132 0,'0'0'0,"35"0"16,0 0-1,1 17 1,-19 18-1,-17 1 1,-17 17 0,-1-18-1,53-17 1,0-1 0,1 1-1,-1 17 1,-35 36-1,-35-1 1,-36 1 0,-52-54-1,-1-17 1</inkml:trace>
  <inkml:trace contextRef="#ctx0" brushRef="#br0" timeOffset="37845.21">18521 7973 0,'-53'0'31,"106"0"-31,-177 159 32,89 70-17,35-53 1,0-88-16,141 212 31,-88-282-31</inkml:trace>
  <inkml:trace contextRef="#ctx0" brushRef="#br0" timeOffset="38362.6">20003 7885 0,'0'0'15,"0"123"17,-18 265-1,0-211-15,-17-72-1,0-52 1,17-35-1</inkml:trace>
  <inkml:trace contextRef="#ctx0" brushRef="#br0" timeOffset="38684.62">20214 7938 0,'18'-18'15,"-1"53"16,-17-17-15,0 123 0,-17-106-1,-1 71 1</inkml:trace>
  <inkml:trace contextRef="#ctx0" brushRef="#br0" timeOffset="38844.66">20320 8537 0,'0'0'15,"-18"36"17,18-72-1</inkml:trace>
  <inkml:trace contextRef="#ctx0" brushRef="#br0" timeOffset="39160.22">20690 7796 0,'0'0'0,"36"18"16,105 35 15,-71-71-15,-52 1-1</inkml:trace>
  <inkml:trace contextRef="#ctx0" brushRef="#br0" timeOffset="39314.24">20937 7620 0,'18'0'32,"17"0"-17,71-18 1</inkml:trace>
  <inkml:trace contextRef="#ctx0" brushRef="#br0" timeOffset="40063.89">21625 7020 0,'0'0'0,"0"-17"15,53-19 16,71 36 1,-71-17-1,-36 52-15,-52 53-1,-18 36 1,0-18-1,0 17 1,18 0 0,17-105-1</inkml:trace>
  <inkml:trace contextRef="#ctx0" brushRef="#br0" timeOffset="40192.18">21608 7373 0,'0'0'0,"35"-35"31,18 35-15,17 0-1,54-18 1,-1-35 0</inkml:trace>
  <inkml:trace contextRef="#ctx0" brushRef="#br0" timeOffset="40409.76">22296 6897 0,'17'-18'16,"-70"124"15,-53 159 0,106-195-15</inkml:trace>
  <inkml:trace contextRef="#ctx0" brushRef="#br0" timeOffset="40565.05">22243 7620 0,'0'0'0,"-18"35"16,0-35-16,1 18 15,17 0 1,-18-18-16</inkml:trace>
  <inkml:trace contextRef="#ctx0" brushRef="#br0" timeOffset="40907.19">21378 7743 0,'0'0'0,"18"0"31,176 36 0,35-19-15,36-34-1,-18-19 1,-88 19 0</inkml:trace>
  <inkml:trace contextRef="#ctx0" brushRef="#br0" timeOffset="41895.08">21625 8061 0,'18'-18'15,"-18"54"1,-18-19 0,-35 107-1,36-71 1,17 35-1,53-88 17,-36-18-17,1 18-15,70-35 16,-106 194 15,1-106-15,-1 123-1,53-176 17</inkml:trace>
  <inkml:trace contextRef="#ctx0" brushRef="#br0" timeOffset="42220.99">22102 7990 0,'0'0'0,"0"-17"15,0 34 17,-18 72-17,-17 175 17,35-211-17,0 0-15</inkml:trace>
  <inkml:trace contextRef="#ctx0" brushRef="#br0" timeOffset="42374.9">22102 8784 0,'-36'35'31,"72"-70"-31,-54 53 15</inkml:trace>
  <inkml:trace contextRef="#ctx0" brushRef="#br0" timeOffset="47797.9">22701 7885 0,'0'-18'31,"36"18"1,-1 18-17,18-18 1,53 17-1,-36-34 1,-17-1 0,-53 0-1</inkml:trace>
  <inkml:trace contextRef="#ctx0" brushRef="#br0" timeOffset="48002.07">22825 7655 0,'53'18'16,"52"17"15,-87-35-16,0 0-15</inkml:trace>
  <inkml:trace contextRef="#ctx0" brushRef="#br0" timeOffset="50055.39">23407 7567 0,'0'-18'16,"0"1"0,0 34-1,-18 1 1,-35 123 15,36-53-15,34-17-1,1-53 1,105-1 0,-87-17-1,69 0 1,-87 18 0,0 0-16,-36 70 15,0-53-15,-105 106 31,105-123-15,-105-1 0,105-34-1,-17-36 1</inkml:trace>
  <inkml:trace contextRef="#ctx0" brushRef="#br0" timeOffset="50227.24">23477 7585 0,'0'0'0,"71"-53"15,141 70 17,-89 19-1</inkml:trace>
  <inkml:trace contextRef="#ctx0" brushRef="#br0" timeOffset="50629.69">24077 7990 0,'0'0'31,"0"18"0,-18-18-31,18-18 16</inkml:trace>
  <inkml:trace contextRef="#ctx0" brushRef="#br0" timeOffset="51174.19">24694 7638 0,'0'0'0,"0"-53"15,-17 53-15,-18-18 32,-36 53-17,36 36 1,-36 88-1,54-106-15,-1 0 16,0 141 0,71-124-1,18-88 1,-36 1 0,53-107-1,-123 71 1,17 53-1,-88 36 1,54 17 0,52-36-1,17 1 1</inkml:trace>
  <inkml:trace contextRef="#ctx0" brushRef="#br0" timeOffset="51409.79">24977 7902 0,'0'-17'31,"-36"17"1,36-18-32</inkml:trace>
  <inkml:trace contextRef="#ctx0" brushRef="#br0" timeOffset="51956.52">25259 7620 0,'0'-18'15,"18"18"1,17 18-1,18 0 1,-36-1-16,54-17 16,17-35-1,0 0 1,-35-1 0,-53 19-16,-17 17 31,-1 35-16,-88 106 1,36 18 0,17-18-1,0-35 1,17-18 0</inkml:trace>
  <inkml:trace contextRef="#ctx0" brushRef="#br0" timeOffset="52114.22">25312 7938 0,'0'0'0,"70"-18"16,36 36 0,53-18-1,-18 0 1,-53-18-1</inkml:trace>
  <inkml:trace contextRef="#ctx0" brushRef="#br0" timeOffset="54266.28">26176 7973 0,'18'0'16,"88"35"15,-53-35-15,35 0-1,-71 0 1,1-18 0</inkml:trace>
  <inkml:trace contextRef="#ctx0" brushRef="#br0" timeOffset="54452.87">26335 7779 0,'0'0'0,"-18"0"15,36 17 1,105-34 15,-105 17-15</inkml:trace>
  <inkml:trace contextRef="#ctx0" brushRef="#br0" timeOffset="56047.82">26899 7620 0,'36'-18'31,"-19"18"-16,1 18 1,0 17 0,-18 18-1,-36 53 1,-17-35 0,-17 34-1,34 1 1,36-35-1,195-71 17,-90-53-17</inkml:trace>
  <inkml:trace contextRef="#ctx0" brushRef="#br0" timeOffset="56440.11">27217 7938 0,'0'17'31,"0"-34"-31,53-1 31,70-106 1,-88 107-32,54-89 31,-89 88-16,-36 89 1,-17 70 0,-17 106 15,88-177-15</inkml:trace>
  <inkml:trace contextRef="#ctx0" brushRef="#br0" timeOffset="56798.19">27764 7814 0,'-18'35'15,"-17"1"1,-18 122-1,70-34 17,89-159-17,-35-18 1,35-53 0,-71-18-1,-70 36 1,-36 53-1,-35 88 1,71-18 0,-71 194-1</inkml:trace>
  <inkml:trace contextRef="#ctx0" brushRef="#br0" timeOffset="68921.42">15610 9525 0,'-17'-18'16,"17"1"0,-18 17 15,18 17-16,-35 72 1,17-19 0,18-52-1,36 52 1,-19-70 0,71-53-1,-70 36 1,17-107-1,-35 107 1,-70-1 0,-1 89 15,106-19 0,-17-34-15,70 35-1,-17 18 32,-36-54-47</inkml:trace>
  <inkml:trace contextRef="#ctx0" brushRef="#br0" timeOffset="69266.49">16069 9807 0,'-18'18'32,"-35"105"-1,53-70-16,18-35 1</inkml:trace>
  <inkml:trace contextRef="#ctx0" brushRef="#br0" timeOffset="69931.02">16422 9260 0,'0'-35'15,"-18"18"17,1 87-17,-19 283 16,72-212-15,16-70 0,-16-54-1,-1-105 17,-35 35-17,0 0 1,35 53 15,-17 35-15,0-17-16,-18 0 15</inkml:trace>
  <inkml:trace contextRef="#ctx0" brushRef="#br0" timeOffset="70112.36">16845 9843 0,'0'0'16,"-88"105"0,88-87-1,-35 53 1</inkml:trace>
  <inkml:trace contextRef="#ctx0" brushRef="#br0" timeOffset="70516.27">17357 9596 0,'0'-36'16,"0"72"-16,-36-89 31,-17 88-15,-17 106-1,52-53 1,89 0-1,70-88 1,-53-35 0</inkml:trace>
  <inkml:trace contextRef="#ctx0" brushRef="#br0" timeOffset="71749.75">15610 10425 0,'-17'0'31,"-18"105"1,35-69-17,17 87 1,89-123 15,-88-35-15,17-71-1,-35 71 1,-35-53 15,17 88-15,36 53 0,17 52-1,35-34 1,19-53-1,-36-36-15</inkml:trace>
  <inkml:trace contextRef="#ctx0" brushRef="#br0" timeOffset="72035.23">16298 10654 0,'-17'35'16,"-54"89"15,36-36-16,35-71-15,0 1 16</inkml:trace>
  <inkml:trace contextRef="#ctx0" brushRef="#br0" timeOffset="72423.46">16545 10266 0,'0'0'0,"0"-18"16,-17 36-1,-19 52 1,36-34-16,-35 211 31,53-124-15,17-52-1,18-71 1,35-159 15,-70 106-15,-1 35 15,19 36-15,-19 0-1</inkml:trace>
  <inkml:trace contextRef="#ctx0" brushRef="#br0" timeOffset="72610.57">16933 10672 0,'-35'105'31,"70"-210"-31,-105 299 16,70-177-16,17 1 31</inkml:trace>
  <inkml:trace contextRef="#ctx0" brushRef="#br0" timeOffset="73174.25">17374 10248 0,'-17'-17'31,"-1"87"1,18-35-17,-18 159 1,18-158-1,36 122 1,-19-140 0,54-18-1,-71-18 1,35-105 0,-35 105-1,0-35 1,18 53-1,17 36 1,-17-19 0,-1 36-1</inkml:trace>
  <inkml:trace contextRef="#ctx0" brushRef="#br0" timeOffset="73829.33">15505 11412 0,'0'0'0,"-18"-17"32,-35 140-1,88 1 0,-17-107-15,105-70-1,-70-35 17,-53 18-17,-35-1 1,-35 53-1,34 54 1,36 34 0,36-34-1,34 16 1,-35-34-16,36 0 16,-53-18-16</inkml:trace>
  <inkml:trace contextRef="#ctx0" brushRef="#br0" timeOffset="74266.67">16069 11571 0,'0'0'0,"-18"35"16,1 36-1,-1 35 1,18-53-1,18-36 1,-1-17 0</inkml:trace>
  <inkml:trace contextRef="#ctx0" brushRef="#br0" timeOffset="74659.45">16492 11412 0,'-53'36'16,"36"-19"0,17 89-1,35-53 1,0-53-1,-35-18 1,53-87 0,-53 69-1,-35-52 1,0 141 15,70 0 0,36-18-15,-1-35 0,-35 0-16</inkml:trace>
  <inkml:trace contextRef="#ctx0" brushRef="#br0" timeOffset="74850.24">16916 11571 0,'-36'53'16,"72"-106"-16,-107 247 31,89-176-31,-18-1 16</inkml:trace>
  <inkml:trace contextRef="#ctx0" brushRef="#br0" timeOffset="75268.25">17304 11307 0,'0'0'0,"-36"88"32,36-53-32,0 18 15,18 0 1,35-53-1,0-35 1,-35-36 0,-36 18-1,-17 35 1,35 36 0,35 35-1,53-18 1,18 1-1,-35-1 1</inkml:trace>
  <inkml:trace contextRef="#ctx0" brushRef="#br0" timeOffset="77711.63">15610 12559 0,'36'-18'31,"34"18"-16,36 0 1,0 0 0,-53 18-1,-18-18 1</inkml:trace>
  <inkml:trace contextRef="#ctx0" brushRef="#br0" timeOffset="77900.48">15875 12647 0,'0'0'0,"-53"88"16,53-52-1,-53 193 1,36-88-1,17-88 1</inkml:trace>
  <inkml:trace contextRef="#ctx0" brushRef="#br0" timeOffset="78484.52">16563 12294 0,'-18'-17'32,"-52"264"-1,52 35-15,18-18-1,71-122 1,-18-107-16</inkml:trace>
  <inkml:trace contextRef="#ctx0" brushRef="#br0" timeOffset="78938.6">16792 12488 0,'0'0'16,"0"-17"-1,36 52 1,-19-17 0,1-1-16,35 1 15,0 0 1,17-36 0,-17 0-1,-53 36 1,-35 70-1,-18 53 1,0 18 0,18-53-1,17-53 1,18-36-16</inkml:trace>
  <inkml:trace contextRef="#ctx0" brushRef="#br0" timeOffset="79085.06">16792 12982 0,'0'0'0,"36"-53"16,34 53-1,18 18 1,-35 0 0,0-1-1</inkml:trace>
  <inkml:trace contextRef="#ctx0" brushRef="#br0" timeOffset="79247.05">17251 13088 0,'0'0'0,"-18"124"16,1-72 0,-19 90-1,36-125-15</inkml:trace>
  <inkml:trace contextRef="#ctx0" brushRef="#br0" timeOffset="79703.13">17498 12488 0,'17'-17'31,"54"34"0,-18 1-15,-18 17-1,-35 18 1,-17 0 0,-19 0-1,54 35 17,35-53-17,-18 36 1,-35-18-1,-35 35 1,-53-17 0,35-36-1,17-17 1,19-36-16,17-17 16,0-36-16</inkml:trace>
  <inkml:trace contextRef="#ctx0" brushRef="#br0" timeOffset="79972.82">17709 12365 0,'36'-18'16,"-72"36"-16,125-53 31,-54 52-16,18 54 1,-18-36-16,0 71 16,18 88-1,-53-124-15,18 54 16,-36 70 0,-52-18-1,-1-87 1</inkml:trace>
  <inkml:trace contextRef="#ctx0" brushRef="#br0" timeOffset="81085.1">18309 13000 0,'53'35'31,"0"18"-15,18-35 0,-36-36-1</inkml:trace>
  <inkml:trace contextRef="#ctx0" brushRef="#br0" timeOffset="81265.27">18380 12876 0,'0'18'15,"35"-18"1,53 0-1,-53-18 1,36 1-16</inkml:trace>
  <inkml:trace contextRef="#ctx0" brushRef="#br0" timeOffset="81674.78">18874 12506 0,'0'-18'16,"53"36"15,17 17-16,54-17 17,-107-18-17,18 0-15,18-35 16,-70 88 15,-1-18-15,-70 247-1,17-17 17,54-212-17,-1-1-15</inkml:trace>
  <inkml:trace contextRef="#ctx0" brushRef="#br0" timeOffset="82333.23">18997 12894 0,'35'18'16,"36"-1"0,123 1 15,-141-18-15,0-18-1</inkml:trace>
  <inkml:trace contextRef="#ctx0" brushRef="#br0" timeOffset="84131.09">19667 12206 0,'0'-18'16,"18"1"31,0 17-31,35 0 15,-18 0-16,-18 0 1,36 17 0,-88 54 15,-18 0-15,36-54-1,-1 36 1,18-35-1,70-1 1,-52 1 0,53 17-1,-36 36 17,-35-36-17,-53 18 1,18-53-1,-36 0 1</inkml:trace>
  <inkml:trace contextRef="#ctx0" brushRef="#br0" timeOffset="99705.83">20302 13018 0,'0'-18'16,"18"18"-1,35 18 1,-35-1-16,123-17 31,-106-17 1,-17 17-32</inkml:trace>
  <inkml:trace contextRef="#ctx0" brushRef="#br0" timeOffset="99910.29">20338 12912 0,'0'-18'15,"17"-17"1,1 35-16,88-18 31,-36 0-15,-52 18-16</inkml:trace>
  <inkml:trace contextRef="#ctx0" brushRef="#br0" timeOffset="100730.9">21008 12506 0,'0'0'0,"18"-18"31,-1 1 0,-17 34-15,-17 1-16,-54 158 31,36-52-15,52-1 15,1-123-16,70-53 1,-70 53 0,35 0-1,-53 18 1,-88 194 0,70-159-1,36 17 1</inkml:trace>
  <inkml:trace contextRef="#ctx0" brushRef="#br0" timeOffset="101235.69">21537 12541 0,'-18'-17'31,"36"34"-31,-88 1 32,52 52-17,18 1 1,53-53-1,17-54 1,-34-34 0,-36 17-1,-18 35 1,-35 18 0,0 18-1,36 17 1</inkml:trace>
  <inkml:trace contextRef="#ctx0" brushRef="#br0" timeOffset="101599.63">21696 12541 0,'0'0'0,"17"71"31,1-54-16,0 213 1,-18-160 0,-18 142-1,18-177-15,-18 18 16,-70 53 0,53-88-1,-71-1 1</inkml:trace>
  <inkml:trace contextRef="#ctx0" brushRef="#br0" timeOffset="102550.05">22013 12982 0,'-17'-17'16,"17"-1"-1,17 18 17,1-35-17</inkml:trace>
  <inkml:trace contextRef="#ctx0" brushRef="#br0" timeOffset="103080.08">22348 12559 0,'0'0'0,"0"-18"16,53 18 15,-17 18-15,-1-18-1,0 18 1,1-18 0,-19 17-1,-34 54 1,-19 70-1,1 35 1,0-17 0,17-71-1,0 18 1,18-88-16,0-1 16</inkml:trace>
  <inkml:trace contextRef="#ctx0" brushRef="#br0" timeOffset="103235.24">22260 13106 0,'0'0'0,"194"-36"32,-158 36-17,158-17 1</inkml:trace>
  <inkml:trace contextRef="#ctx0" brushRef="#br0" timeOffset="106727.7">23072 13141 0,'-18'-18'31,"36"18"-15,-1-17-16,1 17 15,35 0 1,88 17 0,-70-17-1,-36 0 1</inkml:trace>
  <inkml:trace contextRef="#ctx0" brushRef="#br0" timeOffset="106983.87">23089 12929 0,'36'18'32,"-72"-36"-32,301 18 31</inkml:trace>
  <inkml:trace contextRef="#ctx0" brushRef="#br0" timeOffset="108208.56">23742 12682 0,'0'-17'31,"18"17"32,17-18-48,18 18 1,0 0 0,-18 18-1,-35 35 1,-18-36-1,-52 107 1,52-107-16,-17 36 16,35-35-1,35 35 1,18-18 0,-18-17-16,18-1 15,-35 1 1,17 88-1,-52-88 1,-54 70 0,53-71-16,-105 1 31,123-36-15,-18 1-16,18-36 15</inkml:trace>
  <inkml:trace contextRef="#ctx0" brushRef="#br0" timeOffset="109410.37">24465 12594 0,'0'-17'47,"0"52"-32,-35 18 1,-18 70 0,-18 36-1,36-53 1,35-36-1,35-34 1,36-54 0,-36 0-1,-17 18-15,17-17 16,0-1 0,-35 53-1,-35 36 1,-18 52-1,36-34 1,17-54-16,-18 18 16,36-36-1</inkml:trace>
  <inkml:trace contextRef="#ctx0" brushRef="#br0" timeOffset="110597.88">24800 12841 0,'0'-18'15,"36"-17"1,16 18 0,-16 34-1,34 1 1,-17 17-1,-17-17 1,-36 17 0,-36 18-1,-17-18 1,36-17 0,34 17-1,-17-17-15,36 17 16,34 18-1,-52-35-15,17 35 16,0 17 0,-70 1-1,-35-1 1,34-52 0,-140 35-1,158-53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customXml" Target="../ink/ink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CD48B60-268F-04B7-89D9-C418592E9087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3613-7E0C-0386-3FE6-68393A6A5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F352CD9-5015-DF18-149A-99FABA9C845B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40171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partial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variation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an ordered arrangement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distinct elements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selected from the 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F352CD9-5015-DF18-149A-99FABA9C8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401711" cy="1200329"/>
              </a:xfrm>
              <a:prstGeom prst="rect">
                <a:avLst/>
              </a:prstGeom>
              <a:blipFill>
                <a:blip r:embed="rId2"/>
                <a:stretch>
                  <a:fillRect l="-856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1F5F052A-96D5-8287-8125-F8B19F303961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000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65C0A-D10D-FD2F-9E22-D1A25E08A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6C98B0C-EC71-ED83-F86C-81FB927F7676}"/>
                  </a:ext>
                </a:extLst>
              </p:cNvPr>
              <p:cNvSpPr txBox="1"/>
              <p:nvPr/>
            </p:nvSpPr>
            <p:spPr>
              <a:xfrm>
                <a:off x="176469" y="1985606"/>
                <a:ext cx="119008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1,3,2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6C98B0C-EC71-ED83-F86C-81FB927F7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1985606"/>
                <a:ext cx="11900822" cy="461665"/>
              </a:xfrm>
              <a:prstGeom prst="rect">
                <a:avLst/>
              </a:prstGeom>
              <a:blipFill>
                <a:blip r:embed="rId2"/>
                <a:stretch>
                  <a:fillRect l="-820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239099E-5F67-224C-B100-689DF2C26813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488E66B-C248-7BC6-46B3-A554CDF2747E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40171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partial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variation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an ordered arrangement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distinct elements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selected from the 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488E66B-C248-7BC6-46B3-A554CDF27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401711" cy="1200329"/>
              </a:xfrm>
              <a:prstGeom prst="rect">
                <a:avLst/>
              </a:prstGeom>
              <a:blipFill>
                <a:blip r:embed="rId3"/>
                <a:stretch>
                  <a:fillRect l="-856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210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C86A3-4636-F701-50B9-864176196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DFA2732-FE83-1364-3571-38A81743AB5A}"/>
                  </a:ext>
                </a:extLst>
              </p:cNvPr>
              <p:cNvSpPr txBox="1"/>
              <p:nvPr/>
            </p:nvSpPr>
            <p:spPr>
              <a:xfrm>
                <a:off x="176469" y="1985606"/>
                <a:ext cx="119008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1,3,2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DFA2732-FE83-1364-3571-38A81743A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1985606"/>
                <a:ext cx="11900822" cy="461665"/>
              </a:xfrm>
              <a:prstGeom prst="rect">
                <a:avLst/>
              </a:prstGeom>
              <a:blipFill>
                <a:blip r:embed="rId2"/>
                <a:stretch>
                  <a:fillRect l="-820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0794B633-B0E8-8A26-4A73-16934B0A93B4}"/>
              </a:ext>
            </a:extLst>
          </p:cNvPr>
          <p:cNvSpPr txBox="1"/>
          <p:nvPr/>
        </p:nvSpPr>
        <p:spPr>
          <a:xfrm>
            <a:off x="176470" y="2433047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9895548-C976-9D23-EFC9-7F027DF42BB4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7484487-7A3C-F0EB-6508-CE8EB62F31A5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40171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partial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variation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an ordered arrangement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distinct elements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selected from the 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7484487-7A3C-F0EB-6508-CE8EB62F3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401711" cy="1200329"/>
              </a:xfrm>
              <a:prstGeom prst="rect">
                <a:avLst/>
              </a:prstGeom>
              <a:blipFill>
                <a:blip r:embed="rId3"/>
                <a:stretch>
                  <a:fillRect l="-856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6555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3C064-6151-35D9-18DC-21D0AE2EA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9D69085-42F0-7BE2-357C-341E4611E2D9}"/>
                  </a:ext>
                </a:extLst>
              </p:cNvPr>
              <p:cNvSpPr txBox="1"/>
              <p:nvPr/>
            </p:nvSpPr>
            <p:spPr>
              <a:xfrm>
                <a:off x="176469" y="1985606"/>
                <a:ext cx="119008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1,3,2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9D69085-42F0-7BE2-357C-341E4611E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1985606"/>
                <a:ext cx="11900822" cy="461665"/>
              </a:xfrm>
              <a:prstGeom prst="rect">
                <a:avLst/>
              </a:prstGeom>
              <a:blipFill>
                <a:blip r:embed="rId2"/>
                <a:stretch>
                  <a:fillRect l="-820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0E9F3DC-CFDF-9175-3A1B-213D966AE765}"/>
                  </a:ext>
                </a:extLst>
              </p:cNvPr>
              <p:cNvSpPr txBox="1"/>
              <p:nvPr/>
            </p:nvSpPr>
            <p:spPr>
              <a:xfrm>
                <a:off x="176469" y="2894712"/>
                <a:ext cx="74299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 one-element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0E9F3DC-CFDF-9175-3A1B-213D966AE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894712"/>
                <a:ext cx="7429919" cy="461665"/>
              </a:xfrm>
              <a:prstGeom prst="rect">
                <a:avLst/>
              </a:prstGeom>
              <a:blipFill>
                <a:blip r:embed="rId3"/>
                <a:stretch>
                  <a:fillRect l="-1313" t="-11842" r="-246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ED37A755-BF70-2CC1-8AF5-F3CBEF75ED1C}"/>
              </a:ext>
            </a:extLst>
          </p:cNvPr>
          <p:cNvSpPr txBox="1"/>
          <p:nvPr/>
        </p:nvSpPr>
        <p:spPr>
          <a:xfrm>
            <a:off x="176470" y="2433047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BDD26AA-7D26-DB88-D00B-3E29494AF452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3FB5176-D9A9-371A-004F-B723DB2ECF98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40171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partial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variation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an ordered arrangement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distinct elements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selected from the 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3FB5176-D9A9-371A-004F-B723DB2EC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401711" cy="1200329"/>
              </a:xfrm>
              <a:prstGeom prst="rect">
                <a:avLst/>
              </a:prstGeom>
              <a:blipFill>
                <a:blip r:embed="rId4"/>
                <a:stretch>
                  <a:fillRect l="-856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8859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EE9FE-D404-41A8-9E58-49054B537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BE42C2B-ABE1-ED6F-A747-1FE107131675}"/>
                  </a:ext>
                </a:extLst>
              </p:cNvPr>
              <p:cNvSpPr txBox="1"/>
              <p:nvPr/>
            </p:nvSpPr>
            <p:spPr>
              <a:xfrm>
                <a:off x="176469" y="1985606"/>
                <a:ext cx="119008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1,3,2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BE42C2B-ABE1-ED6F-A747-1FE107131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1985606"/>
                <a:ext cx="11900822" cy="461665"/>
              </a:xfrm>
              <a:prstGeom prst="rect">
                <a:avLst/>
              </a:prstGeom>
              <a:blipFill>
                <a:blip r:embed="rId2"/>
                <a:stretch>
                  <a:fillRect l="-820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38646AD-8A3C-BFD9-9911-E884185CB03E}"/>
                  </a:ext>
                </a:extLst>
              </p:cNvPr>
              <p:cNvSpPr txBox="1"/>
              <p:nvPr/>
            </p:nvSpPr>
            <p:spPr>
              <a:xfrm>
                <a:off x="176469" y="2894712"/>
                <a:ext cx="74299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 one-element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38646AD-8A3C-BFD9-9911-E884185CB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894712"/>
                <a:ext cx="7429919" cy="461665"/>
              </a:xfrm>
              <a:prstGeom prst="rect">
                <a:avLst/>
              </a:prstGeom>
              <a:blipFill>
                <a:blip r:embed="rId3"/>
                <a:stretch>
                  <a:fillRect l="-1313" t="-11842" r="-246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386D018-BAFE-831A-3843-311C58BED2A7}"/>
                  </a:ext>
                </a:extLst>
              </p:cNvPr>
              <p:cNvSpPr txBox="1"/>
              <p:nvPr/>
            </p:nvSpPr>
            <p:spPr>
              <a:xfrm>
                <a:off x="176469" y="3356377"/>
                <a:ext cx="1191345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Six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3,2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386D018-BAFE-831A-3843-311C58BED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356377"/>
                <a:ext cx="11913454" cy="830997"/>
              </a:xfrm>
              <a:prstGeom prst="rect">
                <a:avLst/>
              </a:prstGeom>
              <a:blipFill>
                <a:blip r:embed="rId4"/>
                <a:stretch>
                  <a:fillRect l="-819" t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13377C9B-26CD-F78E-43D9-FD78A5ED91D7}"/>
              </a:ext>
            </a:extLst>
          </p:cNvPr>
          <p:cNvSpPr txBox="1"/>
          <p:nvPr/>
        </p:nvSpPr>
        <p:spPr>
          <a:xfrm>
            <a:off x="176470" y="2433047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44F7A5F-80AA-7135-7400-52FB55DB3BD9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5450D6F-B8AF-0209-EE9B-4C2D8D39DBA5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40171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partial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variation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an ordered arrangement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distinct elements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selected from the 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5450D6F-B8AF-0209-EE9B-4C2D8D39D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401711" cy="1200329"/>
              </a:xfrm>
              <a:prstGeom prst="rect">
                <a:avLst/>
              </a:prstGeom>
              <a:blipFill>
                <a:blip r:embed="rId5"/>
                <a:stretch>
                  <a:fillRect l="-856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48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5E69-22CD-C313-AA4F-7B86478A2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9ED453B-93C7-683C-8E07-9A0BD818D510}"/>
                  </a:ext>
                </a:extLst>
              </p:cNvPr>
              <p:cNvSpPr txBox="1"/>
              <p:nvPr/>
            </p:nvSpPr>
            <p:spPr>
              <a:xfrm>
                <a:off x="176469" y="1985606"/>
                <a:ext cx="119008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1,3,2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9ED453B-93C7-683C-8E07-9A0BD818D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1985606"/>
                <a:ext cx="11900822" cy="461665"/>
              </a:xfrm>
              <a:prstGeom prst="rect">
                <a:avLst/>
              </a:prstGeom>
              <a:blipFill>
                <a:blip r:embed="rId2"/>
                <a:stretch>
                  <a:fillRect l="-820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3F70A6F-1D0E-3CE3-9F60-EBCB6952DC51}"/>
                  </a:ext>
                </a:extLst>
              </p:cNvPr>
              <p:cNvSpPr txBox="1"/>
              <p:nvPr/>
            </p:nvSpPr>
            <p:spPr>
              <a:xfrm>
                <a:off x="176469" y="2894712"/>
                <a:ext cx="74299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 one-element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3F70A6F-1D0E-3CE3-9F60-EBCB6952D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894712"/>
                <a:ext cx="7429919" cy="461665"/>
              </a:xfrm>
              <a:prstGeom prst="rect">
                <a:avLst/>
              </a:prstGeom>
              <a:blipFill>
                <a:blip r:embed="rId3"/>
                <a:stretch>
                  <a:fillRect l="-1313" t="-11842" r="-246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1A4B572-FEDA-0CAE-2667-7C58E43A16CE}"/>
                  </a:ext>
                </a:extLst>
              </p:cNvPr>
              <p:cNvSpPr txBox="1"/>
              <p:nvPr/>
            </p:nvSpPr>
            <p:spPr>
              <a:xfrm>
                <a:off x="176469" y="3356377"/>
                <a:ext cx="1191345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Six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3,2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1A4B572-FEDA-0CAE-2667-7C58E43A1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356377"/>
                <a:ext cx="11913454" cy="830997"/>
              </a:xfrm>
              <a:prstGeom prst="rect">
                <a:avLst/>
              </a:prstGeom>
              <a:blipFill>
                <a:blip r:embed="rId4"/>
                <a:stretch>
                  <a:fillRect l="-819" t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C807495-F79E-76ED-5A57-76F1161C5BAC}"/>
                  </a:ext>
                </a:extLst>
              </p:cNvPr>
              <p:cNvSpPr txBox="1"/>
              <p:nvPr/>
            </p:nvSpPr>
            <p:spPr>
              <a:xfrm>
                <a:off x="139272" y="4187374"/>
                <a:ext cx="1191345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Six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permutations):</a:t>
                </a:r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1,3,2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2,1,3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2,3,1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3,1,2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3,2,1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C807495-F79E-76ED-5A57-76F1161C5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72" y="4187374"/>
                <a:ext cx="11913454" cy="830997"/>
              </a:xfrm>
              <a:prstGeom prst="rect">
                <a:avLst/>
              </a:prstGeom>
              <a:blipFill>
                <a:blip r:embed="rId5"/>
                <a:stretch>
                  <a:fillRect l="-819" t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C4A682A6-5C72-ECED-6038-D438334D0ABB}"/>
              </a:ext>
            </a:extLst>
          </p:cNvPr>
          <p:cNvSpPr txBox="1"/>
          <p:nvPr/>
        </p:nvSpPr>
        <p:spPr>
          <a:xfrm>
            <a:off x="176470" y="2433047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4A7BAB50-84E4-5EF0-A58E-62A8BD70E59C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1DF08EE-801A-886A-06FD-9D61870EDA8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40171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partial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variation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an ordered arrangement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distinct elements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selected from the 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1DF08EE-801A-886A-06FD-9D61870ED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401711" cy="1200329"/>
              </a:xfrm>
              <a:prstGeom prst="rect">
                <a:avLst/>
              </a:prstGeom>
              <a:blipFill>
                <a:blip r:embed="rId6"/>
                <a:stretch>
                  <a:fillRect l="-856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7539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CEA83-3CBE-DE73-835E-A25CF5A4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559263D-8517-E8EE-F97A-FA51F91D3FD1}"/>
                  </a:ext>
                </a:extLst>
              </p:cNvPr>
              <p:cNvSpPr txBox="1"/>
              <p:nvPr/>
            </p:nvSpPr>
            <p:spPr>
              <a:xfrm>
                <a:off x="176469" y="1985606"/>
                <a:ext cx="119008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1,3,2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559263D-8517-E8EE-F97A-FA51F91D3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1985606"/>
                <a:ext cx="11900822" cy="461665"/>
              </a:xfrm>
              <a:prstGeom prst="rect">
                <a:avLst/>
              </a:prstGeom>
              <a:blipFill>
                <a:blip r:embed="rId2"/>
                <a:stretch>
                  <a:fillRect l="-820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C687614-C9A8-204F-41FC-373A814FBF83}"/>
                  </a:ext>
                </a:extLst>
              </p:cNvPr>
              <p:cNvSpPr txBox="1"/>
              <p:nvPr/>
            </p:nvSpPr>
            <p:spPr>
              <a:xfrm>
                <a:off x="176469" y="2894712"/>
                <a:ext cx="74299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 one-element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C687614-C9A8-204F-41FC-373A814FB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894712"/>
                <a:ext cx="7429919" cy="461665"/>
              </a:xfrm>
              <a:prstGeom prst="rect">
                <a:avLst/>
              </a:prstGeom>
              <a:blipFill>
                <a:blip r:embed="rId3"/>
                <a:stretch>
                  <a:fillRect l="-1313" t="-11842" r="-246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967B1EF-C83E-9813-C4D6-5378AB2BD6E7}"/>
                  </a:ext>
                </a:extLst>
              </p:cNvPr>
              <p:cNvSpPr txBox="1"/>
              <p:nvPr/>
            </p:nvSpPr>
            <p:spPr>
              <a:xfrm>
                <a:off x="176469" y="3356377"/>
                <a:ext cx="1191345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Six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3,2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967B1EF-C83E-9813-C4D6-5378AB2BD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356377"/>
                <a:ext cx="11913454" cy="830997"/>
              </a:xfrm>
              <a:prstGeom prst="rect">
                <a:avLst/>
              </a:prstGeom>
              <a:blipFill>
                <a:blip r:embed="rId4"/>
                <a:stretch>
                  <a:fillRect l="-819" t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12AD515-99BD-2FB6-38C1-EE8B2C7CACAB}"/>
                  </a:ext>
                </a:extLst>
              </p:cNvPr>
              <p:cNvSpPr txBox="1"/>
              <p:nvPr/>
            </p:nvSpPr>
            <p:spPr>
              <a:xfrm>
                <a:off x="139272" y="4187374"/>
                <a:ext cx="1191345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Six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permutations):</a:t>
                </a:r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1,3,2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2,1,3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2,3,1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3,1,2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3,2,1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12AD515-99BD-2FB6-38C1-EE8B2C7CA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72" y="4187374"/>
                <a:ext cx="11913454" cy="830997"/>
              </a:xfrm>
              <a:prstGeom prst="rect">
                <a:avLst/>
              </a:prstGeom>
              <a:blipFill>
                <a:blip r:embed="rId5"/>
                <a:stretch>
                  <a:fillRect l="-819" t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6FFEF0A-0703-701B-D660-B66853CE9587}"/>
                  </a:ext>
                </a:extLst>
              </p:cNvPr>
              <p:cNvSpPr txBox="1"/>
              <p:nvPr/>
            </p:nvSpPr>
            <p:spPr>
              <a:xfrm>
                <a:off x="176469" y="5018371"/>
                <a:ext cx="119134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normal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special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6FFEF0A-0703-701B-D660-B66853CE9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5018371"/>
                <a:ext cx="11913454" cy="461665"/>
              </a:xfrm>
              <a:prstGeom prst="rect">
                <a:avLst/>
              </a:prstGeom>
              <a:blipFill>
                <a:blip r:embed="rId6"/>
                <a:stretch>
                  <a:fillRect l="-81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40521F14-CD62-028A-8B5A-20BDB5D096C3}"/>
              </a:ext>
            </a:extLst>
          </p:cNvPr>
          <p:cNvSpPr txBox="1"/>
          <p:nvPr/>
        </p:nvSpPr>
        <p:spPr>
          <a:xfrm>
            <a:off x="176470" y="2433047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82F67A2-C198-78D2-0C8E-F468C063BB83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5E16F79-68D3-0B55-589B-04F8E200B9B0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40171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partial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repetition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variation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an ordered arrangement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distinct elements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selected from the set.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5E16F79-68D3-0B55-589B-04F8E200B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401711" cy="1200329"/>
              </a:xfrm>
              <a:prstGeom prst="rect">
                <a:avLst/>
              </a:prstGeom>
              <a:blipFill>
                <a:blip r:embed="rId7"/>
                <a:stretch>
                  <a:fillRect l="-856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8582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5DC34-085F-C741-445F-756CBB2A0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0F1A66DD-8E55-AC97-84D4-6373951FB263}"/>
              </a:ext>
            </a:extLst>
          </p:cNvPr>
          <p:cNvSpPr txBox="1"/>
          <p:nvPr/>
        </p:nvSpPr>
        <p:spPr>
          <a:xfrm>
            <a:off x="176470" y="785277"/>
            <a:ext cx="110528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k-tuple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a set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also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sequence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</a:t>
            </a:r>
            <a:b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an ordered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arrangement where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 element can be selected multiple times.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8535EB4-1C54-E2BE-1503-065BBA7CDF51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813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430F2-3521-052D-AB4C-F0C1B4F8C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390B199-7150-170B-1F00-638A6990471D}"/>
              </a:ext>
            </a:extLst>
          </p:cNvPr>
          <p:cNvSpPr txBox="1"/>
          <p:nvPr/>
        </p:nvSpPr>
        <p:spPr>
          <a:xfrm>
            <a:off x="176470" y="785277"/>
            <a:ext cx="110528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k-tuple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a set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also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sequence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</a:t>
            </a:r>
            <a:b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an ordered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arrangement where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 element can be selected multiple times.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ADF89B16-1655-3BBC-A59D-4424C3FE092D}"/>
                  </a:ext>
                </a:extLst>
              </p:cNvPr>
              <p:cNvSpPr txBox="1"/>
              <p:nvPr/>
            </p:nvSpPr>
            <p:spPr>
              <a:xfrm>
                <a:off x="176470" y="1985606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examples of k-tuples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3,2,1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3,3,2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ADF89B16-1655-3BBC-A59D-4424C3FE0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85606"/>
                <a:ext cx="11839060" cy="830997"/>
              </a:xfrm>
              <a:prstGeom prst="rect">
                <a:avLst/>
              </a:prstGeom>
              <a:blipFill>
                <a:blip r:embed="rId2"/>
                <a:stretch>
                  <a:fillRect l="-824" t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648C533D-CEC8-EA70-B9F4-52A93FA4536C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82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90354-64EE-61AA-2D6C-4194BE15A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C5717BA2-48A2-48DE-BE4D-83DF04E3EE85}"/>
              </a:ext>
            </a:extLst>
          </p:cNvPr>
          <p:cNvSpPr txBox="1"/>
          <p:nvPr/>
        </p:nvSpPr>
        <p:spPr>
          <a:xfrm>
            <a:off x="176470" y="785277"/>
            <a:ext cx="110528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k-tuple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a set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also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sequence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</a:t>
            </a:r>
            <a:b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an ordered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arrangement where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 element can be selected multiple times.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1CE0A0E-3414-B01D-00FB-1D7F392FF15D}"/>
                  </a:ext>
                </a:extLst>
              </p:cNvPr>
              <p:cNvSpPr txBox="1"/>
              <p:nvPr/>
            </p:nvSpPr>
            <p:spPr>
              <a:xfrm>
                <a:off x="176470" y="1985606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examples of k-tuples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3,2,1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3,3,2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1CE0A0E-3414-B01D-00FB-1D7F392FF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85606"/>
                <a:ext cx="11839060" cy="830997"/>
              </a:xfrm>
              <a:prstGeom prst="rect">
                <a:avLst/>
              </a:prstGeom>
              <a:blipFill>
                <a:blip r:embed="rId2"/>
                <a:stretch>
                  <a:fillRect l="-824" t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8414A4B1-0F5A-3234-DFA0-DF0664F81974}"/>
              </a:ext>
            </a:extLst>
          </p:cNvPr>
          <p:cNvSpPr txBox="1"/>
          <p:nvPr/>
        </p:nvSpPr>
        <p:spPr>
          <a:xfrm>
            <a:off x="176470" y="2816603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149C8F8-5E5F-C5E9-8CD0-490089AB921C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069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9EC5D-F00B-C56A-868D-4F2B6DAD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2ECA2C65-537D-8DD5-D6F5-14A3F4DBAC6C}"/>
              </a:ext>
            </a:extLst>
          </p:cNvPr>
          <p:cNvSpPr txBox="1"/>
          <p:nvPr/>
        </p:nvSpPr>
        <p:spPr>
          <a:xfrm>
            <a:off x="176470" y="785277"/>
            <a:ext cx="110528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k-tuple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a set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also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sequence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</a:t>
            </a:r>
            <a:b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an ordered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arrangement where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 element can be selected multiple times.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6C61490-5DBA-3901-F3CF-3F31C081F9A0}"/>
                  </a:ext>
                </a:extLst>
              </p:cNvPr>
              <p:cNvSpPr txBox="1"/>
              <p:nvPr/>
            </p:nvSpPr>
            <p:spPr>
              <a:xfrm>
                <a:off x="176470" y="1985606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examples of k-tuples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3,2,1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3,3,2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6C61490-5DBA-3901-F3CF-3F31C081F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85606"/>
                <a:ext cx="11839060" cy="830997"/>
              </a:xfrm>
              <a:prstGeom prst="rect">
                <a:avLst/>
              </a:prstGeom>
              <a:blipFill>
                <a:blip r:embed="rId2"/>
                <a:stretch>
                  <a:fillRect l="-824" t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FE76C4E1-76E9-418B-1E11-D39EFAFFDAF2}"/>
              </a:ext>
            </a:extLst>
          </p:cNvPr>
          <p:cNvSpPr txBox="1"/>
          <p:nvPr/>
        </p:nvSpPr>
        <p:spPr>
          <a:xfrm>
            <a:off x="176470" y="2816603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3DBF577-0927-E04F-184B-E91AC4134362}"/>
                  </a:ext>
                </a:extLst>
              </p:cNvPr>
              <p:cNvSpPr txBox="1"/>
              <p:nvPr/>
            </p:nvSpPr>
            <p:spPr>
              <a:xfrm>
                <a:off x="176470" y="3278268"/>
                <a:ext cx="6309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 one-element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3DBF577-0927-E04F-184B-E91AC4134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78268"/>
                <a:ext cx="6309420" cy="461665"/>
              </a:xfrm>
              <a:prstGeom prst="rect">
                <a:avLst/>
              </a:prstGeom>
              <a:blipFill>
                <a:blip r:embed="rId3"/>
                <a:stretch>
                  <a:fillRect l="-1546" t="-11842" r="-483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B0AE340C-3448-F95B-F404-010F4C97AC96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665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8EBCA-D7C9-DBD9-4D67-AD11B1FC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B1CDAFB6-275C-9002-4C2A-B518E17383CE}"/>
              </a:ext>
            </a:extLst>
          </p:cNvPr>
          <p:cNvSpPr txBox="1"/>
          <p:nvPr/>
        </p:nvSpPr>
        <p:spPr>
          <a:xfrm>
            <a:off x="176470" y="785277"/>
            <a:ext cx="110528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k-tuple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a set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also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sequence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</a:t>
            </a:r>
            <a:b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an ordered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arrangement where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 element can be selected multiple times.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823A60E-5459-CD08-C04E-667FA8B82DD5}"/>
                  </a:ext>
                </a:extLst>
              </p:cNvPr>
              <p:cNvSpPr txBox="1"/>
              <p:nvPr/>
            </p:nvSpPr>
            <p:spPr>
              <a:xfrm>
                <a:off x="176470" y="1985606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examples of k-tuples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3,2,1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3,3,2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823A60E-5459-CD08-C04E-667FA8B82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85606"/>
                <a:ext cx="11839060" cy="830997"/>
              </a:xfrm>
              <a:prstGeom prst="rect">
                <a:avLst/>
              </a:prstGeom>
              <a:blipFill>
                <a:blip r:embed="rId2"/>
                <a:stretch>
                  <a:fillRect l="-824" t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C8A0E9FE-8F19-7836-0203-8568FBD7D598}"/>
              </a:ext>
            </a:extLst>
          </p:cNvPr>
          <p:cNvSpPr txBox="1"/>
          <p:nvPr/>
        </p:nvSpPr>
        <p:spPr>
          <a:xfrm>
            <a:off x="176470" y="2816603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D82E5FD-1D80-8DD4-5F96-08E2A91A0073}"/>
                  </a:ext>
                </a:extLst>
              </p:cNvPr>
              <p:cNvSpPr txBox="1"/>
              <p:nvPr/>
            </p:nvSpPr>
            <p:spPr>
              <a:xfrm>
                <a:off x="176470" y="3278268"/>
                <a:ext cx="6309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 one-element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D82E5FD-1D80-8DD4-5F96-08E2A91A0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78268"/>
                <a:ext cx="6309420" cy="461665"/>
              </a:xfrm>
              <a:prstGeom prst="rect">
                <a:avLst/>
              </a:prstGeom>
              <a:blipFill>
                <a:blip r:embed="rId3"/>
                <a:stretch>
                  <a:fillRect l="-1546" t="-11842" r="-483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8ECB87C-28E0-5845-C0BB-7F0DD91BEA83}"/>
                  </a:ext>
                </a:extLst>
              </p:cNvPr>
              <p:cNvSpPr txBox="1"/>
              <p:nvPr/>
            </p:nvSpPr>
            <p:spPr>
              <a:xfrm>
                <a:off x="176470" y="3739933"/>
                <a:ext cx="1191345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Nine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3,3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8ECB87C-28E0-5845-C0BB-7F0DD91BE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739933"/>
                <a:ext cx="11913454" cy="830997"/>
              </a:xfrm>
              <a:prstGeom prst="rect">
                <a:avLst/>
              </a:prstGeom>
              <a:blipFill>
                <a:blip r:embed="rId4"/>
                <a:stretch>
                  <a:fillRect l="-819" t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97A206CB-28CF-8A85-92E9-27EB76CC6BD7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461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6AE8-487F-8FBF-6F2D-0050BF080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3BEEFF94-A0C9-A821-49B6-BE79854DC879}"/>
              </a:ext>
            </a:extLst>
          </p:cNvPr>
          <p:cNvSpPr txBox="1"/>
          <p:nvPr/>
        </p:nvSpPr>
        <p:spPr>
          <a:xfrm>
            <a:off x="176470" y="785277"/>
            <a:ext cx="110528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k-tuple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a set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also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sequence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</a:t>
            </a:r>
            <a:b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an ordered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arrangemen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 element can be selected multiple times.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E508799-8BBB-CDF2-13DA-E9F094CA2365}"/>
                  </a:ext>
                </a:extLst>
              </p:cNvPr>
              <p:cNvSpPr txBox="1"/>
              <p:nvPr/>
            </p:nvSpPr>
            <p:spPr>
              <a:xfrm>
                <a:off x="176470" y="1985606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examples of k-tuples 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3,2,1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3,3,2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E508799-8BBB-CDF2-13DA-E9F094CA2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85606"/>
                <a:ext cx="11839060" cy="830997"/>
              </a:xfrm>
              <a:prstGeom prst="rect">
                <a:avLst/>
              </a:prstGeom>
              <a:blipFill>
                <a:blip r:embed="rId2"/>
                <a:stretch>
                  <a:fillRect l="-824" t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B9DA5BC0-DECE-EE93-226B-966915E0BB77}"/>
              </a:ext>
            </a:extLst>
          </p:cNvPr>
          <p:cNvSpPr txBox="1"/>
          <p:nvPr/>
        </p:nvSpPr>
        <p:spPr>
          <a:xfrm>
            <a:off x="176470" y="2816603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505E71E-942B-B28E-E73E-29C8844A5CE1}"/>
                  </a:ext>
                </a:extLst>
              </p:cNvPr>
              <p:cNvSpPr txBox="1"/>
              <p:nvPr/>
            </p:nvSpPr>
            <p:spPr>
              <a:xfrm>
                <a:off x="176470" y="3278268"/>
                <a:ext cx="6309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 one-element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505E71E-942B-B28E-E73E-29C8844A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78268"/>
                <a:ext cx="6309420" cy="461665"/>
              </a:xfrm>
              <a:prstGeom prst="rect">
                <a:avLst/>
              </a:prstGeom>
              <a:blipFill>
                <a:blip r:embed="rId3"/>
                <a:stretch>
                  <a:fillRect l="-1546" t="-11842" r="-483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EE10C78-F2A6-9531-837A-C0DA68AD8191}"/>
                  </a:ext>
                </a:extLst>
              </p:cNvPr>
              <p:cNvSpPr txBox="1"/>
              <p:nvPr/>
            </p:nvSpPr>
            <p:spPr>
              <a:xfrm>
                <a:off x="176470" y="3739933"/>
                <a:ext cx="1191345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Nine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3,3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EE10C78-F2A6-9531-837A-C0DA68AD8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739933"/>
                <a:ext cx="11913454" cy="830997"/>
              </a:xfrm>
              <a:prstGeom prst="rect">
                <a:avLst/>
              </a:prstGeom>
              <a:blipFill>
                <a:blip r:embed="rId4"/>
                <a:stretch>
                  <a:fillRect l="-819" t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FACDC83-04B4-39D4-9953-9B94C0875AD8}"/>
                  </a:ext>
                </a:extLst>
              </p:cNvPr>
              <p:cNvSpPr txBox="1"/>
              <p:nvPr/>
            </p:nvSpPr>
            <p:spPr>
              <a:xfrm>
                <a:off x="176470" y="4570930"/>
                <a:ext cx="11913454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Twenty-seven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1,1,1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1,1,2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1,1,3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1,2,3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1,3,1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1,3,2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,1,1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,1,2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,1,3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,2,1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,2,2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,2,3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,3,1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,3,2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,3,3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,1,1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,1,2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,1,3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,2,1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,2,2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,2,3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,3,1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,3,2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,3,3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FACDC83-04B4-39D4-9953-9B94C0875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570930"/>
                <a:ext cx="11913454" cy="1569660"/>
              </a:xfrm>
              <a:prstGeom prst="rect">
                <a:avLst/>
              </a:prstGeom>
              <a:blipFill>
                <a:blip r:embed="rId5"/>
                <a:stretch>
                  <a:fillRect l="-819" t="-3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40F322B7-092A-1D09-F206-346C417F9A90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422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1BA63-FEC4-8B8A-A5EE-66BB3741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2B388CC-A44A-B777-5A95-407C85221FB5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24044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-permutations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(without repetition)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given by: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2B388CC-A44A-B777-5A95-407C85221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240449" cy="830997"/>
              </a:xfrm>
              <a:prstGeom prst="rect">
                <a:avLst/>
              </a:prstGeom>
              <a:blipFill>
                <a:blip r:embed="rId2"/>
                <a:stretch>
                  <a:fillRect l="-868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874D4C2-9821-B899-AF83-9F91F5F0B569}"/>
                  </a:ext>
                </a:extLst>
              </p:cNvPr>
              <p:cNvSpPr txBox="1"/>
              <p:nvPr/>
            </p:nvSpPr>
            <p:spPr>
              <a:xfrm>
                <a:off x="4845697" y="1616274"/>
                <a:ext cx="2692147" cy="835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𝑃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874D4C2-9821-B899-AF83-9F91F5F0B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697" y="1616274"/>
                <a:ext cx="2692147" cy="835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CC9CF639-131B-1AE2-B030-374F7C8955F3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560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88550-9EA2-2D00-8DD3-BA39A8F1B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6D58A7B-EF40-C386-06C8-F992806EE7FF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24044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-permutations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(without repetition)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given by: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6D58A7B-EF40-C386-06C8-F992806EE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240449" cy="830997"/>
              </a:xfrm>
              <a:prstGeom prst="rect">
                <a:avLst/>
              </a:prstGeom>
              <a:blipFill>
                <a:blip r:embed="rId2"/>
                <a:stretch>
                  <a:fillRect l="-868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B7F8C15-B635-44F9-48B4-31DC5A9D5D14}"/>
                  </a:ext>
                </a:extLst>
              </p:cNvPr>
              <p:cNvSpPr txBox="1"/>
              <p:nvPr/>
            </p:nvSpPr>
            <p:spPr>
              <a:xfrm>
                <a:off x="4845697" y="1616274"/>
                <a:ext cx="2692147" cy="835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𝑃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B7F8C15-B635-44F9-48B4-31DC5A9D5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697" y="1616274"/>
                <a:ext cx="2692147" cy="835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AD53793-4002-CF49-41FF-ADB1653784C7}"/>
                  </a:ext>
                </a:extLst>
              </p:cNvPr>
              <p:cNvSpPr txBox="1"/>
              <p:nvPr/>
            </p:nvSpPr>
            <p:spPr>
              <a:xfrm>
                <a:off x="2917596" y="2401551"/>
                <a:ext cx="69199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𝑃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⋅…⋅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AD53793-4002-CF49-41FF-ADB165378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596" y="2401551"/>
                <a:ext cx="691990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6EBDDDFB-B23D-DB24-52B2-2F42FA939B2B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799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2791A-3D01-D7B9-2B8D-31D5BD072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7EB7A9A-3099-A668-4A54-A9F6406C4020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24044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-permutations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-element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(without repetition)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given by: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7EB7A9A-3099-A668-4A54-A9F6406C4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240449" cy="830997"/>
              </a:xfrm>
              <a:prstGeom prst="rect">
                <a:avLst/>
              </a:prstGeom>
              <a:blipFill>
                <a:blip r:embed="rId2"/>
                <a:stretch>
                  <a:fillRect l="-868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DE173CE-E55B-3E49-5108-31AF012A940B}"/>
                  </a:ext>
                </a:extLst>
              </p:cNvPr>
              <p:cNvSpPr txBox="1"/>
              <p:nvPr/>
            </p:nvSpPr>
            <p:spPr>
              <a:xfrm>
                <a:off x="4845697" y="1616274"/>
                <a:ext cx="2692147" cy="835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𝑃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DE173CE-E55B-3E49-5108-31AF012A9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697" y="1616274"/>
                <a:ext cx="2692147" cy="835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CFC2543-19C2-086E-9970-62B3E7964441}"/>
                  </a:ext>
                </a:extLst>
              </p:cNvPr>
              <p:cNvSpPr txBox="1"/>
              <p:nvPr/>
            </p:nvSpPr>
            <p:spPr>
              <a:xfrm>
                <a:off x="2917596" y="2401551"/>
                <a:ext cx="69199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𝑃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⋅…⋅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CFC2543-19C2-086E-9970-62B3E7964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596" y="2401551"/>
                <a:ext cx="691990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7502B51-EF1C-524E-5128-A2FA4D6CDF17}"/>
                  </a:ext>
                </a:extLst>
              </p:cNvPr>
              <p:cNvSpPr txBox="1"/>
              <p:nvPr/>
            </p:nvSpPr>
            <p:spPr>
              <a:xfrm>
                <a:off x="176470" y="3013501"/>
                <a:ext cx="118312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-tuples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repetition) from an n-element set is given by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7502B51-EF1C-524E-5128-A2FA4D6CD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13501"/>
                <a:ext cx="11831252" cy="461665"/>
              </a:xfrm>
              <a:prstGeom prst="rect">
                <a:avLst/>
              </a:prstGeom>
              <a:blipFill>
                <a:blip r:embed="rId5"/>
                <a:stretch>
                  <a:fillRect l="-82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6E4EB4B-D7A2-4552-E4E8-588D62AA0D67}"/>
                  </a:ext>
                </a:extLst>
              </p:cNvPr>
              <p:cNvSpPr txBox="1"/>
              <p:nvPr/>
            </p:nvSpPr>
            <p:spPr>
              <a:xfrm>
                <a:off x="4942679" y="3535155"/>
                <a:ext cx="1950342" cy="468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𝑇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6E4EB4B-D7A2-4552-E4E8-588D62AA0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79" y="3535155"/>
                <a:ext cx="1950342" cy="4682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F9C9A099-54FC-EBF6-0AB1-EA80BC88AF70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105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428F-D485-9896-50E4-999D86DE4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B87727C-0BD1-6605-402E-011B66CBBCE6}"/>
              </a:ext>
            </a:extLst>
          </p:cNvPr>
          <p:cNvSpPr txBox="1"/>
          <p:nvPr/>
        </p:nvSpPr>
        <p:spPr>
          <a:xfrm>
            <a:off x="176470" y="785277"/>
            <a:ext cx="82030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three-element sequences can be formed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a set of 7 elements?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a)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b) with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5DAFFD9-D315-2C28-B3A2-956C41BD10EC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586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5C0B4-1447-8D4D-24C8-D91E0AFDB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291720B8-AD14-AEEE-7207-32BBC274D08E}"/>
              </a:ext>
            </a:extLst>
          </p:cNvPr>
          <p:cNvSpPr txBox="1"/>
          <p:nvPr/>
        </p:nvSpPr>
        <p:spPr>
          <a:xfrm>
            <a:off x="176470" y="785277"/>
            <a:ext cx="82030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three-element sequences can be formed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a set of 7 elements?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a)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without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b) with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repetition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B66EAC8-2806-F1AA-62DC-CCBFC128760C}"/>
                  </a:ext>
                </a:extLst>
              </p:cNvPr>
              <p:cNvSpPr txBox="1"/>
              <p:nvPr/>
            </p:nvSpPr>
            <p:spPr>
              <a:xfrm>
                <a:off x="176470" y="4928740"/>
                <a:ext cx="2692147" cy="835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𝑃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B66EAC8-2806-F1AA-62DC-CCBFC1287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928740"/>
                <a:ext cx="2692147" cy="835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520F2AD-A005-DCE8-62B1-D3426F3B0AE4}"/>
                  </a:ext>
                </a:extLst>
              </p:cNvPr>
              <p:cNvSpPr txBox="1"/>
              <p:nvPr/>
            </p:nvSpPr>
            <p:spPr>
              <a:xfrm>
                <a:off x="176470" y="5838620"/>
                <a:ext cx="69199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𝑃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⋅…⋅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520F2AD-A005-DCE8-62B1-D3426F3B0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838620"/>
                <a:ext cx="691990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8F1AD39-BA5D-084D-5AFA-55107C50A159}"/>
                  </a:ext>
                </a:extLst>
              </p:cNvPr>
              <p:cNvSpPr txBox="1"/>
              <p:nvPr/>
            </p:nvSpPr>
            <p:spPr>
              <a:xfrm>
                <a:off x="10145056" y="5832080"/>
                <a:ext cx="1950342" cy="468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𝑇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8F1AD39-BA5D-084D-5AFA-55107C50A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5056" y="5832080"/>
                <a:ext cx="1950342" cy="4682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187F39A8-9D5B-2A16-B44A-596B2E35C6DD}"/>
              </a:ext>
            </a:extLst>
          </p:cNvPr>
          <p:cNvSpPr txBox="1"/>
          <p:nvPr/>
        </p:nvSpPr>
        <p:spPr>
          <a:xfrm>
            <a:off x="1550749" y="0"/>
            <a:ext cx="9090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K-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9CFD47EE-6571-7212-891A-2471B3D58893}"/>
                  </a:ext>
                </a:extLst>
              </p14:cNvPr>
              <p14:cNvContentPartPr/>
              <p14:nvPr/>
            </p14:nvContentPartPr>
            <p14:xfrm>
              <a:off x="5397480" y="1390680"/>
              <a:ext cx="4680360" cy="347364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9CFD47EE-6571-7212-891A-2471B3D5889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88120" y="1381320"/>
                <a:ext cx="4699080" cy="349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977462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2018</TotalTime>
  <Words>1248</Words>
  <Application>Microsoft Office PowerPoint</Application>
  <PresentationFormat>Panoramiczny</PresentationFormat>
  <Paragraphs>96</Paragraphs>
  <Slides>19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31</cp:revision>
  <dcterms:created xsi:type="dcterms:W3CDTF">2024-10-31T12:17:59Z</dcterms:created>
  <dcterms:modified xsi:type="dcterms:W3CDTF">2025-04-11T14:04:18Z</dcterms:modified>
</cp:coreProperties>
</file>