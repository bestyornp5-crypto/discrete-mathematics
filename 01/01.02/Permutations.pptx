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94" r:id="rId4"/>
    <p:sldId id="285" r:id="rId5"/>
    <p:sldId id="284" r:id="rId6"/>
    <p:sldId id="283" r:id="rId7"/>
    <p:sldId id="282" r:id="rId8"/>
    <p:sldId id="281" r:id="rId9"/>
    <p:sldId id="273" r:id="rId10"/>
    <p:sldId id="290" r:id="rId11"/>
    <p:sldId id="289" r:id="rId12"/>
    <p:sldId id="288" r:id="rId13"/>
    <p:sldId id="287" r:id="rId14"/>
    <p:sldId id="286" r:id="rId15"/>
    <p:sldId id="269" r:id="rId16"/>
    <p:sldId id="272" r:id="rId17"/>
    <p:sldId id="293" r:id="rId18"/>
    <p:sldId id="292" r:id="rId19"/>
    <p:sldId id="291" r:id="rId20"/>
    <p:sldId id="295" r:id="rId21"/>
    <p:sldId id="300" r:id="rId22"/>
    <p:sldId id="299" r:id="rId23"/>
    <p:sldId id="298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3-28T09:26:24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14605 10178 0,'0'17'47,"-18"-17"-31,18 18 15,18-18 47,0-18-47,52-35 16,-35 36-31,-17-1 0,0 18-1,-1 0 1,19 0-1,17-18 17,-18 36-1,18 0 16,-36-1-32,19-17 1,-19 0 0,1 18-16,0 0 31,-1-18-15,1 17 15,-18 1 0</inkml:trace>
  <inkml:trace contextRef="#ctx0" brushRef="#br0" timeOffset="419.77">14975 10142 0,'18'0'31,"0"18"-15,17 17 15,-35-17-15,53 0 0,0-36 15,-18-53 0,-53 1 0,1 70-15</inkml:trace>
  <inkml:trace contextRef="#ctx0" brushRef="#br0" timeOffset="1672.88">15187 10883 0,'-18'18'47,"18"17"-32,-17 18 1,-1 0-1,1-18 1,-19 18 0,19-18-16,-1-17 15,-35 35 1,0-35 0,18-1-1,-18-17 1,35-17-16,-35-54 31,36-17-15,-1 35-1,-17 0 1,35 35-16,-18 18 16,1 0-16</inkml:trace>
  <inkml:trace contextRef="#ctx0" brushRef="#br0" timeOffset="2206.91">14587 11113 0,'0'0'0,"36"-53"31,-1-18 0,-17 53-15,17-35 0,-18 36-1,36 70 17,-35-36-17,53 72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3-28T09:27:07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22560 9313 0,'0'-17'16,"0"-1"15,-17 18 0,17 18 47,0-1-62,0 1-16,0 17 15,-36 36 1,1 35 0,0 17-1,-1-35 1,19-17 0,17-53-1,35-18 1,-35-18-16,35 0 15,18 1 1,-53 52 0,0 53-1,-35 36 1,17-36 0,36-53-1,17-35 1</inkml:trace>
  <inkml:trace contextRef="#ctx0" brushRef="#br0" timeOffset="438.85">22789 9613 0,'18'-17'62,"17"-19"-46,71-87 15,-88 88-15,-1 17-1,-34 18 1,-1 70-1,-17 54 1,17 17 0,18-70-1,18-36-15,-18-17 16</inkml:trace>
  <inkml:trace contextRef="#ctx0" brushRef="#br0" timeOffset="645.91">23089 9860 0,'-17'71'32,"34"-142"-32,-70 265 31,53-176-31,-17 35 31</inkml:trace>
  <inkml:trace contextRef="#ctx0" brushRef="#br0" timeOffset="1052.97">23354 9490 0,'0'0'0,"18"-18"16,-1 18-1,18 0 1,-17 0-16,17 53 31,-35-18-15,-53 124 15,18-106-15,35-35-16,-17 35 15,34-18 1,36-35 0,0-18-1</inkml:trace>
  <inkml:trace contextRef="#ctx0" brushRef="#br0" timeOffset="1361">23760 9790 0,'0'0'0,"0"53"16,-18-36-16,0 124 31,1-88-15,34-53 15</inkml:trace>
  <inkml:trace contextRef="#ctx0" brushRef="#br0" timeOffset="1969.13">23971 9419 0,'18'-17'15,"0"17"1,34 0 0,1 52 30,-35-16-30,-36 17 15,36-18 1,0-17-17,17 34 1,-17-16-1,-18-19-15,-18 19 16,18-19 0,-71 72-1,-17-54 1,53-18 0</inkml:trace>
  <inkml:trace contextRef="#ctx0" brushRef="#br0" timeOffset="2719.52">24483 9172 0,'17'0'0,"-34"0"0,52 0 16,0 71 15,-35-54-15,-17 125-1,-19 34 32,54-70-15,0-106-17,17 17 1,-17-34-1,-1-1 1,-17 0 0,-17 18-1,17 18 17,0 35-17,0 35 1,-18 18-1,-17 70 17,-18-123-17,0-17 1,-18-36 0</inkml:trace>
  <inkml:trace contextRef="#ctx0" brushRef="#br0" timeOffset="3297.43">24977 9719 0,'0'-35'31,"35"17"1,18 18-17,0 18 1,35 17-1,0-35 1,0-35 0,-52-1-1</inkml:trace>
  <inkml:trace contextRef="#ctx0" brushRef="#br0" timeOffset="3640.44">25400 9472 0,'0'0'0,"53"53"31,-35-18-15,70 89-1,-35-71 17,-53-18-17,-18-17 1,-35 17 0,-17 0-1,17 0 1</inkml:trace>
  <inkml:trace contextRef="#ctx0" brushRef="#br0" timeOffset="5201.39">26070 9260 0,'0'-17'31,"-17"-1"-15,17 36 31,-18 52-32,-17 54 1,-1-18 0,19-18-1,17-71 1,17 1-16,1-18 16,17 0-1,-17-18-15,17 18 16,-17 53-1,-36 36 1,1 16 0,17-16-1,35-54 1</inkml:trace>
  <inkml:trace contextRef="#ctx0" brushRef="#br0" timeOffset="5718.18">26335 9560 0,'0'0'31,"53"-53"0,53-35 1,-53 18-17,-1-19 16,-52 107-15,-17 35 0,-18 70-1,-1 19 1,36-19 0</inkml:trace>
  <inkml:trace contextRef="#ctx0" brushRef="#br0" timeOffset="5942.38">26758 9790 0,'0'0'0,"-35"105"31,17-34-15,-17-18-1</inkml:trace>
  <inkml:trace contextRef="#ctx0" brushRef="#br0" timeOffset="6444.24">27040 9296 0,'18'-18'16,"88"18"15,-71 35-15,0-17 0,-52 17-1,-1 1 1,-17-19-1,17 1 1,36-1 0,0-17-16,52 53 31,-70 18-15,-88 88 15,35-124-16,35-17-15,-35-1 16,36-34 0</inkml:trace>
  <inkml:trace contextRef="#ctx0" brushRef="#br0" timeOffset="6772.21">27534 9772 0,'0'0'0,"0"18"15,-35 52 1,0 18 0,17-35-1,0 0 1,36-35-16</inkml:trace>
  <inkml:trace contextRef="#ctx0" brushRef="#br0" timeOffset="7160.82">27781 9313 0,'71'36'31,"-54"87"0,-52-70-15,35-18-16,-70 106 31,87-70-15,19-53-1,34-18 1,-17-36 0</inkml:trace>
  <inkml:trace contextRef="#ctx0" brushRef="#br0" timeOffset="8095.68">28134 9066 0,'18'0'31,"-18"18"0,0 53-15,-18-1-1,18 18 1,0-17 0,0-1-1,18-17 1,-1-17 0,1-19-1,17-17 1,-17 0-1,0-17 1,-1-1 0,-17 0-1,-17 1 1,-1 34 15,18 36-15,0 53-1,18 18 1,-18 70 15,-18-106-15,18-71-16,-35 19 16,17-19-1</inkml:trace>
  <inkml:trace contextRef="#ctx0" brushRef="#br0" timeOffset="12079.34">28504 9596 0,'0'-18'0,"-17"18"16,17-18 0,0 1-1,35-1 1,-17 18-1,105 18 1,-70-18 0,53-18-1,-71 18 1,-17-18-16</inkml:trace>
  <inkml:trace contextRef="#ctx0" brushRef="#br0" timeOffset="12485.2">28928 9402 0,'35'17'16,"36"36"15,-36-18 0,-17-17-15,-18 0-16,-53 52 31,-18-17-15,53-35-16,-17-1 16,18-17-16</inkml:trace>
  <inkml:trace contextRef="#ctx0" brushRef="#br0" timeOffset="14535.12">29386 9102 0,'0'-18'16,"0"36"15,0-1-15,-17 54-1,-19 35 1,19-71 0,-71 212-1,35-141 1,35-53-1,71-53 17,18-36-17,-1 1 1,-35 70 0,-35 1-1,-35 87 1,17 1-1,18-107 1,53 36 0</inkml:trace>
  <inkml:trace contextRef="#ctx0" brushRef="#br0" timeOffset="17743.08">29563 9560 0,'0'-17'31,"17"-1"1,-17 0-17,71-52 1,-36 17 0,-17 18-1,17-18 1,-17 53-16,-18-36 15,17 36 1,-17 53 15,-17 53-15,-1-53-16,1 53 16,-1-53-1,18 106 1</inkml:trace>
  <inkml:trace contextRef="#ctx0" brushRef="#br0" timeOffset="17939.59">29880 9790 0,'0'0'0,"0"70"15,-17 1 1,17-54 0,0 36-1</inkml:trace>
  <inkml:trace contextRef="#ctx0" brushRef="#br0" timeOffset="18692.99">30198 9331 0,'0'-18'16,"35"18"0,18 18 15,-35 17-15,-18 36-1,-18 17 1,-35 0-1,35-17 1,18-54-16,18 19 16,35-1-1,-35-35-15,-1 0 16</inkml:trace>
  <inkml:trace contextRef="#ctx0" brushRef="#br0" timeOffset="18923.93">30674 9701 0,'-18'18'0,"-17"35"16,0 18-1,17-1 1,18-35 0,0-17-1</inkml:trace>
  <inkml:trace contextRef="#ctx0" brushRef="#br0" timeOffset="19455.18">30833 9313 0,'0'0'0,"35"-17"15,0-1 1,1 36 0,-1-1-1,0 19 1,-35-1-1,-35 18 1,17-18 0,18 0-1,36 1 1,34-19 0,36 19 15,-71 16-16,-35 1 1,-35 0 0,-18-17-1,-18-1 1</inkml:trace>
  <inkml:trace contextRef="#ctx0" brushRef="#br0" timeOffset="20751.48">31415 9137 0,'18'53'32,"-18"0"-17,-18 17 1,18 1 0,0-53-16,-18 34 15,36 1 1,0-17-1,17-19 1,0-17 0,-17-17-1,-1-1 1,-17 0 0,-17 18-1,-1 53 16,0 18-15,18-36-16,-17 0 16,17 107-1,-18-107 1,1 124 0,-1-142-16,0 36 15,1-35 1,-54-1-1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3-28T09:38:36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26000 6597 0,'17'0'31,"1"0"-15,-18-18-16,53 1 31,0-1-16,-18 0 1,-17 18 0,35-17-1,-53 34 17,0 1-17,-18 0-15,-17 52 16,17-52-1,0 0-15,-17 70 16,35-71-16,-35 54 31,35-53-15</inkml:trace>
  <inkml:trace contextRef="#ctx0" brushRef="#br0" timeOffset="206.14">26053 6668 0,'35'-18'31,"88"36"0,-87-18-15,34 0-1</inkml:trace>
  <inkml:trace contextRef="#ctx0" brushRef="#br0" timeOffset="581.42">26441 6579 0,'17'-17'15,"1"17"1,35 0 0,-18 53 15,-52-53-15,-36 123 15,17-52-16,36-54-15,0 1 16,36 17 0,-1-35-16</inkml:trace>
  <inkml:trace contextRef="#ctx0" brushRef="#br0" timeOffset="923.11">26811 6632 0,'0'0'16,"-53"106"15,71-18 0,35-105-15,0-19 0,17-34-1,-34-1 1,-54 36 0,-35 35-1,-35 35 1</inkml:trace>
  <inkml:trace contextRef="#ctx0" brushRef="#br0" timeOffset="6908.85">26035 7073 0,'88'-17'31,"-53"17"-15,142-36-1,35 1 17,-160 35-17,195-53 1,-194 53 0,88-18-1,-123 18 1,0 0-16</inkml:trace>
  <inkml:trace contextRef="#ctx0" brushRef="#br0" timeOffset="7406.01">26300 7303 0,'70'-36'15,"36"-52"16,-88 88-15,-1-18 0,-17 36-1,-53 88 17,36-18-17</inkml:trace>
  <inkml:trace contextRef="#ctx0" brushRef="#br0" timeOffset="7704.86">26705 7197 0,'18'-18'15,"-36"36"-15,106-36 32,-17 53-1,-159 142 0,35-89-15,53-53-1,70-35 1</inkml:trace>
  <inkml:trace contextRef="#ctx0" brushRef="#br0" timeOffset="8642.99">26652 6526 0,'-53'18'32,"-52"35"-17,-54 35 1,0 18 0</inkml:trace>
  <inkml:trace contextRef="#ctx0" brushRef="#br0" timeOffset="9111.27">26935 7126 0,'-18'0'15,"-141"88"17,18 18-17,35-35 1,36 17-16</inkml:trace>
  <inkml:trace contextRef="#ctx0" brushRef="#br0" timeOffset="10203.94">26952 7708 0,'53'-35'31,"18"0"-15,-36-1 0,18-17-1,-71 106 16,-35 53-15,36-18 0,17-70-16</inkml:trace>
  <inkml:trace contextRef="#ctx0" brushRef="#br0" timeOffset="10938.29">25806 6597 0,'-53'53'16,"0"17"-1,35-34-15,-35 52 16,36 35 0,34-52-1,36-53 1,18-36 0,-36-17-1,-35-1 1,-35 54-1,-18 17 1,35-17-16</inkml:trace>
  <inkml:trace contextRef="#ctx0" brushRef="#br0" timeOffset="14470.84">27287 7056 0,'0'-18'16,"18"18"-1,0 18 1,17-1-1,71 18 17,-53-52-17</inkml:trace>
  <inkml:trace contextRef="#ctx0" brushRef="#br0" timeOffset="15348.28">27340 6879 0,'18'0'31,"0"0"-15,17 18 0,18-18-1,-18 17 1</inkml:trace>
  <inkml:trace contextRef="#ctx0" brushRef="#br0" timeOffset="15940.18">28028 6738 0,'-17'-18'15,"-36"18"17,0 53-17,35-35-15,-35 53 16,18 52 0,17-17-1,36-36 1,52-34-1,-34-54 1,34-35 0,-52 0-1,-53 18 1,-36 53 0,1 34-1,17 72 16</inkml:trace>
  <inkml:trace contextRef="#ctx0" brushRef="#br0" timeOffset="16284.07">28240 6950 0,'-18'-18'31,"36"36"-31,-71-1 16,53 72 0,0-1-1,35-35 1,53-36-1,-52-17-15,122-141 32,-105 18-17,-70 17 1,-54 53 0,-17 71-1,17 35 1,1 52-1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3-28T09:39:35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4480 15593 0,'-53'17'16,"18"36"-1,17 18 17</inkml:trace>
  <inkml:trace contextRef="#ctx0" brushRef="#br0" timeOffset="453.7">4445 15734 0,'-18'18'16,"18"-1"0,0 36 15,36-53-16,-19 0 1,19-35 0,-36 17-16,0 1 15,17-72 1,-52 36 0,0 36-1,17 34 1,0 72-1,18-19 1,0-52 0</inkml:trace>
  <inkml:trace contextRef="#ctx0" brushRef="#br0" timeOffset="859.74">4533 15681 0,'-17'0'16,"34"106"15,1-36-15,-1-34-1,-17 122 1,0-122-16,-35 105 31,18-124-15,-36 1-1,53-36 1</inkml:trace>
  <inkml:trace contextRef="#ctx0" brushRef="#br0" timeOffset="1289">4851 15575 0,'0'0'0,"0"18"16,0 52-1,0 1 1,0-36-16,0 36 16,0-36-1,0 88 1</inkml:trace>
  <inkml:trace contextRef="#ctx0" brushRef="#br0" timeOffset="1540.99">4921 16193 0,'0'17'0,"-17"-17"15,34 18 1,-17-1 0</inkml:trace>
  <inkml:trace contextRef="#ctx0" brushRef="#br0" timeOffset="3015.37">3757 16439 0,'18'0'78,"-1"0"-62,1 0 0,35 18-1,-18-18 1,18 0-1,0 0 1,18 18 0,-54-18-16,19 17 15,34 1 1,-17-18 0,0 18-1,70-36 16,-52 18-15,-36 18 0,36-1-1,-1-34 17,1 17-1,-71-18-16,53 18 1,-36 0 0,19 0-1,-19 0 17,54 0-17,-18 18 16,0-18 1,17 17-1,18-34 0,-52 17 0,52-18-15,-17 36 15,-54-18-15,18 17 0</inkml:trace>
  <inkml:trace contextRef="#ctx0" brushRef="#br0" timeOffset="10935.74">3669 16916 0,'0'-18'16,"0"0"15,18 1-16,-1-1 17,1 18-17,-1 0 1,19-17 0,-1 34 15,-17 1-16,-1-1-15,1 54 32,-18-36-17,0 36 1,-53 52 15,18-70-15,-1 18 15,19-18-15,17-36-1,35 1 1,89-36 15,-72 1-15,19 17 15</inkml:trace>
  <inkml:trace contextRef="#ctx0" brushRef="#br0" timeOffset="11405.68">4145 16792 0,'0'0'15,"35"53"17,-35-18-32,18 36 15,0 35 1,-1-18 0,-17-17-1,0-36 1</inkml:trace>
  <inkml:trace contextRef="#ctx0" brushRef="#br0" timeOffset="11630.92">4286 17463 0,'0'0'0</inkml:trace>
  <inkml:trace contextRef="#ctx0" brushRef="#br0" timeOffset="19447.2">4604 16898 0,'0'-18'0,"17"1"32,1-1-17,17 18 1,1 0 0,-19 0-1,19 18 1,-19-1-1,1 19 1,-36 17 0,1-18-1,17-17-15,-36 17 16,36-18 0,0 1-1,18-18 1,0 18-1,17-18 1,-18 0 0,1 17-1,-53 54 17,17-36-17,1-17-15,-1-1 16,0 1-1,1-18-15,-19-18 16</inkml:trace>
  <inkml:trace contextRef="#ctx0" brushRef="#br0" timeOffset="19857.97">4992 16792 0,'0'0'0,"17"0"16,1 88 15,-18 1-16,18-54-15,-18 35 16,17 19 0,1-72-16,-18 1 15</inkml:trace>
  <inkml:trace contextRef="#ctx0" brushRef="#br0" timeOffset="20037.73">5133 17374 0,'-18'18'32</inkml:trace>
  <inkml:trace contextRef="#ctx0" brushRef="#br0" timeOffset="20624.2">4463 17110 0,'-18'0'31,"36"0"-31,-36 17 16,53-17 15</inkml:trace>
  <inkml:trace contextRef="#ctx0" brushRef="#br0" timeOffset="21685.35">5362 17057 0,'-17'-18'31,"-1"18"-15,53 35 15,-17-17-15</inkml:trace>
  <inkml:trace contextRef="#ctx0" brushRef="#br0" timeOffset="24700.35">5592 16845 0,'-18'0'31,"18"-17"-15,-18 17 31,36 0-16,0-18-15,17 18-1,0-18 1,0 18 0,1 0-1,-1 88 16,-35-35-15,-53 71 15,35-71-15,1-36 0,34-17-1,54 0 16,-18 18-15,-36-18-16,1 0 0</inkml:trace>
  <inkml:trace contextRef="#ctx0" brushRef="#br0" timeOffset="25077.57">6068 16722 0,'-18'17'32,"18"1"-32,0 88 31,0-18-16,18 0 1,-18-35 0</inkml:trace>
  <inkml:trace contextRef="#ctx0" brushRef="#br0" timeOffset="25262.44">6138 17304 0,'-17'17'0,"34"-34"0,-34 87 31,17-87-15</inkml:trace>
  <inkml:trace contextRef="#ctx0" brushRef="#br0" timeOffset="26466.21">5468 16545 0,'0'0'32,"0"-17"14,-18 17-14,18-18 15,36 18-32,17 0 1,-36 0-1,89 18 1,0-18 31,-53 0-31,0 0-1,17-18 1,-34 0-1,17 18 1,-36 0-16,1 0 16,35 0-1,-36 18 1,36-18 0,-35-18-1,17 18 1,-17 0-16,35 0 31,-36 0-15,1 36-1,0-19 1,-1-17-16,1 0 16,0 18-1,-1-18 16,18 0-15,1 0 15,17 18-15,35-18 15,-53-18-15,18 18-1,0-18 1</inkml:trace>
  <inkml:trace contextRef="#ctx0" brushRef="#br0" timeOffset="34363.11">6385 17004 0,'0'18'16,"18"-36"0,-18 0-1,18 1 1,-1-1 0,1-35-1,-1 18 1,19 0-1,-36 17 1,35-70 0,-17 70-1,-1-17 1,-17 70 15,18 53-15,-18-35-1,18 159 1,-1-36 15</inkml:trace>
  <inkml:trace contextRef="#ctx0" brushRef="#br0" timeOffset="34702.35">6791 16757 0,'0'0'0,"0"-18"15,0 36 1,0 35 0,18 35-1,-1-17 1,1-1-1</inkml:trace>
  <inkml:trace contextRef="#ctx0" brushRef="#br0" timeOffset="34856.92">6914 17268 0,'-17'18'15,"17"17"1,17-17 0,-17-36-1</inkml:trace>
  <inkml:trace contextRef="#ctx0" brushRef="#br0" timeOffset="35264.46">7108 16986 0,'0'0'0,"-17"0"32,34 0-1</inkml:trace>
  <inkml:trace contextRef="#ctx0" brushRef="#br0" timeOffset="35622.51">7285 16898 0,'18'0'16,"34"-70"15,-34 17-15,0 17-1,-1 1 17,1 70-1,-18 124-16,0-141 1,18 70 15</inkml:trace>
  <inkml:trace contextRef="#ctx0" brushRef="#br0" timeOffset="35886.05">7444 17251 0,'-18'35'16,"18"-17"0,18-1-1,-18-34 1</inkml:trace>
  <inkml:trace contextRef="#ctx0" brushRef="#br0" timeOffset="36654.6">7444 16951 0,'0'18'62,"17"35"-46,1 17-1,0 18 1,-1 71 15,-34-106-15</inkml:trace>
  <inkml:trace contextRef="#ctx0" brushRef="#br0" timeOffset="37859.44">7620 16704 0,'0'18'31,"18"35"-15,-18-18-16,17 88 31,1-34-15,0-37-1,-18-34-15</inkml:trace>
  <inkml:trace contextRef="#ctx0" brushRef="#br0" timeOffset="38014.85">7761 17321 0,'0'18'32,"0"-36"-32</inkml:trace>
  <inkml:trace contextRef="#ctx0" brushRef="#br0" timeOffset="39107.71">6720 16563 0,'18'0'78,"0"0"-62,17 0 0,18 18-1,35-18 17,-17 0-17,-18 0 1,17 0-1,1 0 1,-18 0 0,0 0-1,-1 0 1,-16 0 0,17-18-1,-18 18 1,0 0-1,0 0 1,-17 0 0,17 0-1,1 0 1,-1 0 0,0 0-1,0 0 1,1 0-1,-19 0 1,1 0 0,0 18-1</inkml:trace>
  <inkml:trace contextRef="#ctx0" brushRef="#br0" timeOffset="57201.68">8255 16651 0,'-18'-18'16,"1"18"15,34 0 31,36 18-46,-35-18-16,35 0 16,53 0-1,35 0 16,-106 0-15,-35-18 0</inkml:trace>
  <inkml:trace contextRef="#ctx0" brushRef="#br0" timeOffset="57439.91">8396 16492 0,'-18'-35'32,"36"70"-32,70-88 31,18 36-16,-18-1 1</inkml:trace>
  <inkml:trace contextRef="#ctx0" brushRef="#br0" timeOffset="60843">9331 16016 0,'0'18'16,"-18"-18"15,54 0 0,52-71 0,-18-35-15,-34 18 15,-19 88 1,-17 18-17,-17 141 1,17-107-1,17 160 1,1-177 15</inkml:trace>
  <inkml:trace contextRef="#ctx0" brushRef="#br0" timeOffset="61046.51">9754 16016 0,'18'0'47,"-18"-18"-31</inkml:trace>
  <inkml:trace contextRef="#ctx0" brushRef="#br0" timeOffset="61421.9">9931 15804 0,'35'-17'16,"-17"17"-1,35 0 1,-36 0-1,1 70 1,-36 89 15,1-124-15,34 124 0,-17-141-1,88-18 1</inkml:trace>
  <inkml:trace contextRef="#ctx0" brushRef="#br0" timeOffset="61637.49">10283 16087 0,'18'0'31</inkml:trace>
  <inkml:trace contextRef="#ctx0" brushRef="#br0" timeOffset="62372.38">10425 15822 0,'0'0'0,"70"0"47,18 35-15,-70-17-17,-18 35 1,0-35-16,-35 52 31,35-35-15,35 1-1,18-19 1,0 19 0,-36-1-1,1 0 1,-36 0-1,1-17-15,-1 17 16,-35 1 0,36-36-16,-19 0 15</inkml:trace>
  <inkml:trace contextRef="#ctx0" brushRef="#br0" timeOffset="62653.25">10901 16104 0,'0'0'0,"-18"-17"32,36 34-17</inkml:trace>
  <inkml:trace contextRef="#ctx0" brushRef="#br0" timeOffset="63178.55">11148 15875 0,'0'0'0,"17"-35"16,1 17-16,0 18 15,35 35 17,-36 1-17,-17-1 1,-17 18-1,34-36 1,1 1 0,17-36-1,-17 18 1,-1 0 0,-17 36-1,-35-19 1,18 1-1</inkml:trace>
  <inkml:trace contextRef="#ctx0" brushRef="#br0" timeOffset="65583">11307 15734 0,'0'-18'31,"0"54"32,-18 16-48,0 90 17,1-90-17,17-34-15,0 17 16,0-17-1,17-18-15,1 0 32,17 0-17,0-18 17,-17 1-17,0-19 16,-1 36-15,-17 18 0,0 0-1,0-1 1,-17 1 0,17 35-1,-18 0 1,18 17-1,0-17 1,0-17 0,0-19-1,18-17 1,-18-17 0,-18-19-1,18 1 1,0 0-1,0 0 1,0-1 0,0 1-1,0 0 17,-18-1-17,18 19 16,0-1-15,-17 18 0,17-18 15,-18 18-15,1 0-1,-1 0 16,0 18-15,1-36 15,17-17 1,17 0-17,1 0 1,17-18-1,-17 17 1,-1 1 0</inkml:trace>
  <inkml:trace contextRef="#ctx0" brushRef="#br0" timeOffset="66434.78">11536 16069 0,'-18'-18'31,"1"18"-15,17-17-16,17 17 46,18 0-30</inkml:trace>
  <inkml:trace contextRef="#ctx0" brushRef="#br0" timeOffset="66919.2">11906 15752 0,'0'17'16,"-53"71"15,53-17-15,18-18 0,0-36-1,-1 1-15,19 17 16,16 18-1,-34-17 1,-18-1 0,-18 18-1,-17-18 1,-53-17 15,53-54-15,35 19-16</inkml:trace>
  <inkml:trace contextRef="#ctx0" brushRef="#br0" timeOffset="67060.95">11889 15893 0,'0'0'0,"88"-89"31,-18 89-15,19 0-1,-72 0-15</inkml:trace>
  <inkml:trace contextRef="#ctx0" brushRef="#br0" timeOffset="67390.22">12383 16016 0,'0'18'31,"0"-36"-31,35 53 32,-18-35-32</inkml:trace>
  <inkml:trace contextRef="#ctx0" brushRef="#br0" timeOffset="67827.5">12823 15769 0,'0'-17'16,"-52"52"15,16 35-15,-17 124 15,71-88-15,-18-70-16,71 52 31,-36-124-15,0-16-1,-53-1 1,1 35 0,-54 36-1,36 35 1,35-18-1,0-18-15</inkml:trace>
  <inkml:trace contextRef="#ctx0" brushRef="#br0" timeOffset="68110.47">13053 16122 0,'0'-18'15,"0"36"-15,-18-36 16,18 1-16,0 34 31,18-17-15,-1 0-1</inkml:trace>
  <inkml:trace contextRef="#ctx0" brushRef="#br0" timeOffset="68485.38">13212 15857 0,'35'-17'31,"35"34"0,36 1 1,-71-18-17,-17 0 1,-18 35 0,-18 36-1,-17 35 1,0 0-1,0-36 1,35-52 0</inkml:trace>
  <inkml:trace contextRef="#ctx0" brushRef="#br0" timeOffset="68609.2">13317 16157 0,'-17'-17'0,"34"34"0,-34-70 31,123 106 1,-36-35-17,-35-18 1</inkml:trace>
  <inkml:trace contextRef="#ctx0" brushRef="#br0" timeOffset="68859.2">13776 16087 0,'0'17'47</inkml:trace>
  <inkml:trace contextRef="#ctx0" brushRef="#br0" timeOffset="69339.42">14023 15946 0,'18'0'16,"52"-36"15,-35 1-16,-17 0 1,-18 17 0,-35 0-1,-18-17 17,35 35-32,-17 35 31,53 36-16,-18 17 1,17 18 0,-17-18-1,-17-17 1,-36-36 15,17-70-15,54-53-1,-18 70 1,35-17 0</inkml:trace>
  <inkml:trace contextRef="#ctx0" brushRef="#br0" timeOffset="70060.59">14305 16051 0,'-17'0'32,"34"0"-17,54 18 16</inkml:trace>
  <inkml:trace contextRef="#ctx0" brushRef="#br0" timeOffset="70426.35">14640 15840 0,'-17'0'16,"-1"17"0,0 1-1,54 17 1,-1-17 0,0-36-1,18-17 1,-53-18-1,0 35 1,-35 1 0,-18 52-1,35 36 17,54-18-17</inkml:trace>
  <inkml:trace contextRef="#ctx0" brushRef="#br0" timeOffset="70595.12">14764 15910 0,'0'0'0,"0"36"16,0 105 15,0-35-15,0-36-1,-53-17 1,-53-53 0,18 0-1</inkml:trace>
  <inkml:trace contextRef="#ctx0" brushRef="#br0" timeOffset="73188.62">9366 16422 0,'0'-18'16,"0"1"15,18 17-15,17 0-1,18 0 1,88 0 15,-70 0-15,-18-18-1,0 36 1,17-18 0,-17 17-1,18-17 1,-1 0-1,1 0 1,-1 0 0,-17 18-1,0-18 1,-18 17 0,36-17-1,-53 0-15,17 0 16,18 0-1,-18 18 1,0 0 0,-17-18-16,17 0 15,18 17 1,-35 1-16,70 0 31,-35-1-15,-18-17-1,18 0 1,-18 0 0,18-17-1,0 17 1,0 0 0,0 0-1,0 0 1,18-18-1,-36 0 1,-18 18-16,72-17 31,-19 17-15,-35-18 0,36 18-1,-53 0-15,70 0 31,-35 18-15,-36-18-16,19 0 16,17 0-1,0 0 1,17-18 0,36 18 15,-71 0-16,18 0 1,0 0 0,-18 0-1,18 0 1,0 18 0,0-18-1,0 0 1,18 17-1,-19 1 1,1 0 0,18-18-1,-1 17 1,1-17 0,0 0-1,-1 0 1,1 0-1,-18 0 1,17 0 0,1 18 15,-18-18-15,17 0 15,-17 0-16,-35-18-15,17 18 16,-17 0-16,17-17 16,36 17-1,-1 0 1,-17 0 0,35 17 15,-53-17-16,1 0 1,17 18 0,-36-18-1,19 0 1,-19 0-16,54 35 31,-1-17-15,-52-18-16,123 0 31,-53 0-15,0-18-1,71 18 17,-106 18-17,-35-18-15,-1 17 16</inkml:trace>
  <inkml:trace contextRef="#ctx0" brushRef="#br0" timeOffset="74425.48">9384 16880 0,'-18'0'16,"1"0"15,34-17 16,19-1-32,-1-35 1,18 0 0,-18 18-1,-17 0 1,-1 17-1,-17 53 17,-17 54-17,-1 52 1,18 0 0,0-35-1,18-53 1,-1-36-16</inkml:trace>
  <inkml:trace contextRef="#ctx0" brushRef="#br0" timeOffset="74628.92">9754 16986 0,'-17'18'32,"-1"17"-1,36-35-15</inkml:trace>
  <inkml:trace contextRef="#ctx0" brushRef="#br0" timeOffset="74940">9825 16775 0,'18'-18'15,"70"-17"16,-35 52-15,-36 1-16,36 70 31,-70 18-15,-1 88 15,53-141-15,18-35-1,0-36 1</inkml:trace>
  <inkml:trace contextRef="#ctx0" brushRef="#br0" timeOffset="75519.42">10513 16933 0,'-18'0'16,"18"0"15,18 0-15</inkml:trace>
  <inkml:trace contextRef="#ctx0" brushRef="#br0" timeOffset="76232.67">10813 17004 0,'17'-35'63,"19"-1"-48,16-17 1,-16 1 0,-1-1-1,0 17 1,-17 54 15,-36 70-15,1 18-1,17 17 1,35-17 15</inkml:trace>
  <inkml:trace contextRef="#ctx0" brushRef="#br0" timeOffset="76409.67">11201 17057 0,'0'0'0,"-18"0"16,36 0 15,-1 0-15</inkml:trace>
  <inkml:trace contextRef="#ctx0" brushRef="#br0" timeOffset="76811.5">11359 16828 0,'0'0'0,"36"-36"15,17 36 1,-18 0-1,35 53 17,-52 18-17,-36 17 1,1 0 0,17-17-1,0-54 1,53-52 15</inkml:trace>
  <inkml:trace contextRef="#ctx0" brushRef="#br0" timeOffset="77023.2">11836 16951 0,'0'0'0,"-18"0"31,36-18 0</inkml:trace>
  <inkml:trace contextRef="#ctx0" brushRef="#br0" timeOffset="77639.17">12047 16757 0,'53'0'32,"0"18"-1,-35-1-15,-1 19-1,-17-19-15,-17 54 31,17-54-15,-18 36 15,53-17-15,-17-36 0,53 35-1,-54-35 1,-17 35-1,-17 0 1,-107 54 15,107-89-15,-72-18 0</inkml:trace>
  <inkml:trace contextRef="#ctx0" brushRef="#br0" timeOffset="78523.67">12541 16969 0,'18'17'31</inkml:trace>
  <inkml:trace contextRef="#ctx0" brushRef="#br0" timeOffset="78928.89">12753 17074 0,'-18'0'16,"71"-52"15,-53 34-15,71-70-1,-54 70 1,36-52-1,-35 34 17,-18 124-1,-18-52-15,18-1-16,-17 106 15,17-106-15,35 36 31</inkml:trace>
  <inkml:trace contextRef="#ctx0" brushRef="#br0" timeOffset="79168.35">13159 17039 0,'0'0'0,"0"0"31,0-17 1</inkml:trace>
  <inkml:trace contextRef="#ctx0" brushRef="#br0" timeOffset="79515.48">13317 16828 0,'36'-18'16,"17"53"15,-53-17-15,17 70-1,-34-17 1,-1 70 15,36-106-15,52-35 15,-35-18-15</inkml:trace>
  <inkml:trace contextRef="#ctx0" brushRef="#br0" timeOffset="87419.14">10777 17145 0,'-17'0'31,"34"0"78,1 0-93,0 0-16,-1 0 16,19-18-1,-19 18-15,71-17 32,-17-1-17,-36 0-15,36 1 16,-1-1-1,19 1 1,-37-1 0,19 18-1,-53 0-15,35 0 16,35-18 0,-35 18-1,-18-17 1,36 17 15,-36 0-15,-18 0-16,1-18 15,17 18 1,1 0 0,-19 0-1,1 0 1,0 0-16,-1 0 15,1 0 1,-1 0 0,19 0-1,-19 0 1,1 0 0,17 0-1,-17 0 1,17-18-1,0 1 1,-17 17-16,35-36 31,0 36-15,-18-35 0,1 18-1,-1-36 1</inkml:trace>
  <inkml:trace contextRef="#ctx0" brushRef="#br0" timeOffset="93282.75">9684 16298 0,'35'0'31,"-17"0"-15,-1-17-1,1 17 1,-18 17 15,-18-17-15,1 18 15,-1-18-15,0 0 15,1 0 16,-1 0 0,0 18-32,1-18 1,-1 0-1,-17 17 1,17-17 0,1 18-1,-1-18 1,-17 18 0,17-18-1,0 0 1,1 0-1,17-18 1,17 18 0,1-18-1,35 1 1,-18-1 0,89-35-1,70-53 16,-124 71-15,36 0 0,0 17-1,53 18 17,-106 0-17,-36 0-15,107 0 31,-36-18-15,0-17 0,-17 17-1,-18 18 1,-36 0 0,1 0-16</inkml:trace>
  <inkml:trace contextRef="#ctx0" brushRef="#br0" timeOffset="93796.77">9313 16263 0,'18'-18'16,"-36"36"-16,248-88 31,-177 52-31,317-106 31,-211 71-15,-71 53-16,-18-17 0</inkml:trace>
  <inkml:trace contextRef="#ctx0" brushRef="#br0" timeOffset="96415.56">9366 17251 0,'18'-18'47,"17"1"-31,159-54 15,-141 53-15,229-87-1,-211 69 1,246-87 0,-264 105-1,0-17-15,71-18 16</inkml:trace>
  <inkml:trace contextRef="#ctx0" brushRef="#br0" timeOffset="97955.2">12594 17268 0,'35'-52'31,"36"16"-15,-36 19-16,53-19 15,89-34 1,-124 35-16,282-89 31,-141 54-15,-53 17-1</inkml:trace>
  <inkml:trace contextRef="#ctx0" brushRef="#br0" timeOffset="100562.79">11730 15610 0,'-18'0'63,"18"18"-32,-17-18-15,-1 35 15,0-17-15,18 0-16,-106 123 31,-17-18-15,17 18-1,-17-17 1,17-36-1</inkml:trace>
  <inkml:trace contextRef="#ctx0" brushRef="#br0" timeOffset="112766.97">15099 16545 0,'0'-17'31,"53"-1"-16,123-53 17,-88 36-17,-17 53 1,-36 35 0</inkml:trace>
  <inkml:trace contextRef="#ctx0" brushRef="#br0" timeOffset="113029.92">15187 16863 0,'-18'-18'16,"54"-17"0,34 17-1,18 1 1,18-1 0,-70 18-1,-1 0-15</inkml:trace>
  <inkml:trace contextRef="#ctx0" brushRef="#br0" timeOffset="113833.01">15928 16175 0,'0'-18'31,"-18"54"16,1 16-32,17-34-15,-18 35 16,71 70 15,0-105-15,17 17-1,36 1 17,-88 17-17,-36 88 17,-17-88-17,-18-36 1,18-17-1,-36-35 1,36 0 0</inkml:trace>
  <inkml:trace contextRef="#ctx0" brushRef="#br0" timeOffset="114037.63">15910 16245 0,'36'-52'16,"105"34"15,-53 36-15,0 17-1,-17-18 1</inkml:trace>
  <inkml:trace contextRef="#ctx0" brushRef="#br0" timeOffset="114452.35">16528 16492 0,'-18'-17'31,"18"-1"-31,18 36 31,-1-36-15</inkml:trace>
  <inkml:trace contextRef="#ctx0" brushRef="#br0" timeOffset="114954.9">16969 16245 0,'0'-17'0,"0"34"0,0-69 31,-18 52-15,-17 0-1,-1 35 1,1 35 0,18 1-1,-1-36-15,0 106 16,18-17-1,18-54 1,17-52 0,-17-18-16,35-53 31,-36 18-15,-52 17-1,-18 18 1,36 18-16,-19-1 15,1 54 1,35-53-16</inkml:trace>
  <inkml:trace contextRef="#ctx0" brushRef="#br0" timeOffset="115259">17180 16581 0,'0'0'0,"-35"-18"16,53 36 15,-18-36-15</inkml:trace>
  <inkml:trace contextRef="#ctx0" brushRef="#br0" timeOffset="116159.06">17392 16245 0,'18'0'31,"17"0"-15,18 18 0,-18-18-1,18-18 1,-18 1 0,-17-1-1,-18 71 16,-35 53-15,-18 35 0,35 0-1,0-106-15,1 18 16,17-17 0,17-36-16</inkml:trace>
  <inkml:trace contextRef="#ctx0" brushRef="#br0" timeOffset="116297.3">17533 16563 0,'0'-18'16,"18"18"-16,35 0 31,0 0-15,-18-17-1</inkml:trace>
  <inkml:trace contextRef="#ctx0" brushRef="#br0" timeOffset="116795.45">18009 16475 0,'0'0'0,"-17"-18"16,34 36 15,1-18-15</inkml:trace>
  <inkml:trace contextRef="#ctx0" brushRef="#br0" timeOffset="117414.76">18274 16404 0,'0'0'0,"35"-17"15,-17-1 1,-1-17-1,1-1 1,-36 1 0,18 17-1,-17-17 1,-18 18 0,-1 17-1,19 0 1,-1 17-1,18 18 1,18 36 0,-1 17-1,-17 18 1,18-18 0,-18-17-1,-18-18 1,-17 0-1,-18-36 1,35-34 0,1-36-1,34 0 1,1-18 0,0 54-1</inkml:trace>
  <inkml:trace contextRef="#ctx0" brushRef="#br0" timeOffset="117814.45">18574 16404 0,'0'-17'32,"0"34"-1,17-17-16</inkml:trace>
  <inkml:trace contextRef="#ctx0" brushRef="#br0" timeOffset="118373.4">18874 16210 0,'-36'0'16,"19"18"15,-1 52 0,18-52-31,35 0 16,1-18-1,-19-18-15,19 0 16,-1-17 0,-35 0-1,-35 0 1,-1 17-1,19 36 1,-1 52 15,53 1-15,-35-54-16,71 89 31,-36-35-15,0 17-1,-35-18 1,-17 1 0,-36 0-1,-18-54 1,18-34 0</inkml:trace>
  <inkml:trace contextRef="#ctx0" brushRef="#br0" timeOffset="135219.37">19438 16528 0,'35'17'15,"36"-17"1,-53 0 0,52 0-16</inkml:trace>
  <inkml:trace contextRef="#ctx0" brushRef="#br0" timeOffset="135509.09">19579 16404 0,'18'-17'15,"-1"17"1,89 17 0,-18 1-1,-52-18 1</inkml:trace>
  <inkml:trace contextRef="#ctx0" brushRef="#br0" timeOffset="140583.44">20091 16281 0,'0'-18'47,"17"18"15,1 0-46,17 0 0,1 0-1,-1 0 1,-18 18 0,-17 35-1,-17 0 1,-1-1-1,-17 19 1,17-18 0,1 0-1,17-18 1,17-17 0,36-18-1,18 0 1,-18 0-1</inkml:trace>
  <inkml:trace contextRef="#ctx0" brushRef="#br0" timeOffset="141063.15">20532 16510 0,'0'-18'47,"88"-70"-16,-35 35-16,-18 0 1,-17 53-16,-1-35 31,-17 70-15,0 18 0,-17 53-1,-1-18 1,36 0-1,-18-70 1</inkml:trace>
  <inkml:trace contextRef="#ctx0" brushRef="#br0" timeOffset="141397">20990 16387 0,'-17'17'16,"17"71"15,17-35-15,36-35-1,0-36 1,18-70-1,-54 0 1,-105-36 15,18 142-15,-1 53 0,53-36-1</inkml:trace>
  <inkml:trace contextRef="#ctx0" brushRef="#br0" timeOffset="144742.54">21467 16475 0,'-18'-18'16,"36"36"62,-1-18-62,1-18-1</inkml:trace>
  <inkml:trace contextRef="#ctx0" brushRef="#br0" timeOffset="145296.34">21749 16245 0,'0'0'0,"0"-35"15,0 18 1,35-1 0,53 18 15,-17 18-15,-54-36-1,19 18 1,-19 0-16,-17-18 15,0 36 1,-53 141 15,36-71-15,-1-53-16,-17 71 16,0 0-1,-1-18 1,19-70-1</inkml:trace>
  <inkml:trace contextRef="#ctx0" brushRef="#br0" timeOffset="145474.9">21766 16563 0,'0'0'0,"18"-35"16,35 35-1,18 0 1,-1-18 0,-17 18-1</inkml:trace>
  <inkml:trace contextRef="#ctx0" brushRef="#br0" timeOffset="145961.25">22278 16193 0,'106'-36'31,"-71"54"-15,0 17-1,-17-17-15,-18 17 16,-18 71 0,-17-53-1,-18 88 1,53-71 0,0-52-1,71 35 1,-1-35-1,-52-18-15</inkml:trace>
  <inkml:trace contextRef="#ctx0" brushRef="#br0" timeOffset="146765.23">22842 16510 0,'53'-18'15,"88"18"17,-123 0-17,88 0 1,-88 0 0,17 0-1</inkml:trace>
  <inkml:trace contextRef="#ctx0" brushRef="#br0" timeOffset="146985.6">22948 16316 0,'0'0'0,"18"0"31,-1 0-15,142 0 0,-53 0-1</inkml:trace>
  <inkml:trace contextRef="#ctx0" brushRef="#br0" timeOffset="152358.23">26952 14534 0,'-17'0'31,"17"-17"-15,17-1 0,1 1-1,0 17 1,17 0-1,18 35 1,-18 0 0,18 18-1,-71 70 17,1-70-17,-19 18 1,54 0-1,35-36 1,35-35 0,18-35-1</inkml:trace>
  <inkml:trace contextRef="#ctx0" brushRef="#br0" timeOffset="152783.12">27570 14781 0,'-18'-17'16,"53"-1"31,1-17-32,34 0 1,-17-18-1,-18 17 1,-17 19 0,-18 52-1,-35 71 1,17-53-16,0 53 16,36 17-1,17-70 1</inkml:trace>
  <inkml:trace contextRef="#ctx0" brushRef="#br0" timeOffset="153193.4">28187 14728 0,'0'0'0,"-35"71"15,35 0 1,17-1-1,89-35 17,-18-105-17,-52 35-15,17-54 16,-36 1 0,-87 35-1,-54 106 1,-17 71-1,53-18 1</inkml:trace>
  <inkml:trace contextRef="#ctx0" brushRef="#br0" timeOffset="153719.1">27587 15346 0,'-17'-18'16,"52"18"15,0 18-15,18-18-1,-18-18 1,-17 18-16,0 18 16,-36 17-1,0-17-15,1 35 16,-1-18-16,-35 18 15,0 35 1,53-70 0,-35 17-1</inkml:trace>
  <inkml:trace contextRef="#ctx0" brushRef="#br0" timeOffset="153879.72">27499 15593 0,'0'0'0,"18"-35"15,17 35 1,36 17 0,17 1-1,-35-18 1,0-18 0</inkml:trace>
  <inkml:trace contextRef="#ctx0" brushRef="#br0" timeOffset="154223.41">28152 15328 0,'35'0'16,"36"18"15,-71 88 1,-18-53-17,0 17 1,18-52-16,0 35 15,18-53-15,17 35 16,36-53 0,-18 1-1</inkml:trace>
  <inkml:trace contextRef="#ctx0" brushRef="#br0" timeOffset="156733.64">27146 14746 0,'71'0'32,"105"-18"-17,1 18 1,122 18-1,-193 0-15,71-1 16,70 19 0,-71-19-1</inkml:trace>
  <inkml:trace contextRef="#ctx0" brushRef="#br0" timeOffset="157046.04">27517 15434 0,'0'0'0,"17"0"15,54 18 1,105-1 0,54-17-1,34-35 1,-176 17-16</inkml:trace>
  <inkml:trace contextRef="#ctx0" brushRef="#br0" timeOffset="158702.24">29898 14446 0,'18'0'47,"17"0"-15,35-17-17,19-1 1,-19 0-1,1 1 17,-89 34-17,-17 36 1,17-17 0,1-1-16,-72 124 15,72-124 1,-54 106-1,53-123 1</inkml:trace>
  <inkml:trace contextRef="#ctx0" brushRef="#br0" timeOffset="158861.04">29916 14711 0,'0'0'15,"0"-18"1,52 18-1,37 18 1,34-18 0,1-18-1,-107 18 1</inkml:trace>
  <inkml:trace contextRef="#ctx0" brushRef="#br0" timeOffset="159254.2">30586 14446 0,'0'0'0,"70"-17"31,-34 34-15,17 1-1,-53 35 1,-36 17 0,1 1-1,0 17 1,52-35-1,19-18 1,34-17 0,-34-18-16,16-18 15</inkml:trace>
  <inkml:trace contextRef="#ctx0" brushRef="#br0" timeOffset="160186.6">29951 15222 0,'0'-17'15,"17"-1"1,36 18 15,0 18-15,0 17-1,-53 0 1,-53 71 15,36-53-15,17-35-16,53 52 31,17-52-15,36-36-1</inkml:trace>
  <inkml:trace contextRef="#ctx0" brushRef="#br0" timeOffset="160528.81">30621 15381 0,'71'-35'32,"52"-53"-1,-70 35-16,-18 17 17,-88 107-17,18 35 1,-18 35 0,36-53-1</inkml:trace>
  <inkml:trace contextRef="#ctx0" brushRef="#br0" timeOffset="160983.12">29510 15716 0,'35'0'15,"-17"0"-15,17 0 16,212 36 0,-159-36-16,106 17 15,-106-17-15,18 0 16,300 0-1,-300 0-15,-18 18 16,212-18 0,-247 17-16,0-17 15,0 0-15</inkml:trace>
  <inkml:trace contextRef="#ctx0" brushRef="#br0" timeOffset="162752.6">30639 16051 0,'17'-17'15,"36"17"17,-17 17-17,-1 1 1,-17 0 0,-18 17-1,-36 18 1,1 17-1,0-17 1,52-17 0,19-1-1,-19-35-15,19 0 16,-1-18 0</inkml:trace>
  <inkml:trace contextRef="#ctx0" brushRef="#br0" timeOffset="163719.54">29986 16051 0,'18'-17'31,"-1"17"0,1 17-15,106 1 15,-72-18-15,-34 0-1,17 0 1,-35 18 0,-35 17-1,17-17-15,-17 35 16,18-18-16,-19 18 15,1 35 1,0-35 0,-1-18-16</inkml:trace>
  <inkml:trace contextRef="#ctx0" brushRef="#br0" timeOffset="163873.65">29951 16316 0,'17'-35'15,"125"35"17,-1 17-17,-18 19 1,-35-36 0</inkml:trace>
  <inkml:trace contextRef="#ctx0" brushRef="#br0" timeOffset="165325.6">30110 16651 0,'0'18'47,"-18"17"-31,0 18-1,1-18 1,17-17-16,35 35 31,18-53-15,-18 17 0,0 1-1,-35 0-15,0 35 16,-17 35-1,17-53-15,-35 53 16</inkml:trace>
  <inkml:trace contextRef="#ctx0" brushRef="#br0" timeOffset="166907.66">29139 16880 0,'0'-17'16,"18"17"62,17-35-62,18-1-1,18 1 1,17-18 15,-88 88-15,-35 71-1,-1 0 1,36-18 0,53-53-1,-35-35 1</inkml:trace>
  <inkml:trace contextRef="#ctx0" brushRef="#br0" timeOffset="167264.84">29774 16739 0,'0'-17'0,"18"17"16,-18 35 15,-18 36-15,-17 17 0,35-18-1,18-17 1,35-70-1,17-1 1,-34 0 0,-72 124 15,19-18-15,-1-52-1</inkml:trace>
  <inkml:trace contextRef="#ctx0" brushRef="#br0" timeOffset="168533.78">28945 17180 0,'0'18'62,"36"-18"-46,17 35 0,17-17-1,-35-18-15,124 17 31,-71-17-15,71 18 15,-71 0-15,-17-1 0,17-17-1,0 0 1,0 0-1,-17 0 1,0 18 0,-1 0-1,-17-1 1,35-17 15,0 0-15,-52 18-1,34-18 1,-17 18 0,0-18-1,0 0 1,71 0 15,-36 0-15,-18 0-1,-34 0-15,69 0 16,1 17 0,0-17-1,-18 18 1,-35 17 0,-35-17-1,-36-36 1</inkml:trace>
  <inkml:trace contextRef="#ctx0" brushRef="#br0" timeOffset="171080.74">30692 17498 0,'35'0'31,"0"17"-15,-17-17-1,17 18 1,-17 0 0,-18 17-1,-35 18 1,17-18 0,0-17-16,36 52 31,88-70 0,-89 0-31,54-17 16</inkml:trace>
  <inkml:trace contextRef="#ctx0" brushRef="#br0" timeOffset="172374.29">30074 17639 0,'18'0'31,"0"0"-15,-1-18-1,19 1 1,-19-1-16,18 0 16,18-17-1,-53 17-15,18 1 16,0 17-16,-18 53 31,-18 53-15,18-71-16,-18 53 15,18-17 1</inkml:trace>
  <inkml:trace contextRef="#ctx0" brushRef="#br0" timeOffset="174388.59">29757 17498 0,'0'-35'16,"0"17"15,0 36 0,-18 17-15,1 0-1,-1 36 1,36-18 15,17-53-15,-18 0-16,54 0 31,-53 17-15,-1 18-1,-52 54 17,0-72-17,-1 1 1,-16-36 0,34 1-16</inkml:trace>
  <inkml:trace contextRef="#ctx0" brushRef="#br0" timeOffset="174533.56">29739 17515 0,'88'-52'31,"-176"104"-31,300-87 31,-177 53-15</inkml:trace>
  <inkml:trace contextRef="#ctx0" brushRef="#br0" timeOffset="175375.19">29192 17586 0,'36'-18'31,"-1"1"-15,88-54 15,-70 36-15,-17 17-1,-36 18 1,-71 194 15,53-88-15,1-35 0</inkml:trace>
  <inkml:trace contextRef="#ctx0" brushRef="#br0" timeOffset="177780.03">23530 16369 0,'0'-18'15,"18"1"17,0-19-17,34-17 1,1-17 0,0 17-1,-17 18 1,-19 17-16,1-17 15,0 35-15,-36 17 32,-17 72-17,17 158 17,36-177-17</inkml:trace>
  <inkml:trace contextRef="#ctx0" brushRef="#br0" timeOffset="178155.18">24095 16140 0,'0'-18'16,"0"36"-16,-36-18 31,36 17-15,-52 71-1,52-17 1,0-53-16,17 17 16,1-17-16,-1-18 15,107 17 1,-89 1-1,-17-18-15,-1 70 32,-52 1-17,-88 52 17,70-123-17</inkml:trace>
  <inkml:trace contextRef="#ctx0" brushRef="#br0" timeOffset="178309.66">24059 16228 0,'18'-35'16,"0"35"0,52 0-1,-52 0-15,35 17 16,17 18-1,-34-35-15</inkml:trace>
  <inkml:trace contextRef="#ctx0" brushRef="#br0" timeOffset="178689.03">24536 16439 0,'0'-17'15,"17"17"1,36-18-1,-35 1 1,52-72 0,-34 36-1,-36 36 1,-18 52 0,-35 71-1,18 35 1,35-35-1,0-71 1</inkml:trace>
  <inkml:trace contextRef="#ctx0" brushRef="#br0" timeOffset="179014.49">24836 16263 0,'0'-18'0,"0"36"0,17-71 16,1 53-16,-1 0 15,54 0 1,-53 18-16,52 17 31,-34 36-15,-54 17-1,-17 35 1,35-87 0,53 87-1,17-105 1,-35-18 0,1-18-16</inkml:trace>
  <inkml:trace contextRef="#ctx0" brushRef="#br0" timeOffset="180608.7">25559 16228 0,'-18'-18'15,"0"18"1,-17 18 0,-18 52-1,36 36 1,-1 18-1,71-36 1,0-53 0,35-53-1,18-52 1,-36-36 0,-34 0-1,-54 18 1,-52 53-1,-19 52 1,19 54 0,52-18-1,0-18-15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customXml" Target="../ink/ink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E4DC-4A72-3B02-4C6E-95D4B28C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1E83278-BC3A-BBFE-100B-35C9FAD6450D}"/>
              </a:ext>
            </a:extLst>
          </p:cNvPr>
          <p:cNvSpPr txBox="1"/>
          <p:nvPr/>
        </p:nvSpPr>
        <p:spPr>
          <a:xfrm>
            <a:off x="176470" y="785277"/>
            <a:ext cx="5376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25A3272-DBD4-33C7-3962-1762C2F09BD3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09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C991-527B-3CAC-40D8-5D1A40A0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7EDB391-C2FF-FE7D-4AF6-DBDA66CEE86A}"/>
              </a:ext>
            </a:extLst>
          </p:cNvPr>
          <p:cNvSpPr txBox="1"/>
          <p:nvPr/>
        </p:nvSpPr>
        <p:spPr>
          <a:xfrm>
            <a:off x="176470" y="785277"/>
            <a:ext cx="7455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60F46E5-5C75-33B5-3C12-EB8CCB6DCC02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27A2-9CF7-1D72-211C-783BDD04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6B5C5A6-C7DF-0BD0-A0CA-933A782F0FCD}"/>
              </a:ext>
            </a:extLst>
          </p:cNvPr>
          <p:cNvSpPr txBox="1"/>
          <p:nvPr/>
        </p:nvSpPr>
        <p:spPr>
          <a:xfrm>
            <a:off x="176470" y="785277"/>
            <a:ext cx="7982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function that performs such a rearrangement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2F2DC71-9AD9-20BD-84DA-EF8CCF393FB4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6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E240-1CAF-F25A-9BA9-7310742C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8C27DEC-8F90-0924-3B2C-5B51369BBFC1}"/>
              </a:ext>
            </a:extLst>
          </p:cNvPr>
          <p:cNvSpPr txBox="1"/>
          <p:nvPr/>
        </p:nvSpPr>
        <p:spPr>
          <a:xfrm>
            <a:off x="176470" y="785277"/>
            <a:ext cx="7982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function that performs such a rearrangement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7F24B5E-D950-051C-7355-9731DE802CAA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 in the first sense are any of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2,1,3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7F24B5E-D950-051C-7355-9731DE802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blipFill>
                <a:blip r:embed="rId2"/>
                <a:stretch>
                  <a:fillRect l="-9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1FFDE9C-8485-9F39-7E7A-EECA0E55CED2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3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27C96-1004-844D-4CDE-DD6766DA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90B6D9C-FD47-CEF6-7821-0CDA2297DD7B}"/>
              </a:ext>
            </a:extLst>
          </p:cNvPr>
          <p:cNvSpPr txBox="1"/>
          <p:nvPr/>
        </p:nvSpPr>
        <p:spPr>
          <a:xfrm>
            <a:off x="176470" y="785277"/>
            <a:ext cx="7982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function that performs such a rearrangement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8E76E31-9F0B-9499-059F-3A436A9EE7E4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 in the first sense are any of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2,1,3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8E76E31-9F0B-9499-059F-3A436A9EE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blipFill>
                <a:blip r:embed="rId2"/>
                <a:stretch>
                  <a:fillRect l="-9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D8387CD-27C2-9296-903C-7A21B937A217}"/>
                  </a:ext>
                </a:extLst>
              </p:cNvPr>
              <p:cNvSpPr txBox="1"/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second sense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transforms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D8387CD-27C2-9296-903C-7A21B937A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blipFill>
                <a:blip r:embed="rId3"/>
                <a:stretch>
                  <a:fillRect l="-824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8B652A73-726F-BAB1-4DA1-1A12D8B2DE69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B128BC4-8DF1-93FB-9E74-983006830729}"/>
                  </a:ext>
                </a:extLst>
              </p14:cNvPr>
              <p14:cNvContentPartPr/>
              <p14:nvPr/>
            </p14:nvContentPartPr>
            <p14:xfrm>
              <a:off x="5251320" y="3625920"/>
              <a:ext cx="216360" cy="43200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B128BC4-8DF1-93FB-9E74-9830068307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1960" y="3616560"/>
                <a:ext cx="235080" cy="45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695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0955-92BC-D438-6F4E-B6F1DC62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CBF0C94-0671-BA6E-E85F-723120D4775D}"/>
              </a:ext>
            </a:extLst>
          </p:cNvPr>
          <p:cNvSpPr txBox="1"/>
          <p:nvPr/>
        </p:nvSpPr>
        <p:spPr>
          <a:xfrm>
            <a:off x="176470" y="785277"/>
            <a:ext cx="7982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function that performs such a rearrangement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4E70B3-A200-5556-FAAD-D57A7CB70830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 in the first sense are any of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2,1,3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4E70B3-A200-5556-FAAD-D57A7CB70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blipFill>
                <a:blip r:embed="rId2"/>
                <a:stretch>
                  <a:fillRect l="-9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9D75D7C-0CCD-2160-D242-A608D97CE8F2}"/>
                  </a:ext>
                </a:extLst>
              </p:cNvPr>
              <p:cNvSpPr txBox="1"/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second sense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transforms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9D75D7C-0CCD-2160-D242-A608D97C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blipFill>
                <a:blip r:embed="rId3"/>
                <a:stretch>
                  <a:fillRect l="-824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267F01-3B27-12A3-CEE7-A89BB43267D4}"/>
                  </a:ext>
                </a:extLst>
              </p:cNvPr>
              <p:cNvSpPr txBox="1"/>
              <p:nvPr/>
            </p:nvSpPr>
            <p:spPr>
              <a:xfrm>
                <a:off x="176470" y="4016932"/>
                <a:ext cx="11839060" cy="107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a function is commonly written in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Cauchy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267F01-3B27-12A3-CEE7-A89BB4326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016932"/>
                <a:ext cx="11839060" cy="1078437"/>
              </a:xfrm>
              <a:prstGeom prst="rect">
                <a:avLst/>
              </a:prstGeom>
              <a:blipFill>
                <a:blip r:embed="rId4"/>
                <a:stretch>
                  <a:fillRect l="-824" t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8332664-9DB0-F6A4-CB13-E64CDFC589D2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022E232-1A75-E204-E66D-773B1102B885}"/>
                  </a:ext>
                </a:extLst>
              </p14:cNvPr>
              <p14:cNvContentPartPr/>
              <p14:nvPr/>
            </p14:nvContentPartPr>
            <p14:xfrm>
              <a:off x="8058240" y="3263760"/>
              <a:ext cx="3295800" cy="40068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022E232-1A75-E204-E66D-773B1102B8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48880" y="3254400"/>
                <a:ext cx="3314520" cy="41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69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D1B1-1E25-820B-539C-AC912831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71D004E-113E-DDBA-BFE5-20CB0C344D26}"/>
              </a:ext>
            </a:extLst>
          </p:cNvPr>
          <p:cNvSpPr txBox="1"/>
          <p:nvPr/>
        </p:nvSpPr>
        <p:spPr>
          <a:xfrm>
            <a:off x="176470" y="785277"/>
            <a:ext cx="7982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defined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 rearrangement of the elements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function that performs such a rearrangement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B722B85-1C5B-1DED-EF14-017C4542BB22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 in the first sense are any of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2,1,3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2,3,1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3,1,2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3,2,1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B722B85-1C5B-1DED-EF14-017C4542B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0608160" cy="830997"/>
              </a:xfrm>
              <a:prstGeom prst="rect">
                <a:avLst/>
              </a:prstGeom>
              <a:blipFill>
                <a:blip r:embed="rId2"/>
                <a:stretch>
                  <a:fillRect l="-9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13C934-3AF1-D728-516A-EF3D72938730}"/>
                  </a:ext>
                </a:extLst>
              </p:cNvPr>
              <p:cNvSpPr txBox="1"/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second sense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pl-PL" sz="2400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𝑐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transforms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1,3,2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13C934-3AF1-D728-516A-EF3D72938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16603"/>
                <a:ext cx="11839060" cy="1200329"/>
              </a:xfrm>
              <a:prstGeom prst="rect">
                <a:avLst/>
              </a:prstGeom>
              <a:blipFill>
                <a:blip r:embed="rId3"/>
                <a:stretch>
                  <a:fillRect l="-824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F85FABC-EF2E-01BA-B71E-BABAB185C2C7}"/>
                  </a:ext>
                </a:extLst>
              </p:cNvPr>
              <p:cNvSpPr txBox="1"/>
              <p:nvPr/>
            </p:nvSpPr>
            <p:spPr>
              <a:xfrm>
                <a:off x="176470" y="4016932"/>
                <a:ext cx="11839060" cy="107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 a function is commonly written in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Cauchy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F85FABC-EF2E-01BA-B71E-BABAB185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016932"/>
                <a:ext cx="11839060" cy="1078437"/>
              </a:xfrm>
              <a:prstGeom prst="rect">
                <a:avLst/>
              </a:prstGeom>
              <a:blipFill>
                <a:blip r:embed="rId4"/>
                <a:stretch>
                  <a:fillRect l="-824" t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80CF66B-AAD6-6DDB-F093-271F68181892}"/>
                  </a:ext>
                </a:extLst>
              </p:cNvPr>
              <p:cNvSpPr txBox="1"/>
              <p:nvPr/>
            </p:nvSpPr>
            <p:spPr>
              <a:xfrm>
                <a:off x="176470" y="5217261"/>
                <a:ext cx="11839060" cy="144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if, as in our case, the elements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numbers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80CF66B-AAD6-6DDB-F093-271F68181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217261"/>
                <a:ext cx="11839060" cy="1446806"/>
              </a:xfrm>
              <a:prstGeom prst="rect">
                <a:avLst/>
              </a:prstGeom>
              <a:blipFill>
                <a:blip r:embed="rId5"/>
                <a:stretch>
                  <a:fillRect l="-824" t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A8CBE70-B006-CC6C-42B6-A38C60B41E5E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02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8A4D-B393-19B7-C809-F6D91393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CC84A92-696A-EE37-B808-B7752353A7F1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0379482-2B08-6ACC-4884-61BE386E78C1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5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801B-B663-056B-6A27-7446DD09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5AE008B8-3D79-6D17-D74F-263732D6E26E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29C4C1E-CEDB-C62F-FECF-17DC32B326DE}"/>
              </a:ext>
            </a:extLst>
          </p:cNvPr>
          <p:cNvSpPr txBox="1"/>
          <p:nvPr/>
        </p:nvSpPr>
        <p:spPr>
          <a:xfrm>
            <a:off x="176470" y="1246942"/>
            <a:ext cx="8394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Algorithms that generate all possible permutations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19C5E65-5371-F617-135F-F1B490C65F58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9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1886-5CEB-E4D4-6183-3E5EAB2FA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9C32FF2-D749-0F68-E793-A70D868E6038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3C11A6F-5223-B47C-7CCA-CC61585EFBC8}"/>
              </a:ext>
            </a:extLst>
          </p:cNvPr>
          <p:cNvSpPr txBox="1"/>
          <p:nvPr/>
        </p:nvSpPr>
        <p:spPr>
          <a:xfrm>
            <a:off x="176470" y="1246942"/>
            <a:ext cx="8394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Algorithms that generate all possible permutations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A58E9D0-30B4-419C-0E07-9FD4C5886F78}"/>
              </a:ext>
            </a:extLst>
          </p:cNvPr>
          <p:cNvSpPr txBox="1"/>
          <p:nvPr/>
        </p:nvSpPr>
        <p:spPr>
          <a:xfrm>
            <a:off x="176470" y="1708607"/>
            <a:ext cx="337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cracking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CCF6B49-72DF-0C80-64E6-68072C201198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26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646A-AF86-96ED-72D2-96236496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64972AD-4C76-D621-30DF-C81BF8E4CD4D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5D1805B-ACD7-FC95-06B2-9BF786307F98}"/>
              </a:ext>
            </a:extLst>
          </p:cNvPr>
          <p:cNvSpPr txBox="1"/>
          <p:nvPr/>
        </p:nvSpPr>
        <p:spPr>
          <a:xfrm>
            <a:off x="176470" y="1246942"/>
            <a:ext cx="8394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Algorithms that generate all possible permutations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CDF0FBD-97DA-18A8-80EA-7AAD0E66E19B}"/>
              </a:ext>
            </a:extLst>
          </p:cNvPr>
          <p:cNvSpPr txBox="1"/>
          <p:nvPr/>
        </p:nvSpPr>
        <p:spPr>
          <a:xfrm>
            <a:off x="176470" y="1708607"/>
            <a:ext cx="337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cracking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9EBAEDB-CEF1-B3C1-9798-EBF58C712D50}"/>
              </a:ext>
            </a:extLst>
          </p:cNvPr>
          <p:cNvSpPr txBox="1"/>
          <p:nvPr/>
        </p:nvSpPr>
        <p:spPr>
          <a:xfrm>
            <a:off x="176469" y="2170272"/>
            <a:ext cx="5579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Traveling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Problem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B28A297-B05F-CFB8-4C93-FE341A2093B7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9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D0DB-5F48-C653-794E-29947068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A70EC9F-0443-140F-70D9-89EB5B572D5E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29D9605-03A5-8B23-5EC9-9258E2F03507}"/>
              </a:ext>
            </a:extLst>
          </p:cNvPr>
          <p:cNvSpPr txBox="1"/>
          <p:nvPr/>
        </p:nvSpPr>
        <p:spPr>
          <a:xfrm>
            <a:off x="176470" y="1246942"/>
            <a:ext cx="8394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Algorithms that generate all possible permutations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3BE14BA-6E3D-0EDE-E122-3DD94086CA52}"/>
              </a:ext>
            </a:extLst>
          </p:cNvPr>
          <p:cNvSpPr txBox="1"/>
          <p:nvPr/>
        </p:nvSpPr>
        <p:spPr>
          <a:xfrm>
            <a:off x="176470" y="1708607"/>
            <a:ext cx="337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cracking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6E59DC4-7746-BF8C-A061-F7242D25F59F}"/>
              </a:ext>
            </a:extLst>
          </p:cNvPr>
          <p:cNvSpPr txBox="1"/>
          <p:nvPr/>
        </p:nvSpPr>
        <p:spPr>
          <a:xfrm>
            <a:off x="176469" y="2170272"/>
            <a:ext cx="5579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Traveling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Problem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6BA7686-7D0C-7EE7-9136-AF9FE25BDB67}"/>
              </a:ext>
            </a:extLst>
          </p:cNvPr>
          <p:cNvSpPr txBox="1"/>
          <p:nvPr/>
        </p:nvSpPr>
        <p:spPr>
          <a:xfrm>
            <a:off x="176468" y="2631937"/>
            <a:ext cx="5808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Encryption algorithms (e.g., DES)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FF19E15-41E9-523D-A3F1-03823FC2D1C9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840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3B62-F4B0-B743-5DF9-3EB2E21F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9A8F800-8DC0-BA27-B8DF-B84CB27DAC8C}"/>
              </a:ext>
            </a:extLst>
          </p:cNvPr>
          <p:cNvSpPr txBox="1"/>
          <p:nvPr/>
        </p:nvSpPr>
        <p:spPr>
          <a:xfrm>
            <a:off x="176470" y="785277"/>
            <a:ext cx="5809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problems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25ADF2-9BD0-5967-4D58-DDEFA99991F9}"/>
              </a:ext>
            </a:extLst>
          </p:cNvPr>
          <p:cNvSpPr txBox="1"/>
          <p:nvPr/>
        </p:nvSpPr>
        <p:spPr>
          <a:xfrm>
            <a:off x="176470" y="1246942"/>
            <a:ext cx="8394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Algorithms that generate all possible permutations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FE19BEF-E535-49FA-01F7-1F5093DDF98A}"/>
              </a:ext>
            </a:extLst>
          </p:cNvPr>
          <p:cNvSpPr txBox="1"/>
          <p:nvPr/>
        </p:nvSpPr>
        <p:spPr>
          <a:xfrm>
            <a:off x="176470" y="1708607"/>
            <a:ext cx="337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cracking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4A44BF6-4A0B-058E-A8B4-542C3319985A}"/>
              </a:ext>
            </a:extLst>
          </p:cNvPr>
          <p:cNvSpPr txBox="1"/>
          <p:nvPr/>
        </p:nvSpPr>
        <p:spPr>
          <a:xfrm>
            <a:off x="176469" y="2170272"/>
            <a:ext cx="5579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Traveling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Salesman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Problem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CBDC5FE-85E4-4BAB-D939-1B9F8FA5B8E0}"/>
              </a:ext>
            </a:extLst>
          </p:cNvPr>
          <p:cNvSpPr txBox="1"/>
          <p:nvPr/>
        </p:nvSpPr>
        <p:spPr>
          <a:xfrm>
            <a:off x="176468" y="2631937"/>
            <a:ext cx="5808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Encryption algorithms (e.g., DES)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D1A9FD7-A423-1241-2A02-8C3B1C8CAA3A}"/>
              </a:ext>
            </a:extLst>
          </p:cNvPr>
          <p:cNvSpPr txBox="1"/>
          <p:nvPr/>
        </p:nvSpPr>
        <p:spPr>
          <a:xfrm>
            <a:off x="176468" y="3093602"/>
            <a:ext cx="1172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Counting the number of possible k-cycles in permutations of n elements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A7C4E0B-8233-B958-6D2E-01F59B91E886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95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87E9D-5A1F-94D9-44DC-09E5DB1B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D7CE211-F7E8-7E75-752F-0E8F9C625D9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D7CE211-F7E8-7E75-752F-0E8F9C625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391E16C2-2046-9345-9A17-93D08099CD9A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646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E902-80D4-DC7D-9BA5-315E4BC3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EC562FE-68B3-8AEB-56B6-1095E5D71AC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EC562FE-68B3-8AEB-56B6-1095E5D71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3C6DEDD-2D0C-5BC6-BE40-723A59390D10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56BF-DC89-F0A2-21C7-A8D37B01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CD31B6F-9216-D185-705F-8B0E9DE412A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CD31B6F-9216-D185-705F-8B0E9DE41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C226096A-1030-103E-4C54-E78D9D4599BB}"/>
              </a:ext>
            </a:extLst>
          </p:cNvPr>
          <p:cNvSpPr txBox="1"/>
          <p:nvPr/>
        </p:nvSpPr>
        <p:spPr>
          <a:xfrm>
            <a:off x="176470" y="1881435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permutation consists of two disjoint cycles — one of length 2 and one of length 3.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0012A4F-CB03-AED7-7678-56ACA9F242E9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450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D038-41C1-111A-2571-1A7E2F00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4E38661-F334-FC67-6553-30E33C33C58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4E38661-F334-FC67-6553-30E33C33C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DB796E05-CDA5-D78A-F057-B999DFBAC5CA}"/>
              </a:ext>
            </a:extLst>
          </p:cNvPr>
          <p:cNvSpPr txBox="1"/>
          <p:nvPr/>
        </p:nvSpPr>
        <p:spPr>
          <a:xfrm>
            <a:off x="176470" y="1881435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permutation consists of two disjoint cycles — one of length 2 and one of length 3.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0D9C65-4622-2128-7A87-3A5160EBC3AA}"/>
                  </a:ext>
                </a:extLst>
              </p:cNvPr>
              <p:cNvSpPr txBox="1"/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write it as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2,4,5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0D9C65-4622-2128-7A87-3A5160EBC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blipFill>
                <a:blip r:embed="rId3"/>
                <a:stretch>
                  <a:fillRect l="-830" t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30DE58A-3D95-FE89-4D62-ACF636CA55F2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169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ECFE-C774-0A7C-2F42-5CFD3713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C141DD9-9EBC-DFB5-297E-B15DE686F1E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C141DD9-9EBC-DFB5-297E-B15DE686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515E2899-7EDA-5078-3F4B-A3B020227C80}"/>
              </a:ext>
            </a:extLst>
          </p:cNvPr>
          <p:cNvSpPr txBox="1"/>
          <p:nvPr/>
        </p:nvSpPr>
        <p:spPr>
          <a:xfrm>
            <a:off x="176470" y="1881435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permutation consists of two disjoint cycles — one of length 2 and one of length 3.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D67D6C-4BC3-3537-F7DA-C44B17EE8666}"/>
                  </a:ext>
                </a:extLst>
              </p:cNvPr>
              <p:cNvSpPr txBox="1"/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write it as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2,4,5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D67D6C-4BC3-3537-F7DA-C44B17EE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blipFill>
                <a:blip r:embed="rId3"/>
                <a:stretch>
                  <a:fillRect l="-830" t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93E71E47-5C4E-CA21-9B64-6DF53A7EE45D}"/>
              </a:ext>
            </a:extLst>
          </p:cNvPr>
          <p:cNvSpPr txBox="1"/>
          <p:nvPr/>
        </p:nvSpPr>
        <p:spPr>
          <a:xfrm>
            <a:off x="176470" y="3880777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permutation with no smaller cycles — that is, one that moves all elements in a single closed loop — is itself a single cycle.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0E0DA4B-E201-25BC-9150-693B6565B297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635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DEB7-57A9-8374-D67C-C201A52C9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AFBA583-E33A-4850-63E6-52CAED13C386}"/>
              </a:ext>
            </a:extLst>
          </p:cNvPr>
          <p:cNvSpPr txBox="1"/>
          <p:nvPr/>
        </p:nvSpPr>
        <p:spPr>
          <a:xfrm>
            <a:off x="176470" y="785277"/>
            <a:ext cx="11747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multiset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permutation in which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 may repeat.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example, permuting the word "barbarian" in all possible ways will produce the same word multiple times — for instance, swapping the first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 with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fourth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place)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results in the same arrangement.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2BF9A39-E226-7E85-C8D3-6C35FBB6DBDE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60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F3AD-EB23-0AD2-44F7-1B6BF13B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B455AA5-9B51-AE39-541C-52409D0BA2B0}"/>
              </a:ext>
            </a:extLst>
          </p:cNvPr>
          <p:cNvSpPr txBox="1"/>
          <p:nvPr/>
        </p:nvSpPr>
        <p:spPr>
          <a:xfrm>
            <a:off x="176470" y="785277"/>
            <a:ext cx="11747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multiset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permutation in which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 may repeat.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example, permuting the word "barbarian" in all possible ways will produce the same word multiple times — for instance, swapping the first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 with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fourth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place)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results in the same arrangement.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3D2186D-D07B-63F3-58CD-289E2C1997AE}"/>
              </a:ext>
            </a:extLst>
          </p:cNvPr>
          <p:cNvSpPr txBox="1"/>
          <p:nvPr/>
        </p:nvSpPr>
        <p:spPr>
          <a:xfrm>
            <a:off x="176470" y="2724269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Regular permutations, where all elements are distinct, are also called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 without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97F9BB-C8A4-0E7A-B5F1-03E5EB7FE444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938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F184-DC86-585A-4AE7-ABC611AB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5B80D32-3927-04E5-7D56-811EE1C51153}"/>
              </a:ext>
            </a:extLst>
          </p:cNvPr>
          <p:cNvSpPr txBox="1"/>
          <p:nvPr/>
        </p:nvSpPr>
        <p:spPr>
          <a:xfrm>
            <a:off x="176470" y="785277"/>
            <a:ext cx="11747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multiset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permutation in which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 may repeat.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example, permuting the word "barbarian" in all possible ways will produce the same word multiple times — for instance, swapping the first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 with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fourth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place)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results in the same arrangement.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F9EC837-050E-D11A-26FA-8E17A9D88B8E}"/>
              </a:ext>
            </a:extLst>
          </p:cNvPr>
          <p:cNvSpPr txBox="1"/>
          <p:nvPr/>
        </p:nvSpPr>
        <p:spPr>
          <a:xfrm>
            <a:off x="176470" y="2724269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Regular permutations, where all elements are distinct, are also called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 without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3B124D-6078-20DD-1F0B-DA3F77B1CA60}"/>
                  </a:ext>
                </a:extLst>
              </p:cNvPr>
              <p:cNvSpPr txBox="1"/>
              <p:nvPr/>
            </p:nvSpPr>
            <p:spPr>
              <a:xfrm>
                <a:off x="176470" y="3555266"/>
                <a:ext cx="117473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permutations without repetition for a set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 𝑛 elements is: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where: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!=1⋅2⋅3⋅…⋅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3B124D-6078-20DD-1F0B-DA3F77B1C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5266"/>
                <a:ext cx="11747306" cy="830997"/>
              </a:xfrm>
              <a:prstGeom prst="rect">
                <a:avLst/>
              </a:prstGeom>
              <a:blipFill>
                <a:blip r:embed="rId2"/>
                <a:stretch>
                  <a:fillRect l="-830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5138B073-8EBD-7A9D-D134-B169E9459C02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43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7B22-4A17-3FAD-FBA0-63B88CC6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37C8C80-C7EC-F4AB-73D3-23B4D279F9F4}"/>
              </a:ext>
            </a:extLst>
          </p:cNvPr>
          <p:cNvSpPr txBox="1"/>
          <p:nvPr/>
        </p:nvSpPr>
        <p:spPr>
          <a:xfrm>
            <a:off x="176470" y="785277"/>
            <a:ext cx="11747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a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multiset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permutation in which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 may repeat.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example, permuting the word "barbarian" in all possible ways will produce the same word multiple times — for instance, swapping the first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 with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(on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fourth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place)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results in the same arrangement.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EC39A09-5731-8347-2861-D462D5EEDFDC}"/>
              </a:ext>
            </a:extLst>
          </p:cNvPr>
          <p:cNvSpPr txBox="1"/>
          <p:nvPr/>
        </p:nvSpPr>
        <p:spPr>
          <a:xfrm>
            <a:off x="176470" y="2724269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Regular permutations, where all elements are distinct, are also called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a set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 without repetition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22987A1-F641-9582-7229-52DA5572AD49}"/>
                  </a:ext>
                </a:extLst>
              </p:cNvPr>
              <p:cNvSpPr txBox="1"/>
              <p:nvPr/>
            </p:nvSpPr>
            <p:spPr>
              <a:xfrm>
                <a:off x="176470" y="3555266"/>
                <a:ext cx="117473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permutations without repetition for a set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 𝑛 elements is: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where: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!=1⋅2⋅3⋅…⋅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22987A1-F641-9582-7229-52DA5572A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5266"/>
                <a:ext cx="11747306" cy="830997"/>
              </a:xfrm>
              <a:prstGeom prst="rect">
                <a:avLst/>
              </a:prstGeom>
              <a:blipFill>
                <a:blip r:embed="rId2"/>
                <a:stretch>
                  <a:fillRect l="-830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18FBABD-E924-BBAF-D7CF-AC82B5AC7830}"/>
                  </a:ext>
                </a:extLst>
              </p:cNvPr>
              <p:cNvSpPr txBox="1"/>
              <p:nvPr/>
            </p:nvSpPr>
            <p:spPr>
              <a:xfrm>
                <a:off x="176470" y="4386263"/>
                <a:ext cx="11747306" cy="1954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permutations of a multiset is:</a:t>
                </a:r>
                <a:endParaRPr lang="pl-PL" sz="2400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!⋅</m:t>
                          </m:r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!⋅…⋅</m:t>
                          </m:r>
                          <m:sSub>
                            <m:sSubPr>
                              <m:ctrlP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l-PL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…, 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the counts of each repeated element among the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𝑘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distinct elements.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18FBABD-E924-BBAF-D7CF-AC82B5AC7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386263"/>
                <a:ext cx="11747306" cy="1954189"/>
              </a:xfrm>
              <a:prstGeom prst="rect">
                <a:avLst/>
              </a:prstGeom>
              <a:blipFill>
                <a:blip r:embed="rId3"/>
                <a:stretch>
                  <a:fillRect l="-830" t="-281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2FF6379-EA95-530E-940D-1946DA0F4BE9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862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DF18-CA60-1602-A809-8E33D08D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8636146-DC51-7A97-1E75-F9368D0EE85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letters in the word "disc" can be rearranged 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4!=1⋅2⋅3⋅4=24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disc,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idsc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scid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csid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8636146-DC51-7A97-1E75-F9368D0E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blipFill>
                <a:blip r:embed="rId2"/>
                <a:stretch>
                  <a:fillRect l="-83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6AD70692-6E3C-8B3B-5CA0-F3897EE7E1CA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013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4E15-5F9C-A6AF-7B3F-B5F57670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332B4B0-613D-AFED-FEB5-B554A0B85D4C}"/>
                  </a:ext>
                </a:extLst>
              </p:cNvPr>
              <p:cNvSpPr txBox="1"/>
              <p:nvPr/>
            </p:nvSpPr>
            <p:spPr>
              <a:xfrm>
                <a:off x="176470" y="2724269"/>
                <a:ext cx="11747306" cy="2286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letters in the word "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papaya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rearranged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2!3!1!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ways:</a:t>
                </a:r>
              </a:p>
              <a:p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aaaypp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aaapyp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aaappy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yppaaa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pypaaa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ppyaaa</a:t>
                </a:r>
                <a:endParaRPr lang="pl-PL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332B4B0-613D-AFED-FEB5-B554A0B85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24269"/>
                <a:ext cx="11747306" cy="2286139"/>
              </a:xfrm>
              <a:prstGeom prst="rect">
                <a:avLst/>
              </a:prstGeom>
              <a:blipFill>
                <a:blip r:embed="rId2"/>
                <a:stretch>
                  <a:fillRect l="-830" b="-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4F74C58-33E6-6D22-7BF6-FFA77D70910D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6E27D1-1825-40A4-4C6A-1C84EE58478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letters in the word "disc" can be rearranged 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4!=1⋅2⋅3⋅4=24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disc,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idsc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scid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csid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6E27D1-1825-40A4-4C6A-1C84EE58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blipFill>
                <a:blip r:embed="rId3"/>
                <a:stretch>
                  <a:fillRect l="-83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719E987-663E-18CF-90A1-ADB120512C08}"/>
                  </a:ext>
                </a:extLst>
              </p14:cNvPr>
              <p14:cNvContentPartPr/>
              <p14:nvPr/>
            </p14:nvContentPartPr>
            <p14:xfrm>
              <a:off x="9220320" y="2343240"/>
              <a:ext cx="1060560" cy="4701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719E987-663E-18CF-90A1-ADB120512C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0960" y="2333880"/>
                <a:ext cx="1079280" cy="48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034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A43F-4615-ACB4-3098-98E8E3C9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76B8CCC-2CAB-D5D1-ED1B-228C53EDC504}"/>
                  </a:ext>
                </a:extLst>
              </p:cNvPr>
              <p:cNvSpPr txBox="1"/>
              <p:nvPr/>
            </p:nvSpPr>
            <p:spPr>
              <a:xfrm>
                <a:off x="176470" y="5103227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5120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rearrangments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word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barbarian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76B8CCC-2CAB-D5D1-ED1B-228C53EDC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103227"/>
                <a:ext cx="11747306" cy="461665"/>
              </a:xfrm>
              <a:prstGeom prst="rect">
                <a:avLst/>
              </a:prstGeom>
              <a:blipFill>
                <a:blip r:embed="rId2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1842119-088E-455D-D45E-8B548F8955D4}"/>
              </a:ext>
            </a:extLst>
          </p:cNvPr>
          <p:cNvSpPr txBox="1"/>
          <p:nvPr/>
        </p:nvSpPr>
        <p:spPr>
          <a:xfrm>
            <a:off x="3962532" y="-45720"/>
            <a:ext cx="42669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Permutations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71ADC6-9310-9B02-99DD-30AF476639A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letters in the word "disc" can be rearranged 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4!=1⋅2⋅3⋅4=24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disc,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dsci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dcsi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idsc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idcs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icsd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sdic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sdci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sidc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sicd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scid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cdsi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cisd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csdi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csid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71ADC6-9310-9B02-99DD-30AF47663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938992"/>
              </a:xfrm>
              <a:prstGeom prst="rect">
                <a:avLst/>
              </a:prstGeom>
              <a:blipFill>
                <a:blip r:embed="rId3"/>
                <a:stretch>
                  <a:fillRect l="-83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3143907-B038-BEA1-A108-2684BAB34B9A}"/>
                  </a:ext>
                </a:extLst>
              </p:cNvPr>
              <p:cNvSpPr txBox="1"/>
              <p:nvPr/>
            </p:nvSpPr>
            <p:spPr>
              <a:xfrm>
                <a:off x="176470" y="2724269"/>
                <a:ext cx="11747306" cy="2286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letters in the word "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papaya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pl-PL" sz="240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rearranged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2!3!1!</m:t>
                        </m:r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ways:</a:t>
                </a:r>
              </a:p>
              <a:p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aaaypp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aaapyp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aaappy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aayppa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aappya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ayappa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ayppaa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apapya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apypaa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yaaapp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yaapap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yaappa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yappaa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ypapaa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yppaaa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paaayp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paaapy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paayap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paaypa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paapay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paapya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paypaa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papyaa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pyaaap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pyaapa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pyapaa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pypaaa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ppaaay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ppaaya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ppayaa</a:t>
                </a:r>
                <a:r>
                  <a:rPr lang="pl-PL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ppyaaa</a:t>
                </a:r>
                <a:endParaRPr lang="pl-PL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93143907-B038-BEA1-A108-2684BAB3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24269"/>
                <a:ext cx="11747306" cy="2286139"/>
              </a:xfrm>
              <a:prstGeom prst="rect">
                <a:avLst/>
              </a:prstGeom>
              <a:blipFill>
                <a:blip r:embed="rId4"/>
                <a:stretch>
                  <a:fillRect l="-830" b="-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9E1C698-08BB-6D95-DDCB-4234CD531716}"/>
                  </a:ext>
                </a:extLst>
              </p14:cNvPr>
              <p14:cNvContentPartPr/>
              <p14:nvPr/>
            </p14:nvContentPartPr>
            <p14:xfrm>
              <a:off x="1320840" y="5175360"/>
              <a:ext cx="10008000" cy="12513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9E1C698-08BB-6D95-DDCB-4234CD5317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1480" y="5166000"/>
                <a:ext cx="10026720" cy="127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530971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</TotalTime>
  <Words>1619</Words>
  <Application>Microsoft Office PowerPoint</Application>
  <PresentationFormat>Panoramiczny</PresentationFormat>
  <Paragraphs>128</Paragraphs>
  <Slides>26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29</cp:revision>
  <dcterms:created xsi:type="dcterms:W3CDTF">2024-10-31T12:17:59Z</dcterms:created>
  <dcterms:modified xsi:type="dcterms:W3CDTF">2025-04-11T12:23:42Z</dcterms:modified>
</cp:coreProperties>
</file>