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61" r:id="rId3"/>
    <p:sldId id="294" r:id="rId4"/>
    <p:sldId id="293" r:id="rId5"/>
    <p:sldId id="291" r:id="rId6"/>
    <p:sldId id="292" r:id="rId7"/>
    <p:sldId id="290" r:id="rId8"/>
    <p:sldId id="288" r:id="rId9"/>
    <p:sldId id="302" r:id="rId10"/>
    <p:sldId id="301" r:id="rId11"/>
    <p:sldId id="300" r:id="rId12"/>
    <p:sldId id="299" r:id="rId13"/>
    <p:sldId id="298" r:id="rId14"/>
    <p:sldId id="297" r:id="rId15"/>
    <p:sldId id="296" r:id="rId16"/>
    <p:sldId id="295" r:id="rId17"/>
    <p:sldId id="273" r:id="rId18"/>
    <p:sldId id="304" r:id="rId19"/>
    <p:sldId id="303" r:id="rId20"/>
    <p:sldId id="274" r:id="rId21"/>
    <p:sldId id="279" r:id="rId22"/>
    <p:sldId id="308" r:id="rId23"/>
    <p:sldId id="307" r:id="rId24"/>
    <p:sldId id="306" r:id="rId25"/>
    <p:sldId id="305" r:id="rId26"/>
    <p:sldId id="309" r:id="rId27"/>
    <p:sldId id="310" r:id="rId28"/>
    <p:sldId id="282" r:id="rId29"/>
    <p:sldId id="287" r:id="rId30"/>
    <p:sldId id="314" r:id="rId31"/>
    <p:sldId id="313" r:id="rId32"/>
    <p:sldId id="312" r:id="rId33"/>
    <p:sldId id="31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5-20T11:15:48.4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1323 5627 0,'0'70'94,"18"19"-79,-18-72-15,17 36 16,-17 0 0,0-35-16,18 52 15,-1-52 1,-17 17 0,71-17 140,70-18-141,124 17 1,158 1 0,36-18-1,-107 0 1,-193 0 0,35-18-1,-70 1 1,-18 17-1,176 0 17,-176 0-17,-1 0 1,19 0 0,158 0 15,-123 0-16,-53 0 1,17 0 0,-52 0-1,-1 0 1,-17 0 0,0 0-1,35 0 16,-17 0-15,-18 0 0,0 0-1,-18 0-15,18 0 16,0 0 0,-36 0-16,19 0 15,-1-18 1,124 18 15,-53-17-15,-89 17-16,107 0 31,-107 0-15,36 0-1,-17 0 1,16 0-1,-16 0 1,-19 0 0,1 0 15,0 0 0,-18-18 79,0-35-95,0-18 1,0 1-1,0-1 17</inkml:trace>
  <inkml:trace contextRef="#ctx0" brushRef="#br0" timeOffset="1081.28">1711 6950 0,'123'0'15,"-17"0"1,-18 0-1,-70 0 1,17 0-16,212 0 16,-70 0-1,-107 0 1,-52 0 0</inkml:trace>
  <inkml:trace contextRef="#ctx0" brushRef="#br0" timeOffset="2118.19">1711 7020 0,'35'36'31,"-70"-72"-31,88 89 0,17 18 16,-70-54 0,89 89-1,34 18 17,-88-107-1,-88 36 47,-70 0-47,88-53-15,-159 88-1,176-70 1,-105 17 0,158 1 77,-17-19-77,211 36 0,71-53 15,-142 0 0,1 0-15,-53 0-1,-53 0 1,-35-18-16</inkml:trace>
  <inkml:trace contextRef="#ctx0" brushRef="#br0" timeOffset="2857.62">1676 8043 0,'0'36'62,"0"-19"-46,0 1 15,35 35-15,-17-36-1,-1-17 1,-17 18 0,18-18-1,0 0 16,-1 0-15</inkml:trace>
  <inkml:trace contextRef="#ctx0" brushRef="#br0" timeOffset="3174.27">1729 7849 0</inkml:trace>
  <inkml:trace contextRef="#ctx0" brushRef="#br0" timeOffset="3574.09">1905 8096 0,'0'0'0,"35"0"15,18 0 17,0 0-1,-35 0-15,-1 0-16,1 0 15</inkml:trace>
  <inkml:trace contextRef="#ctx0" brushRef="#br0" timeOffset="3961.24">1958 7990 0,'35'0'16,"-17"0"-1,17 0 1,18 0 15,-35 0 0</inkml:trace>
  <inkml:trace contextRef="#ctx0" brushRef="#br0" timeOffset="4682.34">2258 8043 0,'17'0'31,"19"0"-15,-19-35-1,1 17 1,17-17-1,-17 35-15,0-35 32,-1 35-1,-17-18-15,0 36 93,-17 17-93,17-17-16,-18 17 15,18 0 1,0 18 15</inkml:trace>
  <inkml:trace contextRef="#ctx0" brushRef="#br0" timeOffset="6681.22">1976 6597 0,'17'0'16,"1"-18"0,35 71 77,-53-35-77,35 17-16,18 36 16,-53-54-1,35 1 1,-17-18 46,70 0-30,-17-35-1,17-18 0,-71 35 0,1 1-15,0-19 0,-18 19 15,-18 17 0,-52-36-15,34 19-1,1-1 1,0 18 0,17 0-1,-52 18 17,52 17-17,-35 18 16,18-18-15,17-17 0,18-1-1,-35 19 1,17-36 15,0 17-15,1-17 15,-18 0-15,17 0 15,0 0-15,18-53 30,0 18-30,0-18 0,0 36-1,18-19 48,0 19-48,-1 17 17,1-18-17</inkml:trace>
  <inkml:trace contextRef="#ctx0" brushRef="#br0" timeOffset="10245.04">3069 7126 0,'35'-35'47,"18"-36"-16,-35 36 0,17-18-15,-17 53-16,0-35 31,-1 0-15,1 17-1,-1 18 1,-17-18 31,0 89 15,0-36-46,0 18-1,0 0 1,0 0 15,0-36-15,0 1 0,0 0-1,0-1 1,0 54 93,0-53-93,-17-1 15</inkml:trace>
  <inkml:trace contextRef="#ctx0" brushRef="#br0" timeOffset="10898.68">2963 7444 0,'0'0'0,"36"0"15,105 0 1,-71 0 0,-17 0-1,0 0 1,0 0-1,-18 0 1,-17 0-16,0 0 16,-1 0-1,36 0 17,0 0-17,0 0 16,-35 0-15</inkml:trace>
  <inkml:trace contextRef="#ctx0" brushRef="#br0" timeOffset="12287.48">3140 7779 0,'0'35'109,"-18"18"-93,18-35 0,0-1-1,0 19 1,-18-19 0,18 18-1,0-17 1,0 0-1,0 17 17,0-17-17,0-1 17,0 1-1,18 0 0,0-18 0,-1 0-31,1 0 32,0 0-17,-1 0 16,1-18 1,0 0-17,-18-17 1</inkml:trace>
  <inkml:trace contextRef="#ctx0" brushRef="#br0" timeOffset="13444.38">3175 7673 0</inkml:trace>
  <inkml:trace contextRef="#ctx0" brushRef="#br0" timeOffset="14476.55">3387 7585 0,'17'0'47,"1"0"-31,-18 17 77,0 1-77,-18 17 0,1-35-1,17 36 1,-18-19 15,-17 1 0,17-18-15,18 35 0,-18-35-16,36 0 109,17 0-93,1 0-1,-19 0 1,1 0 0</inkml:trace>
  <inkml:trace contextRef="#ctx0" brushRef="#br0" timeOffset="16166.49">9331 6738 0,'0'0'0,"159"35"16,17-35 0,-17 0-1,70 0 1,-88 0-1,-70 0 1,-36 0 0,-17 0-1,-1 0 1</inkml:trace>
  <inkml:trace contextRef="#ctx0" brushRef="#br0" timeOffset="17511.36">9278 6826 0,'35'0'31,"54"0"1,-54 0-1,71 71 0,88 88 16,-18-36-16,-158-123-15,-1 18 0,-34-1 109,-71 1-110,-18 0 1,-18 17-1,-17 0 1,0 0 0,70-35-1,-17 36 1,35-1 0,36-35-1,-19 18 1,1 17-1,17-17 1,1-18 0,17 17 31,17-17-16,19 0-16,228 53 17,-34-53-17,-177 0-15,105 0 16,1 0 0,-124 0-16,159 0 31,-88 0-16,-71 0 1</inkml:trace>
  <inkml:trace contextRef="#ctx0" brushRef="#br0" timeOffset="18437.7">9084 7849 0,'0'18'47,"0"0"-32,0-1 1,0 19 0,0-19-1,0 89 1,0-88-16,0-1 16,0 1 15,18 0 0,-1-18-15,36-36 15,-35 19-15,-18-19-1</inkml:trace>
  <inkml:trace contextRef="#ctx0" brushRef="#br0" timeOffset="18766.98">9137 7691 0</inkml:trace>
  <inkml:trace contextRef="#ctx0" brushRef="#br0" timeOffset="19241.53">9402 7885 0,'0'0'15,"52"0"17,19 0-1,-18 0-16,17 0 17</inkml:trace>
  <inkml:trace contextRef="#ctx0" brushRef="#br0" timeOffset="19585.3">9402 7779 0,'17'0'31,"71"-18"1,-52 18-17,-19 0 1</inkml:trace>
  <inkml:trace contextRef="#ctx0" brushRef="#br0" timeOffset="20227.09">9825 7885 0,'18'0'32,"17"-18"-17,-18-17 17,19 17-1,17-35-16,-36 35 1,-17 107 78,0-1-79,0-35 1,0-36 78</inkml:trace>
  <inkml:trace contextRef="#ctx0" brushRef="#br0" timeOffset="21735.78">9596 6456 0,'35'-18'93,"35"1"-77,72-19 15,-107 19-15,-18 17 46,36 53-46,18 70 15,-18-88-15,0 18 15,-36-35 0,1-18 16,0 0-31,52-35 15,-52-1-15,-1 19-1,-17-36 17,0 35-1,-17 18 0,-1 0-15,1 0-1,-19 0 1,19 0 0,-19 0-1,1 0 1,17 0-1,1 0-15,-54 35 32,36-17-17,-18-18 1,35 18 0,-52-18 15,35 17-16,-1-17 1,1 18 0,0-18 15,17 0-15,0 0-16,-17-18 46,0 1-30,35-1 0,0-17 15,18 17-15,-18 0-16,52-17 15,1-18 1,0 36-1</inkml:trace>
  <inkml:trace contextRef="#ctx0" brushRef="#br0" timeOffset="22868.2">11113 6862 0,'17'-18'31,"18"0"-15,1-17-16,17-18 15,17-17 17,-52 52-17,-18 0 1,0 1 0,17 17-1,-17 17 63,0 19-62,0 34 0,0 71-1,0-123-15,0 70 31,0-70 48,0-1-64</inkml:trace>
  <inkml:trace contextRef="#ctx0" brushRef="#br0" timeOffset="23257.31">10830 7179 0,'159'-18'32,"-318"36"-32,424-53 15,-53 35 17,-54 0-17,-17 0 16,-105 0-15,-19 0 0</inkml:trace>
  <inkml:trace contextRef="#ctx0" brushRef="#br0" timeOffset="24287.31">11042 7567 0,'0'35'79,"0"36"-48,0-36 0,0 0 0,0-17-15,0 17 0,0-17 30,18-18 48,-1 0-78,1 0-1,0 0 1,-1-18 0,-17 1-1,18-19 1,-1 19-16</inkml:trace>
  <inkml:trace contextRef="#ctx0" brushRef="#br0" timeOffset="24697.8">11095 7408 0</inkml:trace>
  <inkml:trace contextRef="#ctx0" brushRef="#br0" timeOffset="26163.38">11395 7303 0,'17'0'31,"1"0"1,0 0-17,-1 0 16,1 0 16,0 0 0,-1 35 0,-17-18-16,0 19-15,-17-19 0,-19 19-1,36-19-15,-17-17 16,-19 36-1,1-36 1,17 17 15,1-17-15,34 0 78,19 0-79,-19 0 17,19 0-1,-1 0 0,-35 18 78,0-1-93,0 1 15,-18 0 1,1-1-1,-19 1 0,19-18 0,-1 0-15,0 18 0,-17-18 15,18 0 0,-1 0-15,0 0-1</inkml:trace>
  <inkml:trace contextRef="#ctx0" brushRef="#br0" timeOffset="27182.16">14376 7179 0,'0'0'0,"141"0"15,-18 0 1,-52 0 0,-54 0-16,54 0 15,0-18 1,-54 1 0,1 17-1</inkml:trace>
  <inkml:trace contextRef="#ctx0" brushRef="#br0" timeOffset="27494.09">14676 7003 0,'0'88'16,"0"71"-1,17-54 1,-17-69-1</inkml:trace>
  <inkml:trace contextRef="#ctx0" brushRef="#br0" timeOffset="28032.12">15628 7144 0,'-18'0'16,"36"0"15</inkml:trace>
  <inkml:trace contextRef="#ctx0" brushRef="#br0" timeOffset="28287.22">16069 7161 0</inkml:trace>
  <inkml:trace contextRef="#ctx0" brushRef="#br0" timeOffset="28803.71">16598 7108 0</inkml:trace>
  <inkml:trace contextRef="#ctx0" brushRef="#br0" timeOffset="29134.95">17022 7003 0,'0'0'0,"35"0"15,18 0 1,-36-18-1,19 18 17,-1 0-17</inkml:trace>
  <inkml:trace contextRef="#ctx0" brushRef="#br0" timeOffset="29555.8">17216 6809 0,'0'17'31,"0"89"0,0-35-15,0-1-1,0-17 1,0 0 0,0-35-1</inkml:trace>
  <inkml:trace contextRef="#ctx0" brushRef="#br0" timeOffset="30908.42">19773 7073 0,'71'-17'16,"-36"17"-1,89 0 1,-107 0 0,160 0-1,-142 0-15,194-18 31,-176 0-15,0 1 0</inkml:trace>
  <inkml:trace contextRef="#ctx0" brushRef="#br0" timeOffset="31967.54">19773 7126 0,'35'35'31,"-70"-70"-31,88 88 16,-35-53-16,105 35 31,-52 1-15,17-19-1,-35 1 1,0 0-1,-36-18 1,1 17 0,-18 18 15,-106 36-15,18-18-1,0-18 1,35 0-1,-18 18 1,18 0 0,1 0-1,-37 0 1,1 18 0,35-18-1,36-36 1,-1 1-16,-17 17 31,17-35-15,53 0 15,54 0-15,105 0 15,-71 0-16,-88 0-15,71 0 16,-71 0-16,54 0 16,34 0-1,-52 0 1,-36 0 0,0 0-1</inkml:trace>
  <inkml:trace contextRef="#ctx0" brushRef="#br0" timeOffset="32553.98">19632 8290 0,'-18'53'15,"18"-35"1,0 35 0,0-18 15,0-17-16,36-1 1,-19-17 0,36 0-1,-35 0 1,0 0 0</inkml:trace>
  <inkml:trace contextRef="#ctx0" brushRef="#br0" timeOffset="32852.44">19632 8167 0</inkml:trace>
  <inkml:trace contextRef="#ctx0" brushRef="#br0" timeOffset="33211.87">19861 8326 0,'0'0'0,"18"0"16,0 0-16,-1 0 15,19 0 1,-1 0 0,-17 0 15</inkml:trace>
  <inkml:trace contextRef="#ctx0" brushRef="#br0" timeOffset="33544.75">19844 8149 0,'70'0'15,"1"0"17,-53 0-17,17 0 1,18 18 0</inkml:trace>
  <inkml:trace contextRef="#ctx0" brushRef="#br0" timeOffset="34056.83">20197 8361 0,'17'-35'16,"-34"70"-16,52-106 16,18 1 15,-36 34-16,1 19-15,35-18 32,-53 17-17,0 159 48,0 0-48,-18-17 17,1-124 30</inkml:trace>
  <inkml:trace contextRef="#ctx0" brushRef="#br0" timeOffset="35234.85">19950 6615 0,'35'0'16,"-17"0"0,52 0-1,-52 0 17,-1 0-1,1 0-16,70 105 1,-70-105-16,-1 18 16,1 17-1,-18-17 17,53-18-1,18-71 0,-54 71-15,18-52-1,-35 34 1,0-53 0,-17 71 15,-1 0-16,1 0 1,-19 0 0,-87 18 15,88 0-15,-54 17-1,1 35 16,71-52 1,-1-18-1,0 0-15,-17 0 30,35-35-30,0 17-16,0 1 16,0-19-1,0 19-15,0-1 32</inkml:trace>
  <inkml:trace contextRef="#ctx0" brushRef="#br0" timeOffset="36341.11">21431 7126 0,'0'0'0,"36"-70"31,-36 52-15,70-70 15,-52 52-15,-1 19-1,19-18 1,-36 17-16,17 0 31,-17 1-15,0 70 46,0 52-46,0 19-1,0-18 1,0-71-16,0 141 31</inkml:trace>
  <inkml:trace contextRef="#ctx0" brushRef="#br0" timeOffset="36731.96">20832 7444 0,'229'0'31,"-458"0"-31,546 0 16,-282 0-16,212 0 15,18 0 1,-1 0 0,-70 0-1,-105 0 1</inkml:trace>
  <inkml:trace contextRef="#ctx0" brushRef="#br0" timeOffset="37508.98">21149 7920 0,'0'18'32,"0"17"-17,0 0 1,0 0-1,-18 1 1,18-19 0,0 1-1,0 0 32,18-18-16,0 0 1,-1 0-1,1 0-15,0 0-1,17-18 1,-17 0-1,17-17 1,0 17 0,-35 1-1</inkml:trace>
  <inkml:trace contextRef="#ctx0" brushRef="#br0" timeOffset="37912.49">21237 7796 0</inkml:trace>
  <inkml:trace contextRef="#ctx0" brushRef="#br0" timeOffset="38759.46">21467 7743 0,'0'-17'31,"17"-1"1,1 1-17,-1-19 1,1 19-1,-18-1 1,18 18 15,-1 0-15,-17-18 15,0 54 94,0-1-109,0-17 15,0-1-15,0 1-16,0-1 15,0 1-15,-17 0 16,17 35 15</inkml:trace>
  <inkml:trace contextRef="#ctx0" brushRef="#br0" timeOffset="39757.82">21819 7567 0,'-35'0'62,"17"18"-46,1-1-16,-19 36 31,19-17-15,17-19-16,0 1 15,0-1 1,0 1-16,0 0 31,0-1-15,17 1-1,1-18 17,0 0-17,-1 0 1,1 0-1,17-18 17,-35-17-17,18 0-15,-18 17 16,35 1 0,-35-1-16,0-17 15,0 17 32,0-17-16,0-1-15,-17 36 15,-54 0 16,53 0-31,-17 0-1</inkml:trace>
  <inkml:trace contextRef="#ctx0" brushRef="#br0" timeOffset="40538.51">22049 7567 0,'0'0'0,"35"0"16,-17 0 15,17 0-16,0 0 1,-17 0 15,-18 18-15,0-1-16,0 1 16,0 35 15,-18-18-16,-17 0 1,35-17 0,-53 0-1,88-18 63,-17 0-62,35 0 15,-36 0-15,1 0-16</inkml:trace>
  <inkml:trace contextRef="#ctx0" brushRef="#br0" timeOffset="41899.91">7197 7179 0,'229'-18'32,"-158"18"-17,-19 0 1,-16 0-1,-19 0 17</inkml:trace>
  <inkml:trace contextRef="#ctx0" brushRef="#br0" timeOffset="42431.06">7461 6950 0,'-35'35'32,"17"0"-17,1 18 1,17 106 15,0-106-15,0-35-16,0-1 15,0 1 1,0-1 47</inkml:trace>
  <inkml:trace contextRef="#ctx0" brushRef="#br0" timeOffset="43790.91">1323 7885 0,'0'88'31,"0"-71"-15,18 89 0,-18-88-1,0 0-15,0 87 16,0-87-1,0 53 1,0-19 15,0-16 1,17-1-1,18-17-16,36-18 1,282 17 15,-124 1-15,124 0 0,-300-18-1,335 0 1,-124 0 15,-158 0-15,-18 0-1,-35 0 1,-17 0 0,-1 0-1,0 0 1,-17 0-1,0 0 1,-1 0 15,-17-71 47,18-35-62,17 0 0,0 18-1,-17 53 1,-18 17-16</inkml:trace>
  <inkml:trace contextRef="#ctx0" brushRef="#br0" timeOffset="45051.71">8714 7920 0,'0'35'16,"0"89"-1,17-1 17,-17-52-17,0-36 1,0 18-1,0-36 1,0 19 0,0-19-1,0 1 17,0 0-17,71-1 1,88 1-1,-107 0 1,442 17 0,-247 0-1,-17-35 1,-177 0-16,141 0 16,-71 0-1,159 0 1,-70 0-1,-177 0-15,36 0 16,-1 0 15,-52 0-15,35 0 0,-18 0 15,-17 0-16,-1 0 1,36 0 31,-17 0-31,-1 0-1,35-53 1,-34 18 15,-19 17-15,-17-70-1,0 53 1,-35-53 0,35 70-16</inkml:trace>
  <inkml:trace contextRef="#ctx0" brushRef="#br0" timeOffset="46695.49">19050 8061 0,'0'18'16,"0"87"15,-35 1 0,35 18 16,0-71-31,0-18-16,0-17 31,0-1 31,0 19-30,35 16-17,0-16 1,-17-1 0,0 0-1,-1-35 1,-17 18 15,35 0-15,-17-1-1,194 18 17,-177-35-32,106 18 15,36 0 1,122-18 15,-157 0-15,-107 0-16,159 35 15,123-35 1,-228 18-16,157-18 16,90 17-1,-19-17 1,142 0 15,-318 0-15,-53 0 15,-53 0-15,-17-17 15,-18-54 109,0-17-124,0 35 0,0 18-1,0-1 1,0 19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5-20T11:17:07.3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4427 7938 0,'124'17'32,"-36"-17"-17,-17 0 1,52 0-1,1 0 17,-107 0-17</inkml:trace>
  <inkml:trace contextRef="#ctx0" brushRef="#br0" timeOffset="329.77">4604 7761 0,'53'0'16,"158"0"15,-105 0-15,-88 0-16,35 0 15,-18 0 1</inkml:trace>
  <inkml:trace contextRef="#ctx0" brushRef="#br0" timeOffset="5991.92">5715 7108 0,'18'0'47,"87"0"-31,-87 0-1,141 0 1,-141 0-16,34 0 15,1 0 1,-35 0 0,0 0-1,-1 0 17,1 0-17,0 0 1</inkml:trace>
  <inkml:trace contextRef="#ctx0" brushRef="#br0" timeOffset="7220.89">5750 7144 0,'0'17'31,"88"107"1,18-18-17,-17 0 1,-54-36-1,18-35 1,-36 1 0,1-1 46,-18-17-46,-35 17 46,-53 0-46,-89 53 15,36 18-15,88-71-16,-17 18 15,-36-17 1,88-19 0,0-17 77,18 18-46,0 0-15,-17-18-17,17 17 1,-18-17-1,36 0 64,70 18-64,35-18 1,1 0-1,-18 0 1,17 0 0,-35 0-1,-17 0 17</inkml:trace>
  <inkml:trace contextRef="#ctx0" brushRef="#br0" timeOffset="7880.48">5415 8590 0,'0'18'31,"0"-1"-15,0 72 0,-70 263 15,70-281-16,0-18 1,-18-35 15,0-18-15,1 0 0,-1 17-1,-17-17 1,17 0-1,0 0 1,-17 0 0,35-17-1</inkml:trace>
  <inkml:trace contextRef="#ctx0" brushRef="#br0" timeOffset="8263.94">5398 8414 0,'0'0'0</inkml:trace>
  <inkml:trace contextRef="#ctx0" brushRef="#br0" timeOffset="8750.79">5574 8731 0,'106'0'32,"0"0"-1,-71 0-15,0 0-1</inkml:trace>
  <inkml:trace contextRef="#ctx0" brushRef="#br0" timeOffset="9032.09">5539 8467 0,'35'0'47,"18"0"-16,-18 0-15,-17 0-1,-1 0-15,1 0 16,0 0-16</inkml:trace>
  <inkml:trace contextRef="#ctx0" brushRef="#br0" timeOffset="9676.59">5980 8643 0,'0'0'16,"35"-53"-1,-17 53-15,17-35 16,18-18 0,-18 18-1,0-1 1,-35 19 0,18-1-1,0 0 16,-1 71 48,-17 71-64,0-18 1,0-53-1,0-36 17</inkml:trace>
  <inkml:trace contextRef="#ctx0" brushRef="#br0" timeOffset="11109.35">5909 6756 0,'18'0'109,"17"35"-93,-17-35-16,-18 18 15,35 35 1,0-1 15,-17-34-15,-1-18-1,19 18 17,-19-18-17,19 0 1,17 0 15,-18-36-15,0 1-1,0-35 17,-17 17-1,-18 35-15,0 0-1,-18 18 1,-17 0-1,-35 0 17,52 0-17,-35 18 1,0 35 15,53-35-15,-35 17-1,0 18 17,-1-18-1,1-17-15,35-1-16,-18-17 15,-35 18 1,36-18 15,-1 0 16,0 0-16,1 0 0,17-53-15,17-35 15,-17 70-15</inkml:trace>
  <inkml:trace contextRef="#ctx0" brushRef="#br0" timeOffset="12515.55">6791 7285 0,'18'0'16,"-1"-18"-1,19-17 17,-19 17-17,18-17 16,1 0-15,-1-18 15,-17 35-15,-1 18 0,-17-17-1,18-1 1,-18 0-1,0 54 126,0 69-125,0-34-1,0-36 1,0-17 0,0 17-1,0 0 1,0 1-1,-35 70 17,35-71-1,0-18-15</inkml:trace>
  <inkml:trace contextRef="#ctx0" brushRef="#br0" timeOffset="13001.11">6421 7708 0,'105'0'31,"-210"0"-31,281 18 16,89-18 15,-124 0-16,35 0 17,-88 0-17,-17 0 1,-54 0 0,19 0-1,-19 0 32</inkml:trace>
  <inkml:trace contextRef="#ctx0" brushRef="#br0" timeOffset="13703.26">6844 8308 0,'0'53'78,"0"0"-63,-35-18 1,17-17 0,18 17-1,-18-17 1,-35 52 15,36-35-15,-54 18 15,36-53-15,17 0-1,1 0 1,-19 0 0,19-35-1,-1 17 1,18 1-16</inkml:trace>
  <inkml:trace contextRef="#ctx0" brushRef="#br0" timeOffset="14051.45">6826 8026 0</inkml:trace>
  <inkml:trace contextRef="#ctx0" brushRef="#br0" timeOffset="15580.17">7056 7849 0,'35'0'78,"-18"0"-62,1 0 62,0 0 31,-18 36-93,0-19 31,0 1 0,0 0-32,0 17 17,-18 0-17,0-17 17,18-1-1,-17 1 31,17 0-30,-18-18-1,36 0 31,-1 0-46,36 0 0,-35 0-1,0 0-15,35 0 31,-36 0 1,1 0-17,0 0 17,-1 0-17</inkml:trace>
  <inkml:trace contextRef="#ctx0" brushRef="#br0" timeOffset="19235.52">7796 7867 0,'89'0'16,"-1"0"-1,71 0 17,-142 0-17,107 0 1,-107 0 0,54 0-1,-54 0 1,1 0-1</inkml:trace>
  <inkml:trace contextRef="#ctx0" brushRef="#br0" timeOffset="19659.57">8043 7655 0,'0'106'47,"0"88"-16,0-141-15,0 0 0,0-35 15</inkml:trace>
  <inkml:trace contextRef="#ctx0" brushRef="#br0" timeOffset="24364.24">8890 7179 0,'0'0'0,"194"0"15,-176 0 1,158 0 0,-35 0 15,-123 0-15,52 0-1,-17 0 16,-35 0 1</inkml:trace>
  <inkml:trace contextRef="#ctx0" brushRef="#br0" timeOffset="25612.39">8819 7232 0,'71'35'16,"-36"-17"0,53 88-1,-52-89 1,105 124 0,-123-123-1,140 123 1,-140-106-1,105 54 1,-105-72 15,0-17 1,-36 36 14,-70 17-30,-71 17 15,89-52-15,-1-1 0,0 1-1,1 0 1,-18 17-1,35-17 1,17-1 0,1 1 77,35-1-77,-17 1 0,-36 0 15,35-1 47,36 1 16,52-18-79,-35 0-15,54 18 16,122-1 0,-52-17-1,17 0 1,-52 0 0,-1 0-1,-105 0-15,35 18 31</inkml:trace>
  <inkml:trace contextRef="#ctx0" brushRef="#br0" timeOffset="26186.73">8961 8608 0,'0'17'16,"0"1"-1,-18 70 1,0-70 0,1 35-1,-1 17 1,-17-17 15,17-35-15,-17-18-1,17 0 1,-35 0 0,0-35-1,53 17-15</inkml:trace>
  <inkml:trace contextRef="#ctx0" brushRef="#br0" timeOffset="26540.37">9031 8449 0</inkml:trace>
  <inkml:trace contextRef="#ctx0" brushRef="#br0" timeOffset="26922.5">9190 8784 0,'0'0'0,"141"-17"31,35-1 1,-140 0-17,-1 18 1,-35-17 15</inkml:trace>
  <inkml:trace contextRef="#ctx0" brushRef="#br0" timeOffset="27203.88">9208 8555 0,'52'0'15,"-16"0"1,-19 0-16,72 0 16,-72 0 15</inkml:trace>
  <inkml:trace contextRef="#ctx0" brushRef="#br0" timeOffset="27888.2">9737 8537 0,'0'0'0,"17"-17"32,1-1-1,0 0 0,-1 1 32,1 17 15,0 0-47,-18 88 16,0-53-31,0 0-16,0 71 15,0-70 1,-18-54 46</inkml:trace>
  <inkml:trace contextRef="#ctx0" brushRef="#br0" timeOffset="29000.88">9278 6685 0,'53'0'62,"106"194"-30,-142-159-32,36 54 15,-53-54-15,53 53 32,-53-70-1,35-18 16,1-53-32,-19 35-15,1-35 16,-18 0 0,0 0-1,0 18 1,-18-35 15,-17 70-15,-35-18 15,34 18-15,19 0-1,-19 0 1,19 0-1,-19 53 17,-16-35-17,-1 34 1,0-16 0,17-1-1,19-17 1,-1-18 15,18-18-15,-17 0-1,17-35 1,0 18 0,0-18-1,35 0 1,-18 36 46</inkml:trace>
  <inkml:trace contextRef="#ctx0" brushRef="#br0" timeOffset="30228.62">10478 7179 0,'123'-53'16,"-17"0"0,-71 53-1,124-88 1,-89 17 15,-70 54-15,0 70 77,-17 105-77,17-140 0,-18 70-1,18-52 17,0-1-1,0-17-16,-53 70 1</inkml:trace>
  <inkml:trace contextRef="#ctx0" brushRef="#br0" timeOffset="30595.2">10601 7514 0,'159'0'32,"-318"0"-32,618 0 31,-406 0-31,317 0 31,-194 0-15,-140 0-16,17 0 15,-36 0-15</inkml:trace>
  <inkml:trace contextRef="#ctx0" brushRef="#br0" timeOffset="31296.08">10954 8096 0,'0'18'31,"0"105"0,0-52-15,0-18-1,0 0 1,-18 0 0,0-36-1,18 1 1,-35 0 0,18-18 15,-36 0-16,35 0-15,-17 0 16,-18 0 0,35-18-16,-17 0 31,17 1-15,18-1-16</inkml:trace>
  <inkml:trace contextRef="#ctx0" brushRef="#br0" timeOffset="31711.02">10971 7761 0</inkml:trace>
  <inkml:trace contextRef="#ctx0" brushRef="#br0" timeOffset="33498.01">11307 7673 0,'17'0'31,"1"0"0,-1 0-15,1 0 0,0 0 15,17 0-15,-17 0 46,-18 35-15,-18 36-31,-17-36-1,17 0 1,0-35-16,18 18 15,-17-18 1,17 18 15,53-18 63,0 0-78,-36 0-1,19 0 17,-19 0-1,-17 35 47,0 0-62,0-17-16,0-1 15,-17 1 1,-36 17 15,17-35-15,19 0-1,-54 18 1,18 17 0,18-35-1,17 0 1,-17 0-1,17 0 1,1 0 0</inkml:trace>
  <inkml:trace contextRef="#ctx0" brushRef="#br0" timeOffset="33990.74">12400 7602 0,'53'0'15,"35"0"1,142-17 0,-195 17-1,106-18 1,-106 18-1</inkml:trace>
  <inkml:trace contextRef="#ctx0" brushRef="#br0" timeOffset="34473.14">12788 7444 0,'0'88'62,"0"0"-46,0 106 15,0-176-15,0 70 0,0-53 15</inkml:trace>
  <inkml:trace contextRef="#ctx0" brushRef="#br0" timeOffset="36173.05">13688 8220 0</inkml:trace>
  <inkml:trace contextRef="#ctx0" brushRef="#br0" timeOffset="36445.22">14393 8237 0</inkml:trace>
  <inkml:trace contextRef="#ctx0" brushRef="#br0" timeOffset="36683.21">14940 8220 0</inkml:trace>
  <inkml:trace contextRef="#ctx0" brushRef="#br0" timeOffset="38195.4">15628 7708 0,'0'0'0,"159"-35"16,158-36 15,-123 54 1,-123 17-1</inkml:trace>
  <inkml:trace contextRef="#ctx0" brushRef="#br0" timeOffset="38561.44">16087 7479 0,'0'35'31,"0"124"0,0-53-15,0-36 15,0-52 0</inkml:trace>
  <inkml:trace contextRef="#ctx0" brushRef="#br0" timeOffset="39124.42">16792 6967 0,'0'0'0,"141"0"31,-88 0-15,18 0-1,-54 0-15,19 0 16,52 0 0,18 0-1,17 0 16</inkml:trace>
  <inkml:trace contextRef="#ctx0" brushRef="#br0" timeOffset="40171.61">16845 7038 0,'0'18'31,"18"-1"-15,-1 1-16,177 229 31,-123-141-15,-53-89-1,-1 1 1,1-18-1,-18 18 1,18-1 0,-18 18-1,0-17-15,0 0 32,0-1-17,0 1 16,-36 0-15,-34 17 0,-36 35 15,71-34-15,-36-1-1,-70 53 16,70-35-15,54-18-16,-36-17 16,-18 53 15,36-36-15,-18 0-1,18-17 1,35-1 15,53-17 0,158 18 1,-193-18-32,229 0 31,-88-18-16,-36 18 1,-35-17 0,-35-1-1,-35 18 17</inkml:trace>
  <inkml:trace contextRef="#ctx0" brushRef="#br0" timeOffset="40907.92">16651 8608 0,'0'0'0,"18"0"16,17 0 0,-17 0-1,-18 53 1,0 0 15,0-18-15,-36-17 15,1-18 0,-18 0-15,36 0-1,-72 0 1,72-18 0,17 0 31</inkml:trace>
  <inkml:trace contextRef="#ctx0" brushRef="#br0" timeOffset="41189.94">16757 8290 0</inkml:trace>
  <inkml:trace contextRef="#ctx0" brushRef="#br0" timeOffset="41607.68">17004 8590 0,'0'0'0,"18"0"15,105 0 1,-70 0 15,-35 0-15</inkml:trace>
  <inkml:trace contextRef="#ctx0" brushRef="#br0" timeOffset="41875.6">16969 8484 0,'53'0'31,"123"0"0,-141 0-15,-17 0 0</inkml:trace>
  <inkml:trace contextRef="#ctx0" brushRef="#br0" timeOffset="42361.07">17304 8484 0,'17'0'15,"1"-17"1,17-1-1,1 0 1,-1-17 0,-35 0-1,0 17 1,0 1 15,0 69 32,0 143-32,0-160-31,0 0 16,0-17-1,0-1-15</inkml:trace>
  <inkml:trace contextRef="#ctx0" brushRef="#br0" timeOffset="43751.71">16986 6491 0,'53'0'32,"35"0"-1,-70 0-15,0 0 15,17 35-16,-17 54 1,17-36 0,0-18-1,-17-18 1,-18 19 0,17-36-1,36 0 32,0-36-31,-35 19-1,0-1 1,-18 1 0,0-1-1,0 0 1,17 1-1,-17-36 1,0 35 0,0-17-1,-17 17 1,-1 18 0,-17 0-1,-1 0 1,19 0-1,-19 0 1,1 18 0,-53 35-1,17 0 1,36-36 0,17 1-1,1-18 79,-1 0-63,1-18 16,-1-17-31,0 17 15</inkml:trace>
  <inkml:trace contextRef="#ctx0" brushRef="#br0" timeOffset="45045.84">18292 7091 0,'17'-53'32,"1"18"-17,-1-1 1,1 19-1,0-19 1,17 1 0,-17 0-16,17-36 31,-35 36-15,0 53 62,0 70-63,0 0 1,0 0 0,0-17-1,0-1 1,0-17-1,0-17 1,0-19 0,0 1-1</inkml:trace>
  <inkml:trace contextRef="#ctx0" brushRef="#br0" timeOffset="45531.88">17798 7514 0,'53'0'16,"141"-17"15,-71 17-15,1-18 0,-19 18-1,-87 0-15,105 0 16,-17 0-1,0 0 1,-71 0 0,-17 0-1</inkml:trace>
  <inkml:trace contextRef="#ctx0" brushRef="#br0" timeOffset="46282.82">17974 7990 0,'18'0'16,"-1"0"-1,-17 18-15,0 106 32,0-89-17,0 0 1,0 18-1,0 0 1,0 0 0,0-36-1,-17 19 1,17-19 0,-18 1 15,0-18-16,-17 0 17,0 0-17,17-71 1,-17 54-16</inkml:trace>
  <inkml:trace contextRef="#ctx0" brushRef="#br0" timeOffset="46666.63">17992 7743 0</inkml:trace>
  <inkml:trace contextRef="#ctx0" brushRef="#br0" timeOffset="47687.95">18256 7796 0,'36'-17'63,"-1"-1"-48,0-17 1,-17 17-1,-18-17 1,17 17 0,-17 1 15,18-1-15,-18 53 62,0 53-63,-18-35 1,18 0 0,0 0-1</inkml:trace>
  <inkml:trace contextRef="#ctx0" brushRef="#br0" timeOffset="48756.21">18574 7620 0,'-18'0'63,"-17"35"-48,35-17-15,-18 35 32,1-18-17,17 0 1,0-17 0,0 17 15,0-17-16,70 0 17,-52-18-17,-1-18 79,1 0-78,-18 1-16,18 17 31,-18-18-15,0-17 15,0 17-16,0 0 1,0-17 0,0 18 15,0-1 0,-18-17 0,0 35 32,1 0-16,-1-18-32,0 18 1,1 0 0</inkml:trace>
  <inkml:trace contextRef="#ctx0" brushRef="#br0" timeOffset="49641.42">18715 7638 0,'0'0'0,"18"0"46,-1 0-30,1 0 0,-1 0 15,-17 17 78,-35 36-93,18-35 0,-1-1 15,18 19-16,0-19 1,-18-17 0,18 18-1,-17-18 1,17 18 0,0-1 15,17-17 31,1 0-46,35 0 15,-36 0-15,19 0-1,-19 0 1</inkml:trace>
  <inkml:trace contextRef="#ctx0" brushRef="#br0" timeOffset="59062.98">3951 8378 0,'0'0'0,"0"71"16,-18-36-1,1 18 1,-36 141 0,18-35-1,17 0 1,0-53 0,1-36-1,17-52-15,-18 35 16,18-36-1,0 1 1,0 0 31,-18 17-31,1-35 62,-1 0-63,-52 18 1,-36-18 0,-88 17-1,0-17 1,35 0-1,-176 0 1,282 0 0,-317 0-1,334 0-15,-17 0 16,-194 0 0,212 0-16,0 0 15,-212 18 1,212-18-16,-1 0 15,-175 35 1,158-35 0,-71 0-1,107 0 1,-72 0 0,72 0-16,-107 0 31,89 0-16,17 0 1,1 0 0,-54 0-1,54 0 1,-1 0 0,-35 0 15,35 0 63,1 0-79,-54 0 1,54 0-1,-19 0 1,19-70 187,17-19-187,17-16 15,-17 69-15,0 19-1,0-1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5-20T11:20:32.4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13247 9825 0,'0'0'0,"211"0"16,107 0-1,70-18 1,-88 1 0,-106-1-1,-141 0 1,-36 18 15,1 0-31</inkml:trace>
  <inkml:trace contextRef="#ctx0" brushRef="#br0" timeOffset="1211.8">13194 9895 0,'18'18'16,"52"17"-1,71 18 16,-70-17-15,35 69 0,-53-69-1,-1-1 1,-16 0 0,-19-17-1,1-18 1,0 0-16,-1 17 15,1 1 1,0 0 0,-18 17-1,-53 0 1,53-17 0,-18-18-16,-35 53 15,35-53-15,-52 35 16,-18 0-1,70-17-15,0 0 16,-229 140 0,71-69-1,141-54 1,-195 88 0,160-87-1,70-19-15,-18-17 16,1 0-1,52 36 48,124-36-32,-36 35-15,-70-35-1,194 0 1,-194 0 0,212 0-1,-213 0 1,107 0 0,-124 0 15</inkml:trace>
  <inkml:trace contextRef="#ctx0" brushRef="#br0" timeOffset="1743.66">12947 11483 0,'-18'35'16,"1"18"0,-19 106-1,36-124 1,0 36 0,18-54 15,17-17 0</inkml:trace>
  <inkml:trace contextRef="#ctx0" brushRef="#br0" timeOffset="2075.8">13018 11430 0</inkml:trace>
  <inkml:trace contextRef="#ctx0" brushRef="#br0" timeOffset="2563.25">13212 11677 0,'88'0'31,"70"0"1,-87 0-1</inkml:trace>
  <inkml:trace contextRef="#ctx0" brushRef="#br0" timeOffset="2892.02">13335 11571 0,'35'0'31,"36"0"0,-54 0-31,1 0 16,17 0-1,-17 0 1,0 0-16</inkml:trace>
  <inkml:trace contextRef="#ctx0" brushRef="#br0" timeOffset="3753.85">13688 11412 0,'17'0'16,"19"0"-1,-19 0 1,19 0 0,-19 0 15,-17 36-16,0-19 1,0 19 0,0-19-16,0 71 31,-35-70-15,35 0-16,-35 17 15,-1 0 1,19 1-1,-1-1 1,18-18 0,0 1-1,53-18 17,-18 0-17,18 0 1,0 0-1,-35 0 1</inkml:trace>
  <inkml:trace contextRef="#ctx0" brushRef="#br0" timeOffset="4833.89">13670 9384 0,'106'-71'31,"-53"36"-15,-18 0 15,-35 105 94,0 89-109,0-141-16,0 17 15,0 106 1,0-123 15,0-1-15</inkml:trace>
  <inkml:trace contextRef="#ctx0" brushRef="#br0" timeOffset="5718.06">14199 9225 0,'-17'18'32,"-1"17"-1,18 36-15,0-54-1,0 36 1,0-35-16,18 35 31,-1-18-15,-17-17-1,18-18 48,0 0-32,17 0-15,18-18-1,-18-17 1,-17-1 0,-1 1-1,-17 0 1,0 17-1,0 1 1,0-1 0,0-17-1,0 17 1,-17 0 0,-1 1-16,0-1 31,-17 18 0,0 0-15,17 0-1,-17 0 1,17 0 0,1 0 15</inkml:trace>
  <inkml:trace contextRef="#ctx0" brushRef="#br0" timeOffset="6672.15">15011 10037 0,'88'0'16,"-35"0"-1,-36 0 1,1 0-1,17 35 32,-35 18-31,0 0 0,0 0-1,-53 35 1,-52 0-1,34-17 1,1 17 0,34-53-1,36-17 1,0-1 0,0 19-1,36-19 1,-1 1-1,35 17 1,1-17 0,-53-18-16,34 17 15,-16-17 1,-19 0 0</inkml:trace>
  <inkml:trace contextRef="#ctx0" brushRef="#br0" timeOffset="7140.41">15540 10425 0,'-18'35'31,"1"106"1,17-88-17,0 0 1,35-18 0,-17 0-1,-1-35-15,1 0 78</inkml:trace>
  <inkml:trace contextRef="#ctx0" brushRef="#br0" timeOffset="7448.96">15646 10178 0,'0'0'0</inkml:trace>
  <inkml:trace contextRef="#ctx0" brushRef="#br0" timeOffset="8109.53">16051 10442 0,'0'0'0,"53"0"16,194 0 15,-176 0 0</inkml:trace>
  <inkml:trace contextRef="#ctx0" brushRef="#br0" timeOffset="8486.57">16175 10195 0,'53'0'15,"-106"0"-15,247 0 32,-141 0-1</inkml:trace>
  <inkml:trace contextRef="#ctx0" brushRef="#br0" timeOffset="9949.24">17127 9790 0,'-17'70'47,"-19"1"-31,19-54-16,-36 89 16,0-35-1,18-18 16,70-36 1,18-17-17,-35 0-15,-1 0 16,89 0 0,-88 0-1,-1 0 1,19 0-1,-19 0 17,1 18 15,-36 141-32,18-124-15,0 53 16,0-70-1,-17 17-15,-1 18 16,18-18 0,0-17 15</inkml:trace>
  <inkml:trace contextRef="#ctx0" brushRef="#br0" timeOffset="10313.29">17392 10160 0,'53'0'15,"-35"0"-15,105 0 32,-70 0-1</inkml:trace>
  <inkml:trace contextRef="#ctx0" brushRef="#br0" timeOffset="10660.44">17445 9931 0,'18'88'32,"-18"88"-1,0-123-16,0 0 1,0-35 0</inkml:trace>
  <inkml:trace contextRef="#ctx0" brushRef="#br0" timeOffset="13999.37">18150 9860 0,'0'-17'31,"-35"34"-16,18 1 1,-54 105 0,53-52-1,1-36 1,-36 89 0,35-54-1,0 1 1,18-54-1,0 1-15,-17 53 16,17-19 0,0-16-1,0-19 1,53 19 0,0-1-1,-36-35 1,19 0-1,52-35 1,-71 17 0,-17 0-16,71-35 15,-71 36 1,18-71 0,-18 70-1,0-35 1,-53 0 15,35 35-15,-88 1 15,18-1-15,53 18-16,-36 0 31,36 0-16,17 0 1</inkml:trace>
  <inkml:trace contextRef="#ctx0" brushRef="#br0" timeOffset="14454.15">18662 10301 0,'106'0'15,"-212"0"-15,371 0 32,-248 0-32,1 0 31</inkml:trace>
  <inkml:trace contextRef="#ctx0" brushRef="#br0" timeOffset="14782.9">18715 10089 0,'-18'106'32,"18"53"-1,0-141-16,18-1 1,-18 1 0,18 0-1,-1-18 1</inkml:trace>
  <inkml:trace contextRef="#ctx0" brushRef="#br0" timeOffset="15111.22">19279 10672 0</inkml:trace>
  <inkml:trace contextRef="#ctx0" brushRef="#br0" timeOffset="15427.25">19544 10672 0</inkml:trace>
  <inkml:trace contextRef="#ctx0" brushRef="#br0" timeOffset="15674.73">19861 10672 0</inkml:trace>
  <inkml:trace contextRef="#ctx0" brushRef="#br0" timeOffset="18117.58">20179 10283 0,'123'0'15,"-70"0"1,-35-17-16,35-1 16,-18 18-1,-17 0 1</inkml:trace>
  <inkml:trace contextRef="#ctx0" brushRef="#br0" timeOffset="18590.88">20338 10160 0,'0'0'32,"0"18"-32,0 158 15,0-88 17</inkml:trace>
  <inkml:trace contextRef="#ctx0" brushRef="#br0" timeOffset="19299.41">20726 9931 0,'35'0'31,"-70"0"-31,88 0 31,-36 0-15,1 0-1,-18 35 1,-18 36 0,18-36-16,-53 35 15,-17-17 1,70-35-16,-106 52 31,88-17-15,1-35-1,17 0 1,0-1 0,0 1 15,53 0 0,35-18-15,18 0-1,-18 0 1,-71 0 0,1 0-1,0 0 1</inkml:trace>
  <inkml:trace contextRef="#ctx0" brushRef="#br0" timeOffset="20207.24">21308 9984 0,'-35'0'63,"-18"105"-48,17-16 17,36-36-17,0-18 1,0 0-1,0 0 1,0-17 0,36 0-1,-1-18 1,0 17 0,-17-17-1,17 0 1,0 0-1,1-17 1,-1-19 0,-17 1-1,34 0 1,-52 17-16,18-52 31,-18 34-15,0 19-16,0-19 31,0 19-15,-18-18 15,1 17-15,-1 18-16,-17-18 31,0 18-16,-1 0 1,19 0 0,-1-17-1,0 17 1,1 0 15,-54 0-15,54 0-16</inkml:trace>
  <inkml:trace contextRef="#ctx0" brushRef="#br0" timeOffset="21813.87">15258 11642 0,'0'0'0,"141"194"31,-71-88-15,-34-71 0,-19 0-1,1-35 1</inkml:trace>
  <inkml:trace contextRef="#ctx0" brushRef="#br0" timeOffset="22163.66">15363 11553 0,'53'53'31,"-106"-106"-31,248 300 31,-107-123 0,-35-54-15</inkml:trace>
  <inkml:trace contextRef="#ctx0" brushRef="#br0" timeOffset="22814.1">16387 12118 0,'0'0'16,"141"-18"0,229 1 15,0-19 0,-334 36-31,87-17 16,-17-1-1,-88 18-15,17 0 16</inkml:trace>
  <inkml:trace contextRef="#ctx0" brushRef="#br0" timeOffset="24204.59">15787 12488 0,'0'0'0,"70"0"31,-34 0-15,-19 0-16,-17 18 63,0 17-48,0 1 1,-17-1-1,-1 0 1,-53 18 0,19-18-1,-1 1 1,17-1 0,-34 18-1,17-18 1,35-17-1,18 17 64,0-17-64,36-1 1,52-17-1,0 0 1,0 0 0,-35 0-1,18 0 1,-1-17 0,-52 17-1,17-18-15</inkml:trace>
  <inkml:trace contextRef="#ctx0" brushRef="#br0" timeOffset="25835.96">16387 12047 0,'17'0'47,"36"53"-32,-53-17-15,35-36 16,36 70 0,-71-52-1,35-1-15,0 19 16,1-1-1,123 88 17,-89-70-17,195 53 1,-142-106 15,-105 0 0,-1 18 48,-70 17 92,-70 36-139,-18-1-17,35 18 1,71-70-16,-195 106 31,107-36-15,88-71-16,-18 19 0,-141 87 31,159-105-15,87-1 124,125-17-124,176 0 15,-177-17-15,-35 17-1,35 0 1,1 0 0,17 0-1,-35 0 1,-54 0 0,-87 0-16</inkml:trace>
  <inkml:trace contextRef="#ctx0" brushRef="#br0" timeOffset="26639.64">16387 13688 0,'0'17'47,"0"1"-32,0 0 16,0-1-15,0 1 0,0 17-1,17-17 1,1 0 0,-1-18-1,1 0 1,0 0-16,35 0 31,-36 0-15</inkml:trace>
  <inkml:trace contextRef="#ctx0" brushRef="#br0" timeOffset="26988.05">16475 13564 0</inkml:trace>
  <inkml:trace contextRef="#ctx0" brushRef="#br0" timeOffset="27411.41">16863 13776 0,'0'0'0,"35"-18"16,71 18 15,-53-17-16,-36-1 1</inkml:trace>
  <inkml:trace contextRef="#ctx0" brushRef="#br0" timeOffset="27676.21">16986 13635 0,'18'0'15,"35"0"1,17 0 0,1 0-1,-36 0 1,-17 0-16,17-18 16</inkml:trace>
  <inkml:trace contextRef="#ctx0" brushRef="#br0" timeOffset="28193.28">17357 13529 0,'53'0'15,"-36"0"1,1-18 0,0 18-1,-18 53 16,-18 53-15,-70 71 15,52-125-15,19-34 0,87-18 46,19 0-46,-19 0-1,-35-18 1,1-17 0</inkml:trace>
  <inkml:trace contextRef="#ctx0" brushRef="#br0" timeOffset="29256.6">16757 11748 0,'53'-36'31,"0"-17"-16,-36 36 1,36-36 0,-17 35-1,-36-17 1,17 35 0,19-35-1,-36 70 48,0 71-48,0-89-15,0 1 16,-18 141 0,18-142-1,0 19 1</inkml:trace>
  <inkml:trace contextRef="#ctx0" brushRef="#br0" timeOffset="30140.6">17304 11606 0,'-18'53'31,"-35"36"-15,53-72-16,0 36 31,0-35-15,18 35 15,17-36-15,-17-17-1,35 0 1,53 0 15,-71 0-15,35-53 15,-70 36-15,0-19-1,0 19 1,0-18 15,-17-1-15,-36 19 15,35-1-15,18 0-16,-17 1 15,-1-1 1,18 0 15,-18 18 16,1-17-31,-1 17 15</inkml:trace>
  <inkml:trace contextRef="#ctx0" brushRef="#br0" timeOffset="30752.33">18098 12365 0,'-36'53'47,"19"17"-32,17 36 16,0-35-15,0-36-16,0 53 16,0 0-1,17-70 1,1-18 0,0 0-16,34 0 15,1-18 1,-17-17-1,-19 0 1,-17 17-16</inkml:trace>
  <inkml:trace contextRef="#ctx0" brushRef="#br0" timeOffset="31129.22">18150 12047 0,'0'0'0</inkml:trace>
  <inkml:trace contextRef="#ctx0" brushRef="#br0" timeOffset="31678.62">18838 12682 0,'0'0'0,"89"-17"15,-72 17-15,18-18 32,-17 18-17,17-18 1</inkml:trace>
  <inkml:trace contextRef="#ctx0" brushRef="#br0" timeOffset="32124.17">18785 12418 0,'36'0'15,"105"0"17,-18-35-1,-105 35-16,0 0 1,-1 0-16</inkml:trace>
  <inkml:trace contextRef="#ctx0" brushRef="#br0" timeOffset="33463.43">19456 11906 0,'0'0'0,"35"0"16,-17 0 0,35 0-1,-36 0 1,1 0-1,-1 0 17,36 18-17,-35 70 1,-18-35 0,0-35-16,0 35 15,0 35 1,0-18-1,-35 36 1,-1 35 0,-16-17-1,-1-54 1,17-34 0,19-1-1,-1 0 1,-17 71 15,17-71-15,1-17-1,17 0 17,17-18-1,36 0-16,-35 0-15,52 0 32,-34 0-17,-19 0-15,1 0 16,-1 0 15</inkml:trace>
  <inkml:trace contextRef="#ctx0" brushRef="#br0" timeOffset="34301.11">20655 11695 0,'-17'0'16,"-1"0"-1,-35 88 1,0 0 0,35-70-16,-17 52 15,-18 18 1,18-17-1,-36 105 1,71-87 0,-35-37-1,35-16 1,-35 87 0,35-35-1,0 18 1,0-88-1,0 35 1,-18-36 0,18 19-1,0-19 1,88 195 0,-35-124-1,-35-35 1,-18-35-1,18-1 1</inkml:trace>
  <inkml:trace contextRef="#ctx0" brushRef="#br0" timeOffset="36759.6">20955 12206 0,'53'0'31,"-35"0"0,-1 18 1,-17 70-17,-53 18 1,18-53 0,-18-18-1,35 0 1,18-17-16,-17 17 15,-1 0 17,36-17-1,-1-18-15,1 18-16,53 17 15,-18-35 1,-1 0-1,54 0 17</inkml:trace>
  <inkml:trace contextRef="#ctx0" brushRef="#br0" timeOffset="37091.68">21502 12312 0,'141'0'16,"-106"0"0,106 0-1,-123 0 17</inkml:trace>
  <inkml:trace contextRef="#ctx0" brushRef="#br0" timeOffset="37409.53">21661 12100 0,'0'36'31,"0"-19"-31,0 107 31,0 34 1,0-87-17,0-53-15,0 17 16</inkml:trace>
  <inkml:trace contextRef="#ctx0" brushRef="#br0" timeOffset="38237.25">21890 12153 0,'70'0'31,"-140"0"-31,370 0 31,-212 0-15,35 0 0,-87 0-1,-19 0 1,-34 88 0,-19-17-1,1-36 1,0 1-1,17-19 1,-17 18 0,17-17-1,36-18 63,17 0-62,-17 0 0,70 0-1,-17 0 1,-54 18 0,-17 70-1,0 18 1,0-18-1,-17-18 1,17-52 0,-53 0-1,35-18 1,-88 0 15,53 0-15,-53 0-1,71 0 1</inkml:trace>
  <inkml:trace contextRef="#ctx0" brushRef="#br0" timeOffset="38597.71">22648 12524 0,'0'0'0,"124"-18"15,-54 18 1,-17 0 0</inkml:trace>
  <inkml:trace contextRef="#ctx0" brushRef="#br0" timeOffset="38957.08">22772 12330 0,'0'0'0,"17"158"15,1-140-15,-18 0 16,0 123 0,0-124-1,0 89 1,0-88-16,0 17 16,0-17-1</inkml:trace>
  <inkml:trace contextRef="#ctx0" brushRef="#br0" timeOffset="39765.43">23248 12153 0,'-18'71'32,"18"-54"-17,-17 19-15,-18 70 16,35-71 0,0 0-1,0 0 16,0-17-15,0 0 0,35-18 15,-18 0-15,19 0-1,-19-18 1,19 18-1,-19 0 110,-17 18-109,0 123 15,-17-106-15,-1 71 15,18-89-15</inkml:trace>
  <inkml:trace contextRef="#ctx0" brushRef="#br0" timeOffset="40127.18">23477 12435 0,'106'0'31,"71"0"1,-124 0-17,-1 0 16</inkml:trace>
  <inkml:trace contextRef="#ctx0" brushRef="#br0" timeOffset="40467.51">23654 12259 0,'0'18'32,"0"158"-1,0-105-15,0-18-1,0-36-15,0 18 16,0-17-16</inkml:trace>
  <inkml:trace contextRef="#ctx0" brushRef="#br0" timeOffset="40882.75">24112 12647 0</inkml:trace>
  <inkml:trace contextRef="#ctx0" brushRef="#br0" timeOffset="41290.85">24448 12700 0</inkml:trace>
  <inkml:trace contextRef="#ctx0" brushRef="#br0" timeOffset="41548.65">24677 12700 0,'0'0'0,"17"0"16,-17-18 15,-70-17-15</inkml:trace>
  <inkml:trace contextRef="#ctx0" brushRef="#br0" timeOffset="42897.88">24906 12330 0,'106'-18'15,"-18"0"1,-70 18 15</inkml:trace>
  <inkml:trace contextRef="#ctx0" brushRef="#br0" timeOffset="43313.75">24994 12153 0,'0'71'31,"0"-18"0,0-36-15,18 19 15,-18-19-15,18 36-1</inkml:trace>
  <inkml:trace contextRef="#ctx0" brushRef="#br0" timeOffset="44061.81">25329 12400 0,'18'0'31,"-36"0"-31,89-53 31,-53 53-31,52-88 31,-35 53-15,1-36 0,-19 71-16,36-70 31,-70 175 47,-36 37-62,53-37-1,-18-16 1,0-36-1,18 17 1,-17 36 0,-1-71-1,18-17 17</inkml:trace>
  <inkml:trace contextRef="#ctx0" brushRef="#br0" timeOffset="44990.68">25894 12241 0,'0'-17'31,"-18"17"-15,-52 70-1,-1 19 1,18-1-1,0-35 1,53 0 0,0-36-1,0 18 1,0-17 0,18 17-1,17-17 1,-17-18-1,0 0 1,17 18 0,-18-18-16,36 0 31,-17-36-15,-36 19-16,17-1 15,1-17 1,35-36-1,-36 1 1,-17-1 0,0 36-1,0 0 1,0 17 0,0 0-1,0 1 1,0-19 15,-17 19-15,-54-1 15,18 18-15,36 0-1,-19 0 1</inkml:trace>
  <inkml:trace contextRef="#ctx0" brushRef="#br0" timeOffset="45671.71">25982 11765 0,'35'18'47,"18"70"-32,-53-70-15,0 17 16,53 159 0,-53-106-1,0-70 1,0 17-16,0 106 16,0-123-16,0 17 15,0 53 1,0-70-16,0 0 15,0 52 1,0-52-16,-17-1 16,17 1-16,-18 17 15,-123 195 17,106-142-17,17-53-15,0-17 31,-17-1 16,17-17-31,-35 18-16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BBD19-9D27-4423-8C2A-566AA19CC38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1C18B9-B607-47D5-A964-24EA6499A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4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customXml" Target="../ink/ink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customXml" Target="../ink/ink3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0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5BD998D-F0A2-C4A7-C422-99994BC5B258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7F828-B3AE-5434-CA4C-7CE2965E1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64AAB5FC-E5F7-3037-5304-5EF041122C6C}"/>
              </a:ext>
            </a:extLst>
          </p:cNvPr>
          <p:cNvSpPr txBox="1"/>
          <p:nvPr/>
        </p:nvSpPr>
        <p:spPr>
          <a:xfrm>
            <a:off x="176470" y="785277"/>
            <a:ext cx="1158894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result of addition (called the sum) can arise from the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(summation) of a large number (or even an infinite number) of numbers,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often following a certain pattern (formula). In such a case,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writing the sum explicitly becomes cumbersome, for example: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3F367256-35EE-CAB0-AD2A-4E71D995329A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22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36187-CBDF-77B2-8A1E-9EBA44252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DA9FFC0A-D7A7-E732-693B-C041BDDBA462}"/>
              </a:ext>
            </a:extLst>
          </p:cNvPr>
          <p:cNvSpPr txBox="1"/>
          <p:nvPr/>
        </p:nvSpPr>
        <p:spPr>
          <a:xfrm>
            <a:off x="176470" y="785277"/>
            <a:ext cx="1158894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result of addition (called the sum) can arise from the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(summation) of a large number (or even an infinite number) of numbers,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often following a certain pattern (formula). In such a case,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writing the sum explicitly becomes cumbersome, for example: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178F8E30-B344-5042-793F-42D47055D848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C90A814-A2CB-7BE0-D188-B17443F182D9}"/>
                  </a:ext>
                </a:extLst>
              </p:cNvPr>
              <p:cNvSpPr txBox="1"/>
              <p:nvPr/>
            </p:nvSpPr>
            <p:spPr>
              <a:xfrm>
                <a:off x="176470" y="2355384"/>
                <a:ext cx="90614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1+4+9+16+25+36+49+64+81+100+121+144=…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C90A814-A2CB-7BE0-D188-B17443F18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355384"/>
                <a:ext cx="906145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921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ECFCC-4BFA-6385-703B-2CE91015A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2DA41F1D-08F4-F208-7168-3E2FADC88A7A}"/>
              </a:ext>
            </a:extLst>
          </p:cNvPr>
          <p:cNvSpPr txBox="1"/>
          <p:nvPr/>
        </p:nvSpPr>
        <p:spPr>
          <a:xfrm>
            <a:off x="176470" y="785277"/>
            <a:ext cx="1158894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result of addition (called the sum) can arise from the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(summation) of a large number (or even an infinite number) of numbers,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often following a certain pattern (formula). In such a case,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writing the sum explicitly becomes cumbersome, for example: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A7C9EB17-A87C-EF19-651B-C6341080DBAF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33B3FA2-63CC-C7BD-C6C8-2EE20559DE33}"/>
                  </a:ext>
                </a:extLst>
              </p:cNvPr>
              <p:cNvSpPr txBox="1"/>
              <p:nvPr/>
            </p:nvSpPr>
            <p:spPr>
              <a:xfrm>
                <a:off x="176470" y="2355384"/>
                <a:ext cx="90614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1+4+9+16+25+36+49+64+81+100+121+144=…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33B3FA2-63CC-C7BD-C6C8-2EE20559D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355384"/>
                <a:ext cx="906145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7F7FF34E-0923-8AA0-48D9-49990E5A5B6A}"/>
              </a:ext>
            </a:extLst>
          </p:cNvPr>
          <p:cNvSpPr txBox="1"/>
          <p:nvPr/>
        </p:nvSpPr>
        <p:spPr>
          <a:xfrm>
            <a:off x="176470" y="2817049"/>
            <a:ext cx="8872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Instead of the full expression, we can write the sum as: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889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B2AFA-F2AF-7D91-BE90-1F10D28E4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59682D8E-B5E7-DB11-E5D3-F476C79B35C9}"/>
              </a:ext>
            </a:extLst>
          </p:cNvPr>
          <p:cNvSpPr txBox="1"/>
          <p:nvPr/>
        </p:nvSpPr>
        <p:spPr>
          <a:xfrm>
            <a:off x="176470" y="785277"/>
            <a:ext cx="1158894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result of addition (called the sum) can arise from the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(summation) of a large number (or even an infinite number) of numbers,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often following a certain pattern (formula). In such a case,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writing the sum explicitly becomes cumbersome, for example: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1D1AB032-6F1D-D04C-90B6-8455DC87ABBE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1E194BA-BC13-EF64-B0EC-911A97A8441D}"/>
                  </a:ext>
                </a:extLst>
              </p:cNvPr>
              <p:cNvSpPr txBox="1"/>
              <p:nvPr/>
            </p:nvSpPr>
            <p:spPr>
              <a:xfrm>
                <a:off x="176470" y="2355384"/>
                <a:ext cx="90614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1+4+9+16+25+36+49+64+81+100+121+144=…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1E194BA-BC13-EF64-B0EC-911A97A84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355384"/>
                <a:ext cx="906145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A3C185B1-38D2-63D2-8782-9338B30E85A3}"/>
              </a:ext>
            </a:extLst>
          </p:cNvPr>
          <p:cNvSpPr txBox="1"/>
          <p:nvPr/>
        </p:nvSpPr>
        <p:spPr>
          <a:xfrm>
            <a:off x="176470" y="2817049"/>
            <a:ext cx="8872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Instead of the full expression, we can write the sum as: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ED7B4AE-C61F-0536-D2D4-1312EB79C020}"/>
                  </a:ext>
                </a:extLst>
              </p:cNvPr>
              <p:cNvSpPr txBox="1"/>
              <p:nvPr/>
            </p:nvSpPr>
            <p:spPr>
              <a:xfrm>
                <a:off x="176469" y="3278714"/>
                <a:ext cx="30232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1+4+9+…+144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ED7B4AE-C61F-0536-D2D4-1312EB79C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278714"/>
                <a:ext cx="30232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6428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7C4C6-2919-CB54-3621-AA6F18B90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C829280F-6496-EDF0-9EB2-140BABECEDB1}"/>
              </a:ext>
            </a:extLst>
          </p:cNvPr>
          <p:cNvSpPr txBox="1"/>
          <p:nvPr/>
        </p:nvSpPr>
        <p:spPr>
          <a:xfrm>
            <a:off x="176470" y="785277"/>
            <a:ext cx="1158894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result of addition (called the sum) can arise from the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(summation) of a large number (or even an infinite number) of numbers,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often following a certain pattern (formula). In such a case,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writing the sum explicitly becomes cumbersome, for example: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3603677-55C9-3324-2624-285E5225AA54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587F57D-A02F-46DD-1442-32192A51D1DD}"/>
                  </a:ext>
                </a:extLst>
              </p:cNvPr>
              <p:cNvSpPr txBox="1"/>
              <p:nvPr/>
            </p:nvSpPr>
            <p:spPr>
              <a:xfrm>
                <a:off x="176470" y="2355384"/>
                <a:ext cx="90614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1+4+9+16+25+36+49+64+81+100+121+144=…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587F57D-A02F-46DD-1442-32192A51D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355384"/>
                <a:ext cx="906145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55281E80-CC60-6EBB-71AC-D6B9609977A0}"/>
              </a:ext>
            </a:extLst>
          </p:cNvPr>
          <p:cNvSpPr txBox="1"/>
          <p:nvPr/>
        </p:nvSpPr>
        <p:spPr>
          <a:xfrm>
            <a:off x="176470" y="2817049"/>
            <a:ext cx="8872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Instead of the full expression, we can write the sum as: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E8601B9-5E1F-E4A2-5A38-6E1027480DD6}"/>
                  </a:ext>
                </a:extLst>
              </p:cNvPr>
              <p:cNvSpPr txBox="1"/>
              <p:nvPr/>
            </p:nvSpPr>
            <p:spPr>
              <a:xfrm>
                <a:off x="176469" y="3278714"/>
                <a:ext cx="30232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1+4+9+…+144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E8601B9-5E1F-E4A2-5A38-6E1027480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278714"/>
                <a:ext cx="30232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4C3DBB8E-BA7A-A675-E9C4-63911D6BD26E}"/>
              </a:ext>
            </a:extLst>
          </p:cNvPr>
          <p:cNvSpPr txBox="1"/>
          <p:nvPr/>
        </p:nvSpPr>
        <p:spPr>
          <a:xfrm>
            <a:off x="224292" y="3740379"/>
            <a:ext cx="108191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However, if we are dealing with a situation where the last element is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unknown (we haven’t calculated it yet), but we know the number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elements to be summed, we can use the following notation: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972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98F11-E663-0918-CEEC-9832167C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E0415ECD-F695-307A-FD35-859DB5043B42}"/>
              </a:ext>
            </a:extLst>
          </p:cNvPr>
          <p:cNvSpPr txBox="1"/>
          <p:nvPr/>
        </p:nvSpPr>
        <p:spPr>
          <a:xfrm>
            <a:off x="176470" y="785277"/>
            <a:ext cx="1158894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result of addition (called the sum) can arise from the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(summation) of a large number (or even an infinite number) of numbers,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often following a certain pattern (formula). In such a case,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writing the sum explicitly becomes cumbersome, for example: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7BAF33D3-19F3-9977-047C-B3B3C161EEB8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6F66CEC-A813-607A-0806-FEA53E3D6C20}"/>
                  </a:ext>
                </a:extLst>
              </p:cNvPr>
              <p:cNvSpPr txBox="1"/>
              <p:nvPr/>
            </p:nvSpPr>
            <p:spPr>
              <a:xfrm>
                <a:off x="176470" y="2355384"/>
                <a:ext cx="90614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1+4+9+16+25+36+49+64+81+100+121+144=…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6F66CEC-A813-607A-0806-FEA53E3D6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355384"/>
                <a:ext cx="906145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1030F416-0E0D-3255-3C1D-012C0F3F255A}"/>
              </a:ext>
            </a:extLst>
          </p:cNvPr>
          <p:cNvSpPr txBox="1"/>
          <p:nvPr/>
        </p:nvSpPr>
        <p:spPr>
          <a:xfrm>
            <a:off x="176470" y="2817049"/>
            <a:ext cx="8872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Instead of the full expression, we can write the sum as: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C173DBD-C08F-DBE9-C3F0-35B513BB2AAB}"/>
                  </a:ext>
                </a:extLst>
              </p:cNvPr>
              <p:cNvSpPr txBox="1"/>
              <p:nvPr/>
            </p:nvSpPr>
            <p:spPr>
              <a:xfrm>
                <a:off x="176469" y="3278714"/>
                <a:ext cx="30232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1+4+9+…+144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C173DBD-C08F-DBE9-C3F0-35B513BB2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278714"/>
                <a:ext cx="30232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B9546515-C933-518E-1182-EE365562BDCF}"/>
              </a:ext>
            </a:extLst>
          </p:cNvPr>
          <p:cNvSpPr txBox="1"/>
          <p:nvPr/>
        </p:nvSpPr>
        <p:spPr>
          <a:xfrm>
            <a:off x="224292" y="3740379"/>
            <a:ext cx="108191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However, if we are dealing with a situation where the last element is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unknown (we haven’t calculated it yet), but we know the number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elements to be summed, we can use the following notation: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2CFA3A9-65F6-0741-54AA-A2681FCF6B19}"/>
                  </a:ext>
                </a:extLst>
              </p:cNvPr>
              <p:cNvSpPr txBox="1"/>
              <p:nvPr/>
            </p:nvSpPr>
            <p:spPr>
              <a:xfrm>
                <a:off x="224292" y="4940708"/>
                <a:ext cx="35936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192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2CFA3A9-65F6-0741-54AA-A2681FCF6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92" y="4940708"/>
                <a:ext cx="359361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578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503D4-0C19-D290-F4CE-A86484325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0068EB82-1815-2EF4-2775-2002A4CF2DEF}"/>
              </a:ext>
            </a:extLst>
          </p:cNvPr>
          <p:cNvSpPr txBox="1"/>
          <p:nvPr/>
        </p:nvSpPr>
        <p:spPr>
          <a:xfrm>
            <a:off x="176470" y="785277"/>
            <a:ext cx="9583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Next, we may encounter a sum of such "compressed" sums: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DA23EC9F-647C-8193-6739-6DC412A9DEB7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482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6DFED-17C1-D5FC-F874-5A8A71D3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A6365B79-A775-4E91-51D2-5BBA9F5A92D7}"/>
              </a:ext>
            </a:extLst>
          </p:cNvPr>
          <p:cNvSpPr txBox="1"/>
          <p:nvPr/>
        </p:nvSpPr>
        <p:spPr>
          <a:xfrm>
            <a:off x="176470" y="785277"/>
            <a:ext cx="9583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Next, we may encounter a sum of such "compressed" sums: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9A46D70-A83C-4C8D-8646-CB7E550CCF4B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89980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1+2+3+…+100+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9A46D70-A83C-4C8D-8646-CB7E550CC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89980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3192E41-45A5-489B-02ED-522D02C7EEBE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816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E0789-30AA-70EE-03C8-B5CC38780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C4205818-3A28-877B-254D-AA5BE4923C94}"/>
              </a:ext>
            </a:extLst>
          </p:cNvPr>
          <p:cNvSpPr txBox="1"/>
          <p:nvPr/>
        </p:nvSpPr>
        <p:spPr>
          <a:xfrm>
            <a:off x="176470" y="785277"/>
            <a:ext cx="9583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Next, we may encounter a sum of such "compressed" sums: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76E702B-6EBC-D5A0-79D5-0E4DD2D1EAA0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89980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1+2+3+…+100+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76E702B-6EBC-D5A0-79D5-0E4DD2D1E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89980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BE8DB51F-F9D7-636D-3E49-A1479BE0F327}"/>
              </a:ext>
            </a:extLst>
          </p:cNvPr>
          <p:cNvSpPr txBox="1"/>
          <p:nvPr/>
        </p:nvSpPr>
        <p:spPr>
          <a:xfrm>
            <a:off x="176470" y="1708607"/>
            <a:ext cx="11525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highlight the "separateness" of these sums, we can use parentheses: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FDA30EEE-1990-51D5-0315-5E2FB388A5CB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869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931E4-7FA6-F8DB-423E-E4437E6C1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526A988-BB65-615A-563A-766BEA8B928E}"/>
              </a:ext>
            </a:extLst>
          </p:cNvPr>
          <p:cNvSpPr txBox="1"/>
          <p:nvPr/>
        </p:nvSpPr>
        <p:spPr>
          <a:xfrm>
            <a:off x="176470" y="785277"/>
            <a:ext cx="9583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Next, we may encounter a sum of such "compressed" sums: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8DAAB5A-0799-071A-41EA-E7F69D999224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89980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1+2+3+…+100+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8DAAB5A-0799-071A-41EA-E7F69D999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89980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DD076C4C-3745-5AEC-985A-F1C78CF43BCA}"/>
              </a:ext>
            </a:extLst>
          </p:cNvPr>
          <p:cNvSpPr txBox="1"/>
          <p:nvPr/>
        </p:nvSpPr>
        <p:spPr>
          <a:xfrm>
            <a:off x="176470" y="1708607"/>
            <a:ext cx="11525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highlight the "separateness" of these sums, we can use parentheses: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72F98C1-7E89-025D-AB45-0BB5EB6EE336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97654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1+2+3+…+100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72F98C1-7E89-025D-AB45-0BB5EB6EE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976543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BB942888-D1C5-8D3F-D96E-06B8D6B85EDB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004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3412F-D3B6-7C94-71D2-1CCDA8454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232C480B-613D-9C03-1E11-2F5403F52DD4}"/>
              </a:ext>
            </a:extLst>
          </p:cNvPr>
          <p:cNvSpPr txBox="1"/>
          <p:nvPr/>
        </p:nvSpPr>
        <p:spPr>
          <a:xfrm>
            <a:off x="176470" y="785277"/>
            <a:ext cx="9583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Next, we may encounter a sum of such "compressed" sums: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E451B9D-0045-3988-CFD3-2A76A771B207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89980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1+2+3+…+100+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E451B9D-0045-3988-CFD3-2A76A771B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89980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6B351F8D-9520-A169-7484-E273220B5840}"/>
              </a:ext>
            </a:extLst>
          </p:cNvPr>
          <p:cNvSpPr txBox="1"/>
          <p:nvPr/>
        </p:nvSpPr>
        <p:spPr>
          <a:xfrm>
            <a:off x="176470" y="1708607"/>
            <a:ext cx="11525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highlight the "separateness" of these sums, we can use parentheses: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A5668EB-E561-94EB-977B-7D3E5BC11B25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97654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1+2+3+…+100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A5668EB-E561-94EB-977B-7D3E5BC11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976543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EABF081F-DE42-02E3-F3DF-A8FC5B817FD1}"/>
              </a:ext>
            </a:extLst>
          </p:cNvPr>
          <p:cNvSpPr txBox="1"/>
          <p:nvPr/>
        </p:nvSpPr>
        <p:spPr>
          <a:xfrm>
            <a:off x="176470" y="2631937"/>
            <a:ext cx="102556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However, we may deal with a large number of such parentheses,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which case we write: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48C602BB-967C-9389-9080-3D095D24C849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695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D947E-002B-39E7-2D24-5E2B6E0D2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AAE5910-DC60-9106-8523-930B305CBE95}"/>
              </a:ext>
            </a:extLst>
          </p:cNvPr>
          <p:cNvSpPr txBox="1"/>
          <p:nvPr/>
        </p:nvSpPr>
        <p:spPr>
          <a:xfrm>
            <a:off x="176470" y="785277"/>
            <a:ext cx="9583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Next, we may encounter a sum of such "compressed" sums: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BCBE8C9-42D4-998D-FF60-22F67639082B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89980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1+2+3+…+100+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BCBE8C9-42D4-998D-FF60-22F676390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89980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4504597B-F698-2A36-4663-33F9C4A8839E}"/>
              </a:ext>
            </a:extLst>
          </p:cNvPr>
          <p:cNvSpPr txBox="1"/>
          <p:nvPr/>
        </p:nvSpPr>
        <p:spPr>
          <a:xfrm>
            <a:off x="176470" y="1708607"/>
            <a:ext cx="11525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highlight the "separateness" of these sums, we can use parentheses: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08B7E4A-7695-C93B-4DFF-D96E7DCD7292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97654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1+2+3+…+100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08B7E4A-7695-C93B-4DFF-D96E7DCD7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976543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EBC7CA2D-B546-C983-5477-84A5F05C607B}"/>
              </a:ext>
            </a:extLst>
          </p:cNvPr>
          <p:cNvSpPr txBox="1"/>
          <p:nvPr/>
        </p:nvSpPr>
        <p:spPr>
          <a:xfrm>
            <a:off x="176470" y="2631937"/>
            <a:ext cx="102556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However, we may deal with a large number of such parentheses,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which case we write: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DB6AFDB-3AD0-83BF-9B34-061E215E9A88}"/>
                  </a:ext>
                </a:extLst>
              </p:cNvPr>
              <p:cNvSpPr txBox="1"/>
              <p:nvPr/>
            </p:nvSpPr>
            <p:spPr>
              <a:xfrm>
                <a:off x="176470" y="3462934"/>
                <a:ext cx="111354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1+2+3+…+100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DB6AFDB-3AD0-83BF-9B34-061E215E9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62934"/>
                <a:ext cx="1113548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5D23CC62-8917-5E0D-A191-472986863240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286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B2FE-53D8-F67F-629C-7FAFB9EC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C8BCD2DF-5E57-933E-FA83-340FB1C179B2}"/>
              </a:ext>
            </a:extLst>
          </p:cNvPr>
          <p:cNvSpPr txBox="1"/>
          <p:nvPr/>
        </p:nvSpPr>
        <p:spPr>
          <a:xfrm>
            <a:off x="176470" y="785277"/>
            <a:ext cx="9583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Next, we may encounter a sum of such "compressed" sums: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975CEA8-2C31-E0ED-D201-343228A7EF01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89980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1+2+3+…+100+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975CEA8-2C31-E0ED-D201-343228A7E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89980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E9EC7A17-677F-CA2B-A22B-A7FE4532DCA7}"/>
              </a:ext>
            </a:extLst>
          </p:cNvPr>
          <p:cNvSpPr txBox="1"/>
          <p:nvPr/>
        </p:nvSpPr>
        <p:spPr>
          <a:xfrm>
            <a:off x="176470" y="1708607"/>
            <a:ext cx="11525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highlight the "separateness" of these sums, we can use parentheses: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D128B41-EA9F-17C8-6502-F40CE38C465D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97654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1+2+3+…+100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D128B41-EA9F-17C8-6502-F40CE38C4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976543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8DA804B5-3882-4701-6ED5-6B19E750E2AE}"/>
              </a:ext>
            </a:extLst>
          </p:cNvPr>
          <p:cNvSpPr txBox="1"/>
          <p:nvPr/>
        </p:nvSpPr>
        <p:spPr>
          <a:xfrm>
            <a:off x="176470" y="2631937"/>
            <a:ext cx="102556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However, we may deal with a large number of such parentheses,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which case we write: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E1FB2A3-9F42-C777-0D4E-E1E97E8D8A24}"/>
                  </a:ext>
                </a:extLst>
              </p:cNvPr>
              <p:cNvSpPr txBox="1"/>
              <p:nvPr/>
            </p:nvSpPr>
            <p:spPr>
              <a:xfrm>
                <a:off x="176470" y="3462934"/>
                <a:ext cx="111354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1+2+3+…+100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E1FB2A3-9F42-C777-0D4E-E1E97E8D8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62934"/>
                <a:ext cx="1113548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E672EAB4-525E-2AEC-8E62-8A7E0E285DFE}"/>
              </a:ext>
            </a:extLst>
          </p:cNvPr>
          <p:cNvSpPr txBox="1"/>
          <p:nvPr/>
        </p:nvSpPr>
        <p:spPr>
          <a:xfrm>
            <a:off x="176470" y="3924599"/>
            <a:ext cx="10021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 may also arrive at a situation where these sums are Infinite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(though the result may or may not be finite)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A5048C1-855D-61C1-A530-A68CABAB6699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088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718B3-17B6-E6B8-2C99-0188EF08D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DB4069A7-BD21-01EE-C80E-B21D0204EC27}"/>
              </a:ext>
            </a:extLst>
          </p:cNvPr>
          <p:cNvSpPr txBox="1"/>
          <p:nvPr/>
        </p:nvSpPr>
        <p:spPr>
          <a:xfrm>
            <a:off x="176470" y="785277"/>
            <a:ext cx="9583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Next, we may encounter a sum of such "compressed" sums: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1BF01F5-5E5D-5941-A8B9-E4538C796604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89980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1+2+3+…+100+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1BF01F5-5E5D-5941-A8B9-E4538C796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89980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519A27B0-4D70-E93E-EBA2-F7EA9C46B617}"/>
              </a:ext>
            </a:extLst>
          </p:cNvPr>
          <p:cNvSpPr txBox="1"/>
          <p:nvPr/>
        </p:nvSpPr>
        <p:spPr>
          <a:xfrm>
            <a:off x="176470" y="1708607"/>
            <a:ext cx="11525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highlight the "separateness" of these sums, we can use parentheses: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18EBD5E-6B09-D5B6-B8A9-8950E6C51785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97654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1+2+3+…+100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18EBD5E-6B09-D5B6-B8A9-8950E6C51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976543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7AE39612-571B-6590-916F-72D93C505808}"/>
              </a:ext>
            </a:extLst>
          </p:cNvPr>
          <p:cNvSpPr txBox="1"/>
          <p:nvPr/>
        </p:nvSpPr>
        <p:spPr>
          <a:xfrm>
            <a:off x="176470" y="2631937"/>
            <a:ext cx="102556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However, we may deal with a large number of such parentheses,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which case we write: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9E17497-5E1E-18A2-1DFF-CFAF6B8B5210}"/>
                  </a:ext>
                </a:extLst>
              </p:cNvPr>
              <p:cNvSpPr txBox="1"/>
              <p:nvPr/>
            </p:nvSpPr>
            <p:spPr>
              <a:xfrm>
                <a:off x="176470" y="3462934"/>
                <a:ext cx="111354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1+2+3+…+100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9E17497-5E1E-18A2-1DFF-CFAF6B8B5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62934"/>
                <a:ext cx="1113548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7D61DDA7-7B56-20FA-5306-F1ADA590A7E7}"/>
              </a:ext>
            </a:extLst>
          </p:cNvPr>
          <p:cNvSpPr txBox="1"/>
          <p:nvPr/>
        </p:nvSpPr>
        <p:spPr>
          <a:xfrm>
            <a:off x="176470" y="3924599"/>
            <a:ext cx="10021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 may also arrive at a situation where these sums are Infinite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(though the result may or may not be finite)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340FFC8-8CB9-3D0B-EE68-D994DD96A950}"/>
                  </a:ext>
                </a:extLst>
              </p:cNvPr>
              <p:cNvSpPr txBox="1"/>
              <p:nvPr/>
            </p:nvSpPr>
            <p:spPr>
              <a:xfrm>
                <a:off x="176470" y="4755596"/>
                <a:ext cx="9424823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27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102</m:t>
                                  </m:r>
                                </m:sup>
                              </m:sSup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102</m:t>
                                  </m:r>
                                </m:sup>
                              </m:sSup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340FFC8-8CB9-3D0B-EE68-D994DD96A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755596"/>
                <a:ext cx="9424823" cy="922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2216DA2-B92A-597B-3CCD-507D29DA9A7F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295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C5AC7-38C5-3148-0ABD-8DFD095AB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D92DA761-1BE2-4E8E-5279-674B8CCDFABF}"/>
              </a:ext>
            </a:extLst>
          </p:cNvPr>
          <p:cNvSpPr txBox="1"/>
          <p:nvPr/>
        </p:nvSpPr>
        <p:spPr>
          <a:xfrm>
            <a:off x="176470" y="785277"/>
            <a:ext cx="9583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Next, we may encounter a sum of such "compressed" sums: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657BBF7-6544-4F2F-303B-4CF3021FECF4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89980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1+2+3+…+100+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657BBF7-6544-4F2F-303B-4CF3021FE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89980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75B692C7-30C9-5A9A-0ED0-E64F0AE0F673}"/>
              </a:ext>
            </a:extLst>
          </p:cNvPr>
          <p:cNvSpPr txBox="1"/>
          <p:nvPr/>
        </p:nvSpPr>
        <p:spPr>
          <a:xfrm>
            <a:off x="176470" y="1708607"/>
            <a:ext cx="11525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highlight the "separateness" of these sums, we can use parentheses: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99B249C-03A3-FCA5-8382-C5B7C0F97821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97654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1+2+3+…+100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99B249C-03A3-FCA5-8382-C5B7C0F97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976543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DEDC2B7D-7DFF-1A71-51E1-D48BA71BCCA6}"/>
              </a:ext>
            </a:extLst>
          </p:cNvPr>
          <p:cNvSpPr txBox="1"/>
          <p:nvPr/>
        </p:nvSpPr>
        <p:spPr>
          <a:xfrm>
            <a:off x="176470" y="2631937"/>
            <a:ext cx="102556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However, we may deal with a large number of such parentheses,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which case we write: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A6BA6A0-B0F5-D1EC-719E-4EDFF3796A05}"/>
                  </a:ext>
                </a:extLst>
              </p:cNvPr>
              <p:cNvSpPr txBox="1"/>
              <p:nvPr/>
            </p:nvSpPr>
            <p:spPr>
              <a:xfrm>
                <a:off x="176470" y="3462934"/>
                <a:ext cx="111354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1+2+3+…+100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A6BA6A0-B0F5-D1EC-719E-4EDFF3796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62934"/>
                <a:ext cx="1113548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EC54E4BC-250B-560F-3698-CB7B69E6345C}"/>
              </a:ext>
            </a:extLst>
          </p:cNvPr>
          <p:cNvSpPr txBox="1"/>
          <p:nvPr/>
        </p:nvSpPr>
        <p:spPr>
          <a:xfrm>
            <a:off x="176470" y="3924599"/>
            <a:ext cx="10021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 may also arrive at a situation where these sums are Infinite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(though the result may or may not be finite)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5EE088C-BE2B-9299-38D2-C731500F4CD8}"/>
                  </a:ext>
                </a:extLst>
              </p:cNvPr>
              <p:cNvSpPr txBox="1"/>
              <p:nvPr/>
            </p:nvSpPr>
            <p:spPr>
              <a:xfrm>
                <a:off x="176470" y="4755596"/>
                <a:ext cx="9424823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27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102</m:t>
                                  </m:r>
                                </m:sup>
                              </m:sSup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102</m:t>
                                  </m:r>
                                </m:sup>
                              </m:sSup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5EE088C-BE2B-9299-38D2-C731500F4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755596"/>
                <a:ext cx="9424823" cy="922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3C040E4-4B14-3E64-C329-E96C9CA91626}"/>
              </a:ext>
            </a:extLst>
          </p:cNvPr>
          <p:cNvSpPr txBox="1"/>
          <p:nvPr/>
        </p:nvSpPr>
        <p:spPr>
          <a:xfrm>
            <a:off x="176470" y="5677772"/>
            <a:ext cx="9188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All this leads to the need to shorten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simplify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notation.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7D9B78E0-5419-C8FF-4633-DA37F670B0F6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306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D3BE6-ACC0-0FD0-D54B-5921D0B52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763E9E3-169B-B80D-7906-414B120B3816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223522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summation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(sum) 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Sigma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refers to the notation where,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right of the large Greek letter Sigma, we write a formula or rule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generating the successive elements to be summed.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Below the Sigma sign, we write the index and information about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starting point of the summation, while at the top,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write the number at which we want to stop the summation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(substituting into the index).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763E9E3-169B-B80D-7906-414B120B3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223522" cy="2677656"/>
              </a:xfrm>
              <a:prstGeom prst="rect">
                <a:avLst/>
              </a:prstGeom>
              <a:blipFill>
                <a:blip r:embed="rId2"/>
                <a:stretch>
                  <a:fillRect l="-869" t="-2050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7B196D2-B9A1-F2BE-4A6A-1A848923C848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88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24852-2B6F-CACA-01E1-2FAC2EF91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509CF4B-A046-B04D-DE6F-B2CDFFFF9AAA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223522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summation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(sum) 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Sigma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refers to the notation where,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right of the large Greek letter Sigma, we write a formula or rule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generating the successive elements to be summed.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Below the Sigma sign, we write the index and information about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starting point of the summation, while at the top,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write the number at which we want to stop the summation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(substituting into the index).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509CF4B-A046-B04D-DE6F-B2CDFFFF9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223522" cy="2677656"/>
              </a:xfrm>
              <a:prstGeom prst="rect">
                <a:avLst/>
              </a:prstGeom>
              <a:blipFill>
                <a:blip r:embed="rId2"/>
                <a:stretch>
                  <a:fillRect l="-869" t="-2050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DA629AB-FDBD-B8F8-C488-65D4956EB498}"/>
                  </a:ext>
                </a:extLst>
              </p:cNvPr>
              <p:cNvSpPr txBox="1"/>
              <p:nvPr/>
            </p:nvSpPr>
            <p:spPr>
              <a:xfrm>
                <a:off x="176470" y="3995232"/>
                <a:ext cx="863563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1+4+9+16+25+36+49+64+81+100+121+144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1+4+9+…+144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+…+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12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DA629AB-FDBD-B8F8-C488-65D4956EB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995232"/>
                <a:ext cx="8635634" cy="1200329"/>
              </a:xfrm>
              <a:prstGeom prst="rect">
                <a:avLst/>
              </a:prstGeom>
              <a:blipFill>
                <a:blip r:embed="rId3"/>
                <a:stretch>
                  <a:fillRect l="-988" t="-1523" b="-9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8B776A3C-9BF5-6687-01D6-838617223614}"/>
              </a:ext>
            </a:extLst>
          </p:cNvPr>
          <p:cNvSpPr txBox="1"/>
          <p:nvPr/>
        </p:nvSpPr>
        <p:spPr>
          <a:xfrm>
            <a:off x="176470" y="3462933"/>
            <a:ext cx="1798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299993D1-759E-8AC5-7B66-7D262A45D1B0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48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B5B2F-0075-A803-62CD-67EB4F18A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74CD5E8-8301-3374-B270-CB2B0ACC4409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223522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summation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(sum) 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Sigma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refers to the notation where,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right of the large Greek letter Sigma, we write a formula or rule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generating the successive elements to be summed.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Below the Sigma sign, we write the index and information about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starting point of the summation, while at the top,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write the number at which we want to stop the summation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(substituting into the index).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74CD5E8-8301-3374-B270-CB2B0ACC4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223522" cy="2677656"/>
              </a:xfrm>
              <a:prstGeom prst="rect">
                <a:avLst/>
              </a:prstGeom>
              <a:blipFill>
                <a:blip r:embed="rId2"/>
                <a:stretch>
                  <a:fillRect l="-869" t="-2050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F1C9DF2-E8D7-F71C-8391-953E885E23D7}"/>
                  </a:ext>
                </a:extLst>
              </p:cNvPr>
              <p:cNvSpPr txBox="1"/>
              <p:nvPr/>
            </p:nvSpPr>
            <p:spPr>
              <a:xfrm>
                <a:off x="176470" y="3995232"/>
                <a:ext cx="863563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1+4+9+16+25+36+49+64+81+100+121+144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1+4+9+…+144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+…+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12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F1C9DF2-E8D7-F71C-8391-953E885E2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995232"/>
                <a:ext cx="8635634" cy="1200329"/>
              </a:xfrm>
              <a:prstGeom prst="rect">
                <a:avLst/>
              </a:prstGeom>
              <a:blipFill>
                <a:blip r:embed="rId3"/>
                <a:stretch>
                  <a:fillRect l="-988" t="-1523" b="-9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618AD147-A14D-E2EA-1299-981C84E03C6F}"/>
              </a:ext>
            </a:extLst>
          </p:cNvPr>
          <p:cNvSpPr txBox="1"/>
          <p:nvPr/>
        </p:nvSpPr>
        <p:spPr>
          <a:xfrm>
            <a:off x="176470" y="3462933"/>
            <a:ext cx="1798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DF0549F-78EA-3BDF-3661-CE7DA8E65280}"/>
              </a:ext>
            </a:extLst>
          </p:cNvPr>
          <p:cNvSpPr txBox="1"/>
          <p:nvPr/>
        </p:nvSpPr>
        <p:spPr>
          <a:xfrm>
            <a:off x="5002914" y="5461678"/>
            <a:ext cx="29694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equivalent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EFEBB3F4-EEFC-1B3C-4936-C6BF494CA5C1}"/>
              </a:ext>
            </a:extLst>
          </p:cNvPr>
          <p:cNvSpPr txBox="1"/>
          <p:nvPr/>
        </p:nvSpPr>
        <p:spPr>
          <a:xfrm>
            <a:off x="2831716" y="5461678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3CDA511-5309-BCE7-659A-E90E3DA39EE5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7F84D43F-397B-32B3-558A-5F35642402AA}"/>
              </a:ext>
            </a:extLst>
          </p:cNvPr>
          <p:cNvSpPr txBox="1"/>
          <p:nvPr/>
        </p:nvSpPr>
        <p:spPr>
          <a:xfrm>
            <a:off x="176470" y="5461678"/>
            <a:ext cx="1696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E28715F8-7415-5609-380C-30FC1307F1E1}"/>
                  </a:ext>
                </a:extLst>
              </p:cNvPr>
              <p:cNvSpPr txBox="1"/>
              <p:nvPr/>
            </p:nvSpPr>
            <p:spPr>
              <a:xfrm>
                <a:off x="1771062" y="5127194"/>
                <a:ext cx="1009122" cy="11306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12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E28715F8-7415-5609-380C-30FC1307F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062" y="5127194"/>
                <a:ext cx="1009122" cy="11306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F7B6418A-2BA4-477F-2910-1BB77B34B963}"/>
                  </a:ext>
                </a:extLst>
              </p:cNvPr>
              <p:cNvSpPr txBox="1"/>
              <p:nvPr/>
            </p:nvSpPr>
            <p:spPr>
              <a:xfrm>
                <a:off x="3665497" y="5266195"/>
                <a:ext cx="1337417" cy="8480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12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F7B6418A-2BA4-477F-2910-1BB77B34B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497" y="5266195"/>
                <a:ext cx="1337417" cy="8480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5455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796C7-17CB-FF21-5F05-48DC7AF43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983DD78-7CFA-01B9-2456-F86003C70ACB}"/>
                  </a:ext>
                </a:extLst>
              </p:cNvPr>
              <p:cNvSpPr txBox="1"/>
              <p:nvPr/>
            </p:nvSpPr>
            <p:spPr>
              <a:xfrm>
                <a:off x="87132" y="830997"/>
                <a:ext cx="4709238" cy="11306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192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192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983DD78-7CFA-01B9-2456-F86003C70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830997"/>
                <a:ext cx="4709238" cy="11306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1C7EA6B3-89A7-186E-155D-6CD7153BC47B}"/>
                  </a:ext>
                </a:extLst>
              </p:cNvPr>
              <p:cNvSpPr txBox="1"/>
              <p:nvPr/>
            </p:nvSpPr>
            <p:spPr>
              <a:xfrm>
                <a:off x="87132" y="2029019"/>
                <a:ext cx="12128064" cy="11306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sup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1+2+3+…+100+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1C7EA6B3-89A7-186E-155D-6CD7153BC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2029019"/>
                <a:ext cx="12128064" cy="11306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A7D40701-57E3-4A9F-A621-3D4396674654}"/>
                  </a:ext>
                </a:extLst>
              </p:cNvPr>
              <p:cNvSpPr txBox="1"/>
              <p:nvPr/>
            </p:nvSpPr>
            <p:spPr>
              <a:xfrm>
                <a:off x="87132" y="3227041"/>
                <a:ext cx="11209479" cy="11306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sup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1+2+3+…+100+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A7D40701-57E3-4A9F-A621-3D4396674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3227041"/>
                <a:ext cx="11209479" cy="11306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965B53C0-E5F7-26A4-5F4E-2343208A73DB}"/>
                  </a:ext>
                </a:extLst>
              </p:cNvPr>
              <p:cNvSpPr txBox="1"/>
              <p:nvPr/>
            </p:nvSpPr>
            <p:spPr>
              <a:xfrm>
                <a:off x="87131" y="4425063"/>
                <a:ext cx="5928867" cy="109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=10+12+14+16+18+20+…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965B53C0-E5F7-26A4-5F4E-2343208A7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1" y="4425063"/>
                <a:ext cx="5928867" cy="109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091F26CF-630C-F980-3254-D4B4BC2E0FAB}"/>
                  </a:ext>
                </a:extLst>
              </p:cNvPr>
              <p:cNvSpPr txBox="1"/>
              <p:nvPr/>
            </p:nvSpPr>
            <p:spPr>
              <a:xfrm>
                <a:off x="87130" y="5524723"/>
                <a:ext cx="3301417" cy="1099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den>
                          </m:f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6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9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091F26CF-630C-F980-3254-D4B4BC2E0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0" y="5524723"/>
                <a:ext cx="3301417" cy="10993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8E22AA6D-D4BE-AA21-7C9D-2C31503E823A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516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BCA65-3FCB-7BDE-B4EE-8C551CBDB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EDDD402-1BC5-FAAB-27D7-93AB2D6FB4D1}"/>
              </a:ext>
            </a:extLst>
          </p:cNvPr>
          <p:cNvSpPr txBox="1"/>
          <p:nvPr/>
        </p:nvSpPr>
        <p:spPr>
          <a:xfrm>
            <a:off x="87132" y="830997"/>
            <a:ext cx="4333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Sums can also be nested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3210B580-D259-3BA8-404E-980AF6F61264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439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7738E-490C-D758-9BB2-8CEB94B47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6EEA20D-835D-4605-9988-C4E1A6B43CEA}"/>
              </a:ext>
            </a:extLst>
          </p:cNvPr>
          <p:cNvSpPr txBox="1"/>
          <p:nvPr/>
        </p:nvSpPr>
        <p:spPr>
          <a:xfrm>
            <a:off x="87132" y="830997"/>
            <a:ext cx="4333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Sums can also be nested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0259E53-3A98-F4D5-AF90-E0250F770753}"/>
                  </a:ext>
                </a:extLst>
              </p:cNvPr>
              <p:cNvSpPr txBox="1"/>
              <p:nvPr/>
            </p:nvSpPr>
            <p:spPr>
              <a:xfrm>
                <a:off x="87132" y="1292662"/>
                <a:ext cx="9424824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27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102</m:t>
                                  </m:r>
                                </m:sup>
                              </m:sSup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102</m:t>
                                  </m:r>
                                </m:sup>
                              </m:sSup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0259E53-3A98-F4D5-AF90-E0250F770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1292662"/>
                <a:ext cx="9424824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CFA68A56-7EC1-4432-4932-22123BACDB2B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282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437F4-1C1D-3579-DE74-8FDA8964A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22F527F-4B40-71DF-78C8-1709A6BC2E24}"/>
              </a:ext>
            </a:extLst>
          </p:cNvPr>
          <p:cNvSpPr txBox="1"/>
          <p:nvPr/>
        </p:nvSpPr>
        <p:spPr>
          <a:xfrm>
            <a:off x="87132" y="830997"/>
            <a:ext cx="4333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Sums can also be nested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F235676-2CB8-AB7D-5B1B-09E3279447A7}"/>
                  </a:ext>
                </a:extLst>
              </p:cNvPr>
              <p:cNvSpPr txBox="1"/>
              <p:nvPr/>
            </p:nvSpPr>
            <p:spPr>
              <a:xfrm>
                <a:off x="87132" y="1292662"/>
                <a:ext cx="9424824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27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102</m:t>
                                  </m:r>
                                </m:sup>
                              </m:sSup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102</m:t>
                                  </m:r>
                                </m:sup>
                              </m:sSup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F235676-2CB8-AB7D-5B1B-09E327944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1292662"/>
                <a:ext cx="9424824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673157E0-1101-C512-4AD5-E1B87B9A5960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DFCAF421-5CE2-165D-AC71-9048063296CB}"/>
                  </a:ext>
                </a:extLst>
              </p14:cNvPr>
              <p14:cNvContentPartPr/>
              <p14:nvPr/>
            </p14:nvContentPartPr>
            <p14:xfrm>
              <a:off x="476280" y="2025720"/>
              <a:ext cx="7614000" cy="118764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DFCAF421-5CE2-165D-AC71-9048063296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920" y="2016360"/>
                <a:ext cx="7632720" cy="120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5353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B8F51-3178-715A-C274-6CA3B9DBF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777D21F-E80D-2E0A-A251-D493FBFA8EC9}"/>
              </a:ext>
            </a:extLst>
          </p:cNvPr>
          <p:cNvSpPr txBox="1"/>
          <p:nvPr/>
        </p:nvSpPr>
        <p:spPr>
          <a:xfrm>
            <a:off x="87132" y="830997"/>
            <a:ext cx="4333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Sums can also be nested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ABCEBDA-F091-15E4-DE84-8EC2126147E3}"/>
                  </a:ext>
                </a:extLst>
              </p:cNvPr>
              <p:cNvSpPr txBox="1"/>
              <p:nvPr/>
            </p:nvSpPr>
            <p:spPr>
              <a:xfrm>
                <a:off x="87132" y="1292662"/>
                <a:ext cx="9424824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27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102</m:t>
                                  </m:r>
                                </m:sup>
                              </m:sSup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102</m:t>
                                  </m:r>
                                </m:sup>
                              </m:sSup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ABCEBDA-F091-15E4-DE84-8EC212614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1292662"/>
                <a:ext cx="9424824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54BB845-5A6D-AF35-D777-15329F5638E4}"/>
                  </a:ext>
                </a:extLst>
              </p:cNvPr>
              <p:cNvSpPr txBox="1"/>
              <p:nvPr/>
            </p:nvSpPr>
            <p:spPr>
              <a:xfrm>
                <a:off x="87132" y="2215415"/>
                <a:ext cx="1436162" cy="1172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=2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pl-PL" sz="240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𝑗</m:t>
                              </m:r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pl-PL" sz="2400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𝑗</m:t>
                                      </m:r>
                                    </m:e>
                                    <m:sup>
                                      <m:r>
                                        <a:rPr lang="pl-PL" sz="2400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54BB845-5A6D-AF35-D777-15329F563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2215415"/>
                <a:ext cx="1436162" cy="1172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3ABD974F-0ECC-DCBB-BC0A-F71FAD7E2831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C9D71867-E9B9-E610-AD65-06711587417D}"/>
                  </a:ext>
                </a:extLst>
              </p14:cNvPr>
              <p14:cNvContentPartPr/>
              <p14:nvPr/>
            </p14:nvContentPartPr>
            <p14:xfrm>
              <a:off x="165240" y="2336760"/>
              <a:ext cx="6616800" cy="107352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C9D71867-E9B9-E610-AD65-0671158741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880" y="2327400"/>
                <a:ext cx="6635520" cy="109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56224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7DB4D-200D-34FD-F5CB-A1C923F7D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48A7A3A-9A34-DFB6-3EE2-D68EB87A341E}"/>
              </a:ext>
            </a:extLst>
          </p:cNvPr>
          <p:cNvSpPr txBox="1"/>
          <p:nvPr/>
        </p:nvSpPr>
        <p:spPr>
          <a:xfrm>
            <a:off x="87132" y="830997"/>
            <a:ext cx="4333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Sums can also be nested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18EDEE3-60A0-59A3-AB73-B9265677A651}"/>
                  </a:ext>
                </a:extLst>
              </p:cNvPr>
              <p:cNvSpPr txBox="1"/>
              <p:nvPr/>
            </p:nvSpPr>
            <p:spPr>
              <a:xfrm>
                <a:off x="87132" y="1292662"/>
                <a:ext cx="9424824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27</m:t>
                              </m:r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102</m:t>
                                  </m:r>
                                </m:sup>
                              </m:sSup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102</m:t>
                                  </m:r>
                                </m:sup>
                              </m:sSup>
                            </m:den>
                          </m:f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18EDEE3-60A0-59A3-AB73-B9265677A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1292662"/>
                <a:ext cx="9424824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5C86202-BDFD-AE8B-09B8-D86566EFF0ED}"/>
                  </a:ext>
                </a:extLst>
              </p:cNvPr>
              <p:cNvSpPr txBox="1"/>
              <p:nvPr/>
            </p:nvSpPr>
            <p:spPr>
              <a:xfrm>
                <a:off x="87132" y="2215415"/>
                <a:ext cx="1436162" cy="1172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=2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pl-PL" sz="240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𝑗</m:t>
                              </m:r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pl-PL" sz="2400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𝑗</m:t>
                                      </m:r>
                                    </m:e>
                                    <m:sup>
                                      <m:r>
                                        <a:rPr lang="pl-PL" sz="2400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5C86202-BDFD-AE8B-09B8-D86566EFF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2215415"/>
                <a:ext cx="1436162" cy="1172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9B4495DF-B17E-669B-E070-1D1E0C563969}"/>
              </a:ext>
            </a:extLst>
          </p:cNvPr>
          <p:cNvSpPr txBox="1"/>
          <p:nvPr/>
        </p:nvSpPr>
        <p:spPr>
          <a:xfrm>
            <a:off x="87132" y="3387852"/>
            <a:ext cx="9270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Typically, nested sums are not encountered multiple times.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F64078A-0B0C-59C6-B001-19C7478C17F9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030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D3544-3029-C73D-CAB3-6AF4973F4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C43B066-8A88-FB25-B75E-06178BAA6E4D}"/>
                  </a:ext>
                </a:extLst>
              </p:cNvPr>
              <p:cNvSpPr txBox="1"/>
              <p:nvPr/>
            </p:nvSpPr>
            <p:spPr>
              <a:xfrm>
                <a:off x="87132" y="830997"/>
                <a:ext cx="1084162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we want to indicate that we are summing all (or certain) elements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a given set, we write the membership symbol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for the index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under the summation sign.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C43B066-8A88-FB25-B75E-06178BAA6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830997"/>
                <a:ext cx="10841622" cy="1200329"/>
              </a:xfrm>
              <a:prstGeom prst="rect">
                <a:avLst/>
              </a:prstGeom>
              <a:blipFill>
                <a:blip r:embed="rId2"/>
                <a:stretch>
                  <a:fillRect l="-843" t="-4061" r="-56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AD44BCBE-0CE7-3A57-5ACD-43420AE7F48E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738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77CBC-96DD-6AFF-EE9D-1EECA0B33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17641E5-A65F-AC7D-A3DA-2172F7631BE9}"/>
                  </a:ext>
                </a:extLst>
              </p:cNvPr>
              <p:cNvSpPr txBox="1"/>
              <p:nvPr/>
            </p:nvSpPr>
            <p:spPr>
              <a:xfrm>
                <a:off x="87132" y="830997"/>
                <a:ext cx="1084162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we want to indicate that we are summing all (or certain) elements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a given set, we write the membership symbol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for the index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under the summation sign.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17641E5-A65F-AC7D-A3DA-2172F7631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830997"/>
                <a:ext cx="10841622" cy="1200329"/>
              </a:xfrm>
              <a:prstGeom prst="rect">
                <a:avLst/>
              </a:prstGeom>
              <a:blipFill>
                <a:blip r:embed="rId2"/>
                <a:stretch>
                  <a:fillRect l="-843" t="-4061" r="-56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E40FFBB-40A1-8863-E529-D08D46F9F573}"/>
                  </a:ext>
                </a:extLst>
              </p:cNvPr>
              <p:cNvSpPr txBox="1"/>
              <p:nvPr/>
            </p:nvSpPr>
            <p:spPr>
              <a:xfrm>
                <a:off x="87132" y="2031326"/>
                <a:ext cx="12017736" cy="209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we have a set of results from rolling a six-sided die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3, 4, 4, 4, 6, 6, 2, 2, 2, 1, 1, 1, 1, 2, 5, 6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∈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𝑋</m:t>
                          </m:r>
                        </m:sub>
                        <m:sup/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represents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sum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elements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E40FFBB-40A1-8863-E529-D08D46F9F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2031326"/>
                <a:ext cx="12017736" cy="2096536"/>
              </a:xfrm>
              <a:prstGeom prst="rect">
                <a:avLst/>
              </a:prstGeom>
              <a:blipFill>
                <a:blip r:embed="rId3"/>
                <a:stretch>
                  <a:fillRect l="-761" t="-2616" b="-5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F4DE45A5-7416-A5CF-B0AE-4C441B53F026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0764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47E78-BC56-AE87-D08F-1334E2F93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CCFBD40-F1BD-E70D-F1D8-BB773F819BBE}"/>
                  </a:ext>
                </a:extLst>
              </p:cNvPr>
              <p:cNvSpPr txBox="1"/>
              <p:nvPr/>
            </p:nvSpPr>
            <p:spPr>
              <a:xfrm>
                <a:off x="87132" y="830997"/>
                <a:ext cx="1084162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we want to indicate that we are summing all (or certain) elements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a given set, we write the membership symbol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for the index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under the summation sign.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CCFBD40-F1BD-E70D-F1D8-BB773F819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830997"/>
                <a:ext cx="10841622" cy="1200329"/>
              </a:xfrm>
              <a:prstGeom prst="rect">
                <a:avLst/>
              </a:prstGeom>
              <a:blipFill>
                <a:blip r:embed="rId2"/>
                <a:stretch>
                  <a:fillRect l="-843" t="-4061" r="-56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3101D49-33D2-4BBE-F88E-09073CB4EF95}"/>
                  </a:ext>
                </a:extLst>
              </p:cNvPr>
              <p:cNvSpPr txBox="1"/>
              <p:nvPr/>
            </p:nvSpPr>
            <p:spPr>
              <a:xfrm>
                <a:off x="87132" y="2031326"/>
                <a:ext cx="12017736" cy="3646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we have a set of results from rolling a six-sided die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3, 4, 4, 4, 6, 6, 2, 2, 2, 1, 1, 1, 1, 2, 5, 6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∈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𝑋</m:t>
                          </m:r>
                        </m:sub>
                        <m:sup/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represents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sum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elements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∈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𝑋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2|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</m:e>
                            </m:mr>
                          </m:m>
                        </m:sub>
                        <m:sup/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represents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sum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elements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3101D49-33D2-4BBE-F88E-09073CB4E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2031326"/>
                <a:ext cx="12017736" cy="3646319"/>
              </a:xfrm>
              <a:prstGeom prst="rect">
                <a:avLst/>
              </a:prstGeom>
              <a:blipFill>
                <a:blip r:embed="rId3"/>
                <a:stretch>
                  <a:fillRect l="-761" t="-1505" b="-2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A3378ECE-BA02-AF63-F617-422D925679F9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3352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E68AE-38D4-802B-62B6-340207C45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75FE822-5F84-4159-78E8-139C883E44FD}"/>
              </a:ext>
            </a:extLst>
          </p:cNvPr>
          <p:cNvSpPr txBox="1"/>
          <p:nvPr/>
        </p:nvSpPr>
        <p:spPr>
          <a:xfrm>
            <a:off x="87132" y="830997"/>
            <a:ext cx="6171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properties of the summation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C6E5BB6-F550-8CB8-D14E-6E59CE5C2FE9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618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29C63-12FC-187B-F996-178A6CD42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6924A2F-C281-9701-090E-57BC3114AD80}"/>
              </a:ext>
            </a:extLst>
          </p:cNvPr>
          <p:cNvSpPr txBox="1"/>
          <p:nvPr/>
        </p:nvSpPr>
        <p:spPr>
          <a:xfrm>
            <a:off x="87132" y="830997"/>
            <a:ext cx="6171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properties of the summation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9962346-06ED-9484-6882-04FBF9E4C12A}"/>
                  </a:ext>
                </a:extLst>
              </p:cNvPr>
              <p:cNvSpPr txBox="1"/>
              <p:nvPr/>
            </p:nvSpPr>
            <p:spPr>
              <a:xfrm>
                <a:off x="87132" y="1292662"/>
                <a:ext cx="4366580" cy="11005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9962346-06ED-9484-6882-04FBF9E4C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1292662"/>
                <a:ext cx="4366580" cy="11005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3EE94B52-4462-F76E-3C40-439F709D1D0D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379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4F27C-114B-9B55-3EE6-CB025ADAD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00045B8-63A3-7C30-857C-69F36A16DD8A}"/>
              </a:ext>
            </a:extLst>
          </p:cNvPr>
          <p:cNvSpPr txBox="1"/>
          <p:nvPr/>
        </p:nvSpPr>
        <p:spPr>
          <a:xfrm>
            <a:off x="87132" y="830997"/>
            <a:ext cx="6171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properties of the summation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E1FBAD8-9D5A-9C11-E010-82DB6154E807}"/>
                  </a:ext>
                </a:extLst>
              </p:cNvPr>
              <p:cNvSpPr txBox="1"/>
              <p:nvPr/>
            </p:nvSpPr>
            <p:spPr>
              <a:xfrm>
                <a:off x="87132" y="1292662"/>
                <a:ext cx="4366580" cy="11005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E1FBAD8-9D5A-9C11-E010-82DB6154E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1292662"/>
                <a:ext cx="4366580" cy="11005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D0C3C90-E013-C580-7E5D-C30AC1DDED83}"/>
                  </a:ext>
                </a:extLst>
              </p:cNvPr>
              <p:cNvSpPr txBox="1"/>
              <p:nvPr/>
            </p:nvSpPr>
            <p:spPr>
              <a:xfrm>
                <a:off x="87132" y="2393220"/>
                <a:ext cx="4227760" cy="11005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D0C3C90-E013-C580-7E5D-C30AC1DDE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2393220"/>
                <a:ext cx="4227760" cy="11005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1321E94A-BC62-6278-2CA3-A809D9CE7308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733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BE281-4E34-F6FD-F14A-699C88FC3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ole tekstowe 10">
            <a:extLst>
              <a:ext uri="{FF2B5EF4-FFF2-40B4-BE49-F238E27FC236}">
                <a16:creationId xmlns:a16="http://schemas.microsoft.com/office/drawing/2014/main" id="{1ADBD4C5-B3DE-C75C-D46E-CD88E3DF59D2}"/>
              </a:ext>
            </a:extLst>
          </p:cNvPr>
          <p:cNvSpPr txBox="1"/>
          <p:nvPr/>
        </p:nvSpPr>
        <p:spPr>
          <a:xfrm>
            <a:off x="87132" y="830997"/>
            <a:ext cx="6171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properties of the summation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C32CF09-554F-E934-877F-5CF1999ECB12}"/>
                  </a:ext>
                </a:extLst>
              </p:cNvPr>
              <p:cNvSpPr txBox="1"/>
              <p:nvPr/>
            </p:nvSpPr>
            <p:spPr>
              <a:xfrm>
                <a:off x="87132" y="1292662"/>
                <a:ext cx="4366580" cy="11005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C32CF09-554F-E934-877F-5CF1999EC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1292662"/>
                <a:ext cx="4366580" cy="11005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7B89BB6-6544-2BFF-EDC1-B3A3E44D46FE}"/>
                  </a:ext>
                </a:extLst>
              </p:cNvPr>
              <p:cNvSpPr txBox="1"/>
              <p:nvPr/>
            </p:nvSpPr>
            <p:spPr>
              <a:xfrm>
                <a:off x="87132" y="2393220"/>
                <a:ext cx="4227760" cy="11005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7B89BB6-6544-2BFF-EDC1-B3A3E44D4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2393220"/>
                <a:ext cx="4227760" cy="11005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8AD58E7-A59A-F80A-C6FF-2178EC58EDE8}"/>
                  </a:ext>
                </a:extLst>
              </p:cNvPr>
              <p:cNvSpPr txBox="1"/>
              <p:nvPr/>
            </p:nvSpPr>
            <p:spPr>
              <a:xfrm>
                <a:off x="87132" y="3578892"/>
                <a:ext cx="3107196" cy="11005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𝐶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8AD58E7-A59A-F80A-C6FF-2178EC58E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3578892"/>
                <a:ext cx="3107196" cy="11005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45D932CC-5725-1556-0463-995E43C67B2B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249E1C88-4880-A263-3BE3-93D71F53EFC1}"/>
                  </a:ext>
                </a:extLst>
              </p14:cNvPr>
              <p14:cNvContentPartPr/>
              <p14:nvPr/>
            </p14:nvContentPartPr>
            <p14:xfrm>
              <a:off x="4578480" y="3321000"/>
              <a:ext cx="4826160" cy="168948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249E1C88-4880-A263-3BE3-93D71F53EF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69120" y="3311640"/>
                <a:ext cx="4844880" cy="170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21302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ECCAA-2D72-6EDE-4F05-D25885DD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ole tekstowe 10">
            <a:extLst>
              <a:ext uri="{FF2B5EF4-FFF2-40B4-BE49-F238E27FC236}">
                <a16:creationId xmlns:a16="http://schemas.microsoft.com/office/drawing/2014/main" id="{7EC8824F-45AE-94B6-9B9B-F0F59AF3FA1B}"/>
              </a:ext>
            </a:extLst>
          </p:cNvPr>
          <p:cNvSpPr txBox="1"/>
          <p:nvPr/>
        </p:nvSpPr>
        <p:spPr>
          <a:xfrm>
            <a:off x="87132" y="830997"/>
            <a:ext cx="6171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properties of the summation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91EB04D-3909-DFF2-FADD-B488B47250FA}"/>
                  </a:ext>
                </a:extLst>
              </p:cNvPr>
              <p:cNvSpPr txBox="1"/>
              <p:nvPr/>
            </p:nvSpPr>
            <p:spPr>
              <a:xfrm>
                <a:off x="87132" y="1292662"/>
                <a:ext cx="4366580" cy="11005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91EB04D-3909-DFF2-FADD-B488B4725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1292662"/>
                <a:ext cx="4366580" cy="11005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344768A-C79E-9EDB-5FAD-BE00A830E757}"/>
                  </a:ext>
                </a:extLst>
              </p:cNvPr>
              <p:cNvSpPr txBox="1"/>
              <p:nvPr/>
            </p:nvSpPr>
            <p:spPr>
              <a:xfrm>
                <a:off x="87132" y="2393220"/>
                <a:ext cx="4227760" cy="11005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344768A-C79E-9EDB-5FAD-BE00A830E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2393220"/>
                <a:ext cx="4227760" cy="11005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B52A832-DDF4-29C2-2C0C-63159F465FD2}"/>
                  </a:ext>
                </a:extLst>
              </p:cNvPr>
              <p:cNvSpPr txBox="1"/>
              <p:nvPr/>
            </p:nvSpPr>
            <p:spPr>
              <a:xfrm>
                <a:off x="87132" y="3578892"/>
                <a:ext cx="3107196" cy="11005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𝐶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B52A832-DDF4-29C2-2C0C-63159F465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3578892"/>
                <a:ext cx="3107196" cy="11005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361DB50-2521-C69D-1BDE-DBF82642FB9B}"/>
                  </a:ext>
                </a:extLst>
              </p:cNvPr>
              <p:cNvSpPr txBox="1"/>
              <p:nvPr/>
            </p:nvSpPr>
            <p:spPr>
              <a:xfrm>
                <a:off x="87132" y="4764564"/>
                <a:ext cx="4771626" cy="1281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𝑗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𝑑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naryPr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𝑗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𝑑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361DB50-2521-C69D-1BDE-DBF82642F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" y="4764564"/>
                <a:ext cx="4771626" cy="12813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503838A0-D637-4243-B385-8C0E720A5FF4}"/>
              </a:ext>
            </a:extLst>
          </p:cNvPr>
          <p:cNvSpPr txBox="1"/>
          <p:nvPr/>
        </p:nvSpPr>
        <p:spPr>
          <a:xfrm>
            <a:off x="3915756" y="0"/>
            <a:ext cx="436048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05444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2579</TotalTime>
  <Words>1875</Words>
  <Application>Microsoft Office PowerPoint</Application>
  <PresentationFormat>Panoramiczny</PresentationFormat>
  <Paragraphs>158</Paragraphs>
  <Slides>33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67</cp:revision>
  <dcterms:created xsi:type="dcterms:W3CDTF">2024-10-31T12:17:59Z</dcterms:created>
  <dcterms:modified xsi:type="dcterms:W3CDTF">2025-10-29T10:55:36Z</dcterms:modified>
</cp:coreProperties>
</file>