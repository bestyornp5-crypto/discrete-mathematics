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1" r:id="rId3"/>
    <p:sldId id="284" r:id="rId4"/>
    <p:sldId id="283" r:id="rId5"/>
    <p:sldId id="282" r:id="rId6"/>
    <p:sldId id="263" r:id="rId7"/>
    <p:sldId id="286" r:id="rId8"/>
    <p:sldId id="285" r:id="rId9"/>
    <p:sldId id="265" r:id="rId10"/>
    <p:sldId id="287" r:id="rId11"/>
    <p:sldId id="266" r:id="rId12"/>
    <p:sldId id="267" r:id="rId13"/>
    <p:sldId id="268" r:id="rId14"/>
    <p:sldId id="273" r:id="rId15"/>
    <p:sldId id="290" r:id="rId16"/>
    <p:sldId id="289" r:id="rId17"/>
    <p:sldId id="288" r:id="rId18"/>
    <p:sldId id="279" r:id="rId19"/>
    <p:sldId id="293" r:id="rId20"/>
    <p:sldId id="292" r:id="rId21"/>
    <p:sldId id="291" r:id="rId22"/>
    <p:sldId id="281" r:id="rId23"/>
    <p:sldId id="29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5-22T09:29:34.5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4039 11465 0,'-35'0'15,"17"18"1,1-18 15,52-18-15,0 1 0,36-36-1,17-53 1,0-18-1,-17 36 1,-18 18 0,-18 34 15,-35 19-15,0 52-1,-18 36 1,18 70-1,-17 53 1,-1 0 0,18-18-1,0-88 1,-18 18 0,36-88-1</inkml:trace>
  <inkml:trace contextRef="#ctx0" brushRef="#br0" timeOffset="619.69">4745 11254 0,'0'0'0,"-35"-36"31,-1 19 1,19 34-32,-1 54 15,18 35 1,0 52-1,53-16 1,18-37 0,17-87-1,0-106 1,-35-18 0,17-70-1,-52-1 1,-53 36-1,-53 53 1,-1 106 0,19 87-1,52 37 1,36-54 0</inkml:trace>
  <inkml:trace contextRef="#ctx0" brushRef="#br0" timeOffset="1951.68">5486 11712 0,'17'0'31,"19"0"-15,-1-35 0,-17 0-1,-1 17-15,1-35 16,-18 18-1,-18-18 1,-17 35 0,-36 71 15,36 35-15,53 1-1,35 34 1,52-88 15,-52-70-15</inkml:trace>
  <inkml:trace contextRef="#ctx0" brushRef="#br0" timeOffset="2312.02">5821 11589 0,'0'0'0,"0"-18"31,17 89 0,-17-1-15,0 1-1,0-36 1,18-17 0,17-54-1,18-34 1,36-1 15,-72 124-15,-17-17-1,0 16 1,18-52 0</inkml:trace>
  <inkml:trace contextRef="#ctx0" brushRef="#br0" timeOffset="3108.58">6174 11748 0,'0'-18'15,"17"-17"1,19-1 0,-1 19-1,0-1 1,-17 36-16,-1-1 16,-17 36-1,-17 18 1,17-18-1,17-53 1,36-18 0,-17-17-1,-1 0 1,0 17 0,-17 18-1,-18 18 1,0 17-1,17-18 1,-17 1 0,36-18-1,-1 0 1,0-53 0,1 0-1,-19-17 1,-34 34-1,-19 19 1,-17 52 0,18 89 15,35-107-15</inkml:trace>
  <inkml:trace contextRef="#ctx0" brushRef="#br0" timeOffset="3468.35">6791 11677 0,'0'0'0,"18"-18"16,35-35-1,-18-35 1,0 0 0,0 0-1,-35 0 1,0 35 0,-17 53-1,-19 35 1,1 53-1,18 89 1,17-1 0,17-70-1,1-89 1</inkml:trace>
  <inkml:trace contextRef="#ctx0" brushRef="#br0" timeOffset="3831.85">7056 11748 0,'52'-18'31,"-104"36"-31,210-160 32,-105 37-17,-35 34 1,17-35-1,-52 36 1,-19 70 0,-17 35-1,0 35 1,18 54 0,35-71-16,0 53 15,35 70 1,54-52-1,16-107 1,-52-70 0,0-17-1</inkml:trace>
  <inkml:trace contextRef="#ctx0" brushRef="#br0" timeOffset="4234.16">7497 11818 0,'0'18'15,"0"-36"-15,17 53 16,18-35 0,18-17-1,-35-19 1,0-16 0,-18-1-1,-36 17 1,1 54-1,0 35 1,70 70 15,0-87-15,-17-36 0</inkml:trace>
  <inkml:trace contextRef="#ctx0" brushRef="#br0" timeOffset="4500.67">7743 11748 0,'18'17'16,"35"89"15,-18-106-15,18-53-1,-35-53 1,-18 0-1,-18 71 1,-52 17 0,34 89-1,19-18 1,17 0 0,0-18-16</inkml:trace>
  <inkml:trace contextRef="#ctx0" brushRef="#br0" timeOffset="4717.85">8043 11095 0,'18'-18'15,"-18"106"1,-18 89-1,18-124 1,-35 211 0,53-228-1,-18-19 1</inkml:trace>
  <inkml:trace contextRef="#ctx0" brushRef="#br0" timeOffset="5404.96">8449 11536 0,'0'53'15,"0"-36"1,0 107 0,-18-106-16,36 17 31</inkml:trace>
  <inkml:trace contextRef="#ctx0" brushRef="#br0" timeOffset="5547.43">8484 11271 0,'18'53'31,"-18"-35"-16</inkml:trace>
  <inkml:trace contextRef="#ctx0" brushRef="#br0" timeOffset="5930.29">8590 11659 0,'0'18'16,"0"-36"-16,18 36 16,17-18-1,0-35 1,-17 17 0,35 0-1,-35 36 1,-18 0-1,0-1-15,17 54 16,-17-36 0,18-17-1,35-36 1,-36 1 0,36-19-1,-17 107 16,-1-54-15</inkml:trace>
  <inkml:trace contextRef="#ctx0" brushRef="#br0" timeOffset="6717.83">9454 11271 0,'0'-17'15,"18"34"17,-18 54-17,0-36 1,18 212-1,-1-35 17,-34-177-17,17-35 1,0-106 0,0-35-1,0 88 1,35-229-1,71 123 17,-89 142-17,107 34 1,-106 1 0,-18 52 15,-71 1-16,-70 35 17</inkml:trace>
  <inkml:trace contextRef="#ctx0" brushRef="#br0" timeOffset="7014.87">9737 11624 0,'-18'53'16,"36"-106"-16,-18 194 31,17-123-31,1-1 16,35-34-1,-18-71 1,-35 17-1,-106 18 17,71 106-17,17 0 1,18 0 0</inkml:trace>
  <inkml:trace contextRef="#ctx0" brushRef="#br0" timeOffset="7426.65">9913 11730 0,'18'-35'31,"-36"70"-31,106-176 31,-52 105-31,52-158 31,-71 106-15,-17 35 0,-35 53-1,17 36 1,-17 52 0,35-53-16,0 71 15,18 35 1,17-35-1,18-71 1,-18-52 0,18-72-1,-35 89 17,-18 141-1,17-123 0</inkml:trace>
  <inkml:trace contextRef="#ctx0" brushRef="#br0" timeOffset="7556.93">10354 11448 0,'0'0'16,"18"53"15</inkml:trace>
  <inkml:trace contextRef="#ctx0" brushRef="#br0" timeOffset="8124.59">10619 11624 0,'-18'-18'16,"36"36"-16,-71-36 31,53 36-15,0 70 0,0 36 30,-18-54-30,0-52-16,-52 0 16,17-107 15,53 54-15,-18 17-16</inkml:trace>
  <inkml:trace contextRef="#ctx0" brushRef="#br0" timeOffset="8517.2">10777 11289 0,'0'0'0,"36"-88"15,-36 70-15,17-17 31,-34 158 1,17-70-17,-36 194 1,36-70 15,0-160-15,71-70-1,-71 36 1,53-36 0,-53 159 15,0-71-15,70 35-1</inkml:trace>
  <inkml:trace contextRef="#ctx0" brushRef="#br0" timeOffset="9126.26">11553 11289 0,'-17'-53'31,"34"106"-31,-69-159 31,16 106-15,-17 53-1,0 35 1,18 53 0,35 0-1,35-35 1,54-70 0,-72-36-16</inkml:trace>
  <inkml:trace contextRef="#ctx0" brushRef="#br0" timeOffset="9424.93">11730 11606 0,'-18'18'16,"36"-36"-16,-89 142 31,89-54-15,17-17-1,18-70 1,0-36 0,-18 0-1,-35 0 1,0 35-16,-88 36 31,35 35-15,53-18-1,0-17-15,18-1 16</inkml:trace>
  <inkml:trace contextRef="#ctx0" brushRef="#br0" timeOffset="9738.66">11977 11659 0,'-18'0'15,"1"18"1,17 35 0,0-35-16,35 70 31,18-106-15,35-88 15,-70 36-16,-18 52-15,-18 53 32,0 18-17,36 18 1,17-54 0</inkml:trace>
  <inkml:trace contextRef="#ctx0" brushRef="#br0" timeOffset="10078.29">12330 11659 0,'17'-17'16,"-17"34"-1,0 36 1,0 18 0,0-18-1,0-36 1,18-17-16,70-88 31,-35 18-15,0 34 15</inkml:trace>
  <inkml:trace contextRef="#ctx0" brushRef="#br0" timeOffset="10375.03">12823 11642 0,'-17'-36'31,"34"72"-31,-52-107 16,18 71 15,-1 18-15,0 52-1,18 19 1,0-19 0,-35-17-1,17-53 1,-17-35 0,17-1-1</inkml:trace>
  <inkml:trace contextRef="#ctx0" brushRef="#br0" timeOffset="10720.07">12823 11800 0,'89'-17'31,"-178"34"-31,266-105 31,-159 35-15,-18 18-1,0 17-15,-71 1 32,53 70-17,18 17 1,53 1-1,0-54 1,35-52 0</inkml:trace>
  <inkml:trace contextRef="#ctx0" brushRef="#br0" timeOffset="11686.63">11536 11501 0,'0'-18'31,"0"0"1,-18 18-17,-17 0 17,-18 18-17,18 17 1,-1-17-1,36 35 17</inkml:trace>
  <inkml:trace contextRef="#ctx0" brushRef="#br0" timeOffset="12330.96">11359 11236 0,'36'18'15,"-19"-1"1,-17 1-16</inkml:trace>
  <inkml:trace contextRef="#ctx0" brushRef="#br0" timeOffset="12536.2">11465 11165 0,'18'18'16,"70"35"15</inkml:trace>
  <inkml:trace contextRef="#ctx0" brushRef="#br0" timeOffset="16078.59">4568 12383 0,'0'-18'15,"-35"0"16,-18 18 1,36 18-17,-54 52 1,-17 195 15,88-212-15,18 123-1,34-105 1,-34-71 0,88-71-1,-88 18 1,-18 18 0,0 17-16,-71-34 15,-17 69 1,17 36-1,71-18 1,0 36 0</inkml:trace>
  <inkml:trace contextRef="#ctx0" brushRef="#br0" timeOffset="17149.28">8449 12647 0,'0'18'16,"-18"70"15,18-70-15,0 123 0,0-35 15</inkml:trace>
  <inkml:trace contextRef="#ctx0" brushRef="#br0" timeOffset="17373.59">8431 12383 0,'0'0'0,"0"-53"47,-17 70-16,17 19-15,0-19-16</inkml:trace>
  <inkml:trace contextRef="#ctx0" brushRef="#br0" timeOffset="17780.54">8555 12753 0,'0'0'31,"18"-18"-15,-1 18 31,1 0-31,-1 18-1,-17 17 1,18-17-1,0-18 1,-1 0-16,54-71 31,-18 54-15,17 87 15,-52-17-15,0-35-16</inkml:trace>
  <inkml:trace contextRef="#ctx0" brushRef="#br0" timeOffset="18389.4">9878 12418 0,'0'-18'16,"0"36"-16,-71-53 31,18 52-15,18 1-1,0 17-15,-1 18 16,-34 70 0,52 1-1,18-71 1,18-18-16,0 0 16,34-35-1,-34 0-15,35-105 31,-53 52-15,0 17 0,35 72 15,18-19-15,35-17-1,-70 0-15</inkml:trace>
  <inkml:trace contextRef="#ctx0" brushRef="#br0" timeOffset="18829.31">10054 12735 0,'18'0'16,"35"-35"15,-36 17-31,19-52 31,-54 52-15,-35 36-1,0 35 1,36 0 0,17 17-1,35 1 1,35-71-1,-17-36 1</inkml:trace>
  <inkml:trace contextRef="#ctx0" brushRef="#br0" timeOffset="19093.88">10372 12700 0,'17'18'31,"-34"-36"-31,34 106 31,-34-53-15,17 1-1,17-36 1,19-18 0,34-88 15</inkml:trace>
  <inkml:trace contextRef="#ctx0" brushRef="#br0" timeOffset="19673.36">10601 12735 0,'0'0'0,"0"18"31,0 52 1,0-52-32,18 17 31,-1-52-16,36-36 1,-18 18 0,1 17-1,-36 53 17,0 0-17,0 1 1,35-36-1,-17-18 1,17 0 0,0 18 15,-17 18-15,-1 0-1,1-18 1,17 0-1,-17-18 1</inkml:trace>
  <inkml:trace contextRef="#ctx0" brushRef="#br0" timeOffset="19921.96">11024 12823 0,'0'0'0,"0"36"31,0-19-15,18 19-1,17-36 1,1-53-1,-19 17 1,-17 19-16,0-18 16,-35 17-1,17 18 1,1 53 0,34 0-1,19-18 1,-19-17-16,54-36 31</inkml:trace>
  <inkml:trace contextRef="#ctx0" brushRef="#br0" timeOffset="20284.29">11359 12735 0,'0'0'0,"0"36"32,0-19-17,0 1 1,0-1-16,36-34 15,-1-18 1,0 17-16,-17 0 16,17 18-1,-17 36 1,-1 16 0,1-34-1,17-18 1,-35-18-16,18 1 15</inkml:trace>
  <inkml:trace contextRef="#ctx0" brushRef="#br0" timeOffset="21033.51">12294 12665 0,'-35'-36'31,"0"36"-15,-18 36 0,18 34-1,17 1 1,36-18 0,-18-36-16,35 1 15,35-36 1,-17-17-1</inkml:trace>
  <inkml:trace contextRef="#ctx0" brushRef="#br0" timeOffset="21266.04">12383 12771 0,'0'0'0,"0"17"15,-18 18 1,36 1 0,17-1-1,18-53 1,35-70 15,-88 53-15,-35 17-1,-1 54 1,1-1 0,35 0-1,18-17-15</inkml:trace>
  <inkml:trace contextRef="#ctx0" brushRef="#br0" timeOffset="21609.29">12682 12735 0,'0'0'0,"-17"71"31,34-18-15,1-36-1,0-17-15,52-35 32,-17-35-17,-35 34 1,-18 1-1,-18 70 1,36 1 0,-18-19-16,0 36 15,53-18 1</inkml:trace>
  <inkml:trace contextRef="#ctx0" brushRef="#br0" timeOffset="21885.88">13123 12735 0,'0'0'0,"18"53"31,-18-35-31,-18 35 32,54-53-1,34-53-15,-52 35-16,35-17 15</inkml:trace>
  <inkml:trace contextRef="#ctx0" brushRef="#br0" timeOffset="22238.46">13547 12682 0,'-18'-17'15,"-17"34"17,35 54-17,0-18 1,-18 17-1,0-17 1,-17-17 0,0-36-1</inkml:trace>
  <inkml:trace contextRef="#ctx0" brushRef="#br0" timeOffset="22546.5">13564 12841 0,'106'18'32,"-212"-36"-32,265 18 15,-141-18-15,70-52 31,-53 35-15,-35-18 0,-17 53-1,-19 17 1,19 36 0,70 71 15,-53-89-31,35-17 15,0-1 1</inkml:trace>
  <inkml:trace contextRef="#ctx0" brushRef="#br0" timeOffset="24625.95">4374 13582 0,'0'0'0,"0"-18"16,0 1-1,-17 34 1,17 1-16,-18 17 15,-17 53 1,35-70-16,-35 53 16,35-36-16,-18 18 15,18-18 1,18-17 0,35-54-1,-1-16 1,-16 16-1,-19 36 1,-34 124 0,-1-18-1,18 35 17,0-124-17</inkml:trace>
  <inkml:trace contextRef="#ctx0" brushRef="#br0" timeOffset="25638.78">8414 13741 0,'-18'-18'31,"0"53"-15,18 71 15,0-53-15,18-35-16,-18-1 16,18 1-1</inkml:trace>
  <inkml:trace contextRef="#ctx0" brushRef="#br0" timeOffset="25822.88">8449 13476 0,'0'0'0,"18"-18"31,-18 71 1</inkml:trace>
  <inkml:trace contextRef="#ctx0" brushRef="#br0" timeOffset="26235.5">8520 13847 0,'17'-18'32,"19"18"-1,-19 18-16,1 17 1,-1 18 0,1-53-16,17 35 31,1-53-15,-1 1-1,0-1 1,0 89 15,1-54-15,34-34-1</inkml:trace>
  <inkml:trace contextRef="#ctx0" brushRef="#br0" timeOffset="27438.66">9772 13600 0,'0'-18'46,"-18"18"-30,1 0 15,-1 0-15,-53 35 15,71-17-15,-17 0-16,17 34 15,35 72 17,-35-54-17,-35 1 17,-18-36-17,35-35-15,-52 0 31</inkml:trace>
  <inkml:trace contextRef="#ctx0" brushRef="#br0" timeOffset="27907.47">9878 13882 0,'-18'17'15,"18"89"17,-17 0-17,-1 71 16,0-89-15,1-71-16,17-70 31,17-52-15,1-19 0,17-17-1,-17 70 1,35-17-1,-36 71-15,72 17 32,-89 53-17,-18 17 1,-35-35 0,18-17-1,17-18 1</inkml:trace>
  <inkml:trace contextRef="#ctx0" brushRef="#br0" timeOffset="28222.08">10054 13917 0,'0'53'31,"0"-106"-31,18 124 16,-1-54-16,54 1 31,0-71-15,-19 0-1,-52-17 1,-17 52 0,-36 0-1,35 36 1,18 35-1,18 0 1,35-18 0</inkml:trace>
  <inkml:trace contextRef="#ctx0" brushRef="#br0" timeOffset="28548.8">10478 13829 0,'0'0'0,"-18"18"32,18 17-17,18-18 1,17 1 15,18-53-15,0-18-1,-36 35 1,1 18 0,-36 88-1,18-35 1,0 0-1</inkml:trace>
  <inkml:trace contextRef="#ctx0" brushRef="#br0" timeOffset="28722.63">10813 13829 0,'0'0'0,"0"18"15,0 34 1,17 1 0,-17-35-1,18-18 1</inkml:trace>
  <inkml:trace contextRef="#ctx0" brushRef="#br0" timeOffset="28848.59">10883 13617 0,'0'-17'32,"0"34"-32,0 19 31</inkml:trace>
  <inkml:trace contextRef="#ctx0" brushRef="#br0" timeOffset="29187.9">11148 13811 0,'-18'-17'31,"-17"34"0,17 19-15,1 52-1,-1 0 1,0-18 0,1-52-1,-36-53 1,35 0-1,0-36 1</inkml:trace>
  <inkml:trace contextRef="#ctx0" brushRef="#br0" timeOffset="29563.34">11236 13600 0,'35'-71'31,"-70"142"-31,88-142 16,-35 159 15,-18 18-15,0 0-1,0-53 1,52 0 15,-16-89-15,-1 1 0,-17 53-1,-1 17 1,1 53-1,17-35 1,-17-53-16</inkml:trace>
  <inkml:trace contextRef="#ctx0" brushRef="#br0" timeOffset="30547.94">12259 13741 0,'-35'0'32,"-1"17"-17,19 1-15,-1 35 16,1 106 15,69-89 0,19-87-15,-18-36 0,0 0 15,-71 70-15,18 19-1,36 17 1,-1-36-1,18-34 1,-18-19 0,0-34-1,-52 17 1,-1 35 0,-35 18-1,35 53 1,36-18-1,-18-17-15</inkml:trace>
  <inkml:trace contextRef="#ctx0" brushRef="#br0" timeOffset="30842.97">12647 13882 0,'0'35'31,"18"36"1,17-54-17,88-105 17,-70 0-17,-53 53 1,-35 52-1,17 124 17,54-105-17,-1-36 1</inkml:trace>
  <inkml:trace contextRef="#ctx0" brushRef="#br0" timeOffset="31281.76">13070 13882 0,'-17'35'47,"17"71"-16,17-88-15,1-18 0,53-53-1,-1 0 1,-17 0 0,-35 35-1,-1 1-15,1-1 16</inkml:trace>
  <inkml:trace contextRef="#ctx0" brushRef="#br0" timeOffset="31640.25">13511 13829 0,'-17'0'32,"-19"18"-1,36-1-31,-17 89 31,-1-53-15,1-18-1,-19-17 1,1-36 0,0-17-1,-1 17-15</inkml:trace>
  <inkml:trace contextRef="#ctx0" brushRef="#br0" timeOffset="32032.87">13653 13882 0,'0'0'0,"35"0"16,18-18 0,35 1 15,-70-1-15,-18-17-1,-18 17 1,-35 0-1,0 54 1,0 17 0,88 123 15,18-158-15,-17-18-16,17-18 15</inkml:trace>
  <inkml:trace contextRef="#ctx0" brushRef="#br0" timeOffset="51097.96">14905 11236 0,'18'53'32,"-18"17"-17,-18-17 1,18 0 0,0 0-1,-18 35 1,1-17-1,17 35 1,-18 17 0,36-17-1,-18-18 1,17 0 0,1-17-1,17 0 1,0-18-1,1-18 1,-19-35-16,1 17 16,17 1-1,1-36 17,-19 1-17,-34 17 16,-1-18-15,0 18 0,-17 18-1,17 17 1,1 36 0,17 105 15,0-35-16,0-106-15,0 54 16,0 34 0,0 1-1,-18-19 1,-17 1 0,-18 0-1,-71-18 16,54-123-15,-36-36 0</inkml:trace>
  <inkml:trace contextRef="#ctx0" brushRef="#br0" timeOffset="69983.55">15452 12224 0,'17'0'110,"19"0"-95,-1 0 1,0 17 0,-17-17-1,-1 18 1,-17 0-16,0-1 16,0 19-1,-17 34 1,-1-17-1,18-18 1,18 1 0,-1-19-16,72-34 31,-72-1-31</inkml:trace>
  <inkml:trace contextRef="#ctx0" brushRef="#br0" timeOffset="70289.81">15893 12365 0,'0'0'0,"0"53"16,17 17-1,19-17 1,34-53-1,-17-35 1,18-36 0,-54-17-1,-17 53 1,-70 0 0,17 35-1,-18 70 1,54-52-16,-1 52 15</inkml:trace>
  <inkml:trace contextRef="#ctx0" brushRef="#br0" timeOffset="70984.96">16492 12400 0,'-17'-17'15,"17"52"1,0 0-16,-18 141 31,18-52-15,-18-71 0,18-36-16,0 19 15,0-54 1,0 0-16,0-34 15,0-37 1,18-34 0,0-1-1,35 54 1,-18 35 0,0 35-1,-17 17 1,-1-17-16,-17 18 31,-35 0-15,18-1-1,-36 1 1</inkml:trace>
  <inkml:trace contextRef="#ctx0" brushRef="#br0" timeOffset="71320.34">16722 12453 0,'0'0'0,"35"0"15,53-35 16,-35 0-15,0-36 15,-88 36-15,-1 35 0,1 35-1,18 18 1,34 0-1,36-18 1,-18-17 0</inkml:trace>
  <inkml:trace contextRef="#ctx0" brushRef="#br0" timeOffset="71616.36">17127 12347 0,'-17'18'16,"17"52"15,35-52-15,36-36 0,-19-34-1,-16-19 1,-54 18-1,-17 35 1,-18 36 0,35 0-16,18-1 15,-17 54 1,34-36 0</inkml:trace>
  <inkml:trace contextRef="#ctx0" brushRef="#br0" timeOffset="71844.97">17339 12294 0,'-18'53'16,"1"-17"0,-19 158-1,1-53 1,0-36-1,0-69 1,17-36 0,0-18-1,18-35 1</inkml:trace>
  <inkml:trace contextRef="#ctx0" brushRef="#br0" timeOffset="72077.89">17321 12294 0,'0'0'0,"89"-53"16,-19 71 15,-52 17-15,-18-17-1,-53 70 1,-35-70 15,70-53-15</inkml:trace>
  <inkml:trace contextRef="#ctx0" brushRef="#br0" timeOffset="72672.63">17551 12347 0,'0'0'0,"70"18"31,-52-36-31,52-17 16,-17-18-1,-17 18-15,17-36 16,-1-17 0,-16 0-1,-36 17 1,0 36-1,-18 35 1,0 18-16,-52 140 31,70-17-15,0-35 0,53-35-1,0-53 1,17-36-1,-34-35 1,-19 18 0,-17-1-1,-53 36 1,-17 142 15,140-72-15,1-52-1,105-54 1</inkml:trace>
  <inkml:trace contextRef="#ctx0" brushRef="#br0" timeOffset="89107.63">14764 15311 0,'17'17'47,"-17"1"16,-17-1-48,-1 1 1,-17 17-1,-18 1 1,18-19 0,17 1-16,-35 0 15,0-1 1,18 1 0,17 0-1,54-1 1,34 1-1,36 17 1,17 0 0,-70-35-1,36 0 1,-72-17-16</inkml:trace>
  <inkml:trace contextRef="#ctx0" brushRef="#br0" timeOffset="89457.61">14464 15840 0,'53'0'32,"70"17"-1,-52-17-16,-36-17-15,18-1 16,-18 18-16</inkml:trace>
  <inkml:trace contextRef="#ctx0" brushRef="#br0" timeOffset="90062.81">15117 15293 0,'0'0'0,"-18"-35"31,18 17-15,0 0-16,35 1 31,0 17-15,1 0-1,17 17 1,-36 1-16,1 0 15,0-1 1,-36 54 0,-35 17-1,35-17 1,-17 34 0,35 1-1,53-53 1,0-18-1,17-52 1,-34 17 0</inkml:trace>
  <inkml:trace contextRef="#ctx0" brushRef="#br0" timeOffset="90438.66">15646 15399 0,'-18'-18'15,"36"36"-15,-36-18 16,0 141 15,54-53-15,-19-53-16,36 1 15,18-36 1,-18-53 0,0-53-1,-71-18 1,-35 36 0,0 53-1,-53 53 1,36 52-1,35 18 1</inkml:trace>
  <inkml:trace contextRef="#ctx0" brushRef="#br0" timeOffset="91873.15">13476 15275 0,'-18'-35'32,"18"17"-17,0-17 1,-17 35-1,34 18 1,1 70 0,0 71-1,-18-18 1,0-71-16,17 36 16,-17 18-1,-17-71 1,17-89-1,-18-34 1,0-54 0,1-34-1,34-1 1,19 53 0,17-18-1,17 89 1,1 53-1,-54 35 1,-17 17 0,-17-52-1,-89 70 1,0-53 0</inkml:trace>
  <inkml:trace contextRef="#ctx0" brushRef="#br0" timeOffset="93239.1">13000 15416 0,'-18'-17'47,"1"17"-31,-19 17 15,-17 19-15,0-1-1,18 0 1,18-17-16,-19 0 15,-17-1 1,18-17 0,17 0-1,1 0 1,34 0 0,36 35 15,36-17-16,34-18 1,1 0 0,-54-18-1</inkml:trace>
  <inkml:trace contextRef="#ctx0" brushRef="#br0" timeOffset="93545.19">12735 15804 0,'0'0'0,"18"-17"16,52 17 0,54 35-1,17-17 1,0-1-1</inkml:trace>
  <inkml:trace contextRef="#ctx0" brushRef="#br0" timeOffset="101397.57">11289 15646 0,'-18'17'15,"36"-17"79,0-17-78,34-19-1,1-16 1,-17 34 0,34-88-1,-17 18 1,-18 53-1,-17 17 1,-18 124 0,-35 70-1,-1 1 1,36-36 0,18-88-1,0-36 1</inkml:trace>
  <inkml:trace contextRef="#ctx0" brushRef="#br0" timeOffset="101948.87">11977 15610 0,'0'0'0,"-18"-17"16,1 17 0,-19 70-1,36 54 1,0-89 0,71 177-1,-1-159 1,1-53-1,-53-18 1,17 0-16,53-123 16,-70 88-1,-18-176 1,-18 194 0,-88-106-1,89 141 1,-125 141-1,107-88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BBD19-9D27-4423-8C2A-566AA19CC388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C18B9-B607-47D5-A964-24EA6499A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18B9-B607-47D5-A964-24EA6499A0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38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86C8-A0B6-D647-DB1F-E40DD527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B487333-11D0-E951-6C91-283F3A3A2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9A9CF85-9E3A-A386-D143-07472D3B1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35996C3-CB83-5649-CF02-ACF36BB4F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18B9-B607-47D5-A964-24EA6499A0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68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9A69-B5D2-58D0-C625-2132A325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321CC9E-A8F7-3D6E-F147-47C468B12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B3E07A2-9E07-F86B-05CB-22DAF9421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5AE4BD6-B4A6-4753-4EAF-A354EFF49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18B9-B607-47D5-A964-24EA6499A0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24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541E-F0F4-910F-10B9-5DE849A6D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520DF29-F096-8F6C-54AC-9569D6B09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07F1F1E-B610-3834-F24E-D171ABFE5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426A9E2-A425-20DE-0CFA-CFD430A58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18B9-B607-47D5-A964-24EA6499A0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9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CD48B60-268F-04B7-89D9-C418592E9087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49DC-D21D-4635-D0C4-D1204589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D60C8FD-F9B6-D8DE-8125-563A7637F36B}"/>
              </a:ext>
            </a:extLst>
          </p:cNvPr>
          <p:cNvSpPr txBox="1"/>
          <p:nvPr/>
        </p:nvSpPr>
        <p:spPr>
          <a:xfrm>
            <a:off x="176470" y="785277"/>
            <a:ext cx="101516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describes the way of counting the "cardinality"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(the size of the set) of two disjoint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(specifically: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two disjoint sets).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9D953FB-A3EB-A288-9595-8C0D9CB8B01E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6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2D46B-9476-CFC7-4FC3-8239F552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A3C6D44-B15C-899A-6A4F-062D7D5C91ED}"/>
              </a:ext>
            </a:extLst>
          </p:cNvPr>
          <p:cNvSpPr txBox="1"/>
          <p:nvPr/>
        </p:nvSpPr>
        <p:spPr>
          <a:xfrm>
            <a:off x="176470" y="785277"/>
            <a:ext cx="101516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describes the way of counting the "cardinality"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(the size of the set) of two disjoint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(specifically: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two disjoint sets).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745CDB6-F13F-505A-9A19-F9BF19456B54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106540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𝑆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denotes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size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infinite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the 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𝑆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745CDB6-F13F-505A-9A19-F9BF19456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1065401" cy="830997"/>
              </a:xfrm>
              <a:prstGeom prst="rect">
                <a:avLst/>
              </a:prstGeom>
              <a:blipFill>
                <a:blip r:embed="rId3"/>
                <a:stretch>
                  <a:fillRect l="-882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A8845D5A-7904-5B25-0E94-A9B44574AFA4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298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6FDD1-2C54-8485-C85F-B83EBE01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E4C8262D-6F19-EA1E-3FE4-483FCA0C58C9}"/>
              </a:ext>
            </a:extLst>
          </p:cNvPr>
          <p:cNvSpPr txBox="1"/>
          <p:nvPr/>
        </p:nvSpPr>
        <p:spPr>
          <a:xfrm>
            <a:off x="176470" y="785277"/>
            <a:ext cx="101516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describes the way of counting the "cardinality"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(the size of the set) of two disjoint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(specifically: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two disjoint sets).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A6C4353-F6D5-57F5-BCBC-37697A8DFC9B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106540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𝑆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denotes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size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infinite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the 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𝑆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A6C4353-F6D5-57F5-BCBC-37697A8DF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1065401" cy="830997"/>
              </a:xfrm>
              <a:prstGeom prst="rect">
                <a:avLst/>
              </a:prstGeom>
              <a:blipFill>
                <a:blip r:embed="rId3"/>
                <a:stretch>
                  <a:fillRect l="-882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ABA2664-BD01-3D25-3701-3BE9168F11A7}"/>
                  </a:ext>
                </a:extLst>
              </p:cNvPr>
              <p:cNvSpPr txBox="1"/>
              <p:nvPr/>
            </p:nvSpPr>
            <p:spPr>
              <a:xfrm>
                <a:off x="176469" y="2770436"/>
                <a:ext cx="11839061" cy="2583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cardinality of the union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∪…∪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the sum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cardinalities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+…+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equivalently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∪…∪</m:t>
                          </m:r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ABA2664-BD01-3D25-3701-3BE9168F1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770436"/>
                <a:ext cx="11839061" cy="2583721"/>
              </a:xfrm>
              <a:prstGeom prst="rect">
                <a:avLst/>
              </a:prstGeom>
              <a:blipFill>
                <a:blip r:embed="rId4"/>
                <a:stretch>
                  <a:fillRect l="-824" t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85CD666-07F2-1ECD-B606-F4DA520094D1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53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7695B-47BA-551B-0D22-6D03942F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85E86F6-D188-07B5-9E95-068C6C6B37E0}"/>
              </a:ext>
            </a:extLst>
          </p:cNvPr>
          <p:cNvSpPr txBox="1"/>
          <p:nvPr/>
        </p:nvSpPr>
        <p:spPr>
          <a:xfrm>
            <a:off x="176470" y="785277"/>
            <a:ext cx="101516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sum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describes the way of counting the "cardinality"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(the size of the set) of two disjoint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(specifically: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union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two disjoint sets).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FE4B089-32FB-CBFC-FAE5-F0E95C679DD5}"/>
                  </a:ext>
                </a:extLst>
              </p:cNvPr>
              <p:cNvSpPr txBox="1"/>
              <p:nvPr/>
            </p:nvSpPr>
            <p:spPr>
              <a:xfrm>
                <a:off x="176470" y="1985606"/>
                <a:ext cx="1106540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𝑆</m:t>
                        </m:r>
                      </m:e>
                    </m:d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denotes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size of the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infinite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of the 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𝑆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FE4B089-32FB-CBFC-FAE5-F0E95C679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1985606"/>
                <a:ext cx="11065401" cy="830997"/>
              </a:xfrm>
              <a:prstGeom prst="rect">
                <a:avLst/>
              </a:prstGeom>
              <a:blipFill>
                <a:blip r:embed="rId3"/>
                <a:stretch>
                  <a:fillRect l="-882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CE06DD1-7D97-A2E6-5190-F756322AF5D6}"/>
                  </a:ext>
                </a:extLst>
              </p:cNvPr>
              <p:cNvSpPr txBox="1"/>
              <p:nvPr/>
            </p:nvSpPr>
            <p:spPr>
              <a:xfrm>
                <a:off x="176469" y="2770436"/>
                <a:ext cx="11839061" cy="2583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reads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cardinality of the union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∪…∪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the sum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cardinalities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+…+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equivalently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∪…∪</m:t>
                          </m:r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CE06DD1-7D97-A2E6-5190-F756322AF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770436"/>
                <a:ext cx="11839061" cy="2583721"/>
              </a:xfrm>
              <a:prstGeom prst="rect">
                <a:avLst/>
              </a:prstGeom>
              <a:blipFill>
                <a:blip r:embed="rId4"/>
                <a:stretch>
                  <a:fillRect l="-824" t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10AC0F-AA47-2B94-91CF-6D7A388CB238}"/>
                  </a:ext>
                </a:extLst>
              </p:cNvPr>
              <p:cNvSpPr txBox="1"/>
              <p:nvPr/>
            </p:nvSpPr>
            <p:spPr>
              <a:xfrm>
                <a:off x="176468" y="5354157"/>
                <a:ext cx="11531490" cy="495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hold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pair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not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10AC0F-AA47-2B94-91CF-6D7A388CB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5354157"/>
                <a:ext cx="11531490" cy="495905"/>
              </a:xfrm>
              <a:prstGeom prst="rect">
                <a:avLst/>
              </a:prstGeom>
              <a:blipFill>
                <a:blip r:embed="rId5"/>
                <a:stretch>
                  <a:fillRect l="-846" t="-12195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763C9F6-2B6B-6A09-0F32-0AC192991DBF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73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DAD1D-4D9D-5338-C751-2D9407526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429334A-3457-63C3-1FE0-C37C3CC60552}"/>
              </a:ext>
            </a:extLst>
          </p:cNvPr>
          <p:cNvSpPr txBox="1"/>
          <p:nvPr/>
        </p:nvSpPr>
        <p:spPr>
          <a:xfrm>
            <a:off x="176470" y="785277"/>
            <a:ext cx="11957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allows us to count the number of elements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the union of sets that are not necessarily disjoint.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F98482A-C8BD-B65B-7037-4C4E66F82322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43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199A9-7F6F-EE28-5327-1A00AC098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6681918B-3797-CB3F-B29E-5FFC158139E4}"/>
              </a:ext>
            </a:extLst>
          </p:cNvPr>
          <p:cNvSpPr txBox="1"/>
          <p:nvPr/>
        </p:nvSpPr>
        <p:spPr>
          <a:xfrm>
            <a:off x="176470" y="785277"/>
            <a:ext cx="11957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allows us to count the number of elements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the union of sets that are not necessarily disjoint.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FC3FF53-F64A-B419-613F-A0750B16CB44}"/>
                  </a:ext>
                </a:extLst>
              </p:cNvPr>
              <p:cNvSpPr txBox="1"/>
              <p:nvPr/>
            </p:nvSpPr>
            <p:spPr>
              <a:xfrm>
                <a:off x="176469" y="1593414"/>
                <a:ext cx="1183906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reads as: the cardinality of the union of sets is equal to the sum of the individual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minus the intersection of the sets. Visually: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FC3FF53-F64A-B419-613F-A0750B16C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593414"/>
                <a:ext cx="11839061" cy="1569660"/>
              </a:xfrm>
              <a:prstGeom prst="rect">
                <a:avLst/>
              </a:prstGeom>
              <a:blipFill>
                <a:blip r:embed="rId2"/>
                <a:stretch>
                  <a:fillRect l="-824" t="-3488" r="-257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F277A37B-5902-3A1A-B17C-7B72D7403EEE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55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4F8ED-526D-FF4B-D774-42D345C1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4F453A9-EA91-D777-8B24-3E5D75025684}"/>
              </a:ext>
            </a:extLst>
          </p:cNvPr>
          <p:cNvSpPr txBox="1"/>
          <p:nvPr/>
        </p:nvSpPr>
        <p:spPr>
          <a:xfrm>
            <a:off x="176470" y="785277"/>
            <a:ext cx="11957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allows us to count the number of elements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the union of sets that are not necessarily disjoint.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51A7A9F-6B01-DA35-49A5-192F7A28C9D9}"/>
                  </a:ext>
                </a:extLst>
              </p:cNvPr>
              <p:cNvSpPr txBox="1"/>
              <p:nvPr/>
            </p:nvSpPr>
            <p:spPr>
              <a:xfrm>
                <a:off x="176469" y="1593414"/>
                <a:ext cx="1183906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Which reads as: the cardinality of the union of sets is equal to the sum of the individual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minus the intersection of the sets. Visually: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151A7A9F-6B01-DA35-49A5-192F7A28C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593414"/>
                <a:ext cx="11839061" cy="1569660"/>
              </a:xfrm>
              <a:prstGeom prst="rect">
                <a:avLst/>
              </a:prstGeom>
              <a:blipFill>
                <a:blip r:embed="rId2"/>
                <a:stretch>
                  <a:fillRect l="-824" t="-3488" r="-257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Obraz 9">
            <a:extLst>
              <a:ext uri="{FF2B5EF4-FFF2-40B4-BE49-F238E27FC236}">
                <a16:creationId xmlns:a16="http://schemas.microsoft.com/office/drawing/2014/main" id="{6E87EF8D-C24D-84DC-D146-DFEF8F891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5813" y="3140214"/>
            <a:ext cx="6500374" cy="3592559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8306C8D5-6725-25BD-5A1E-41DAE66A121D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280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9156D-1EA0-0A4B-07F8-3B1C5364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D7832EC-8B60-8FE3-6529-B06205DCCF44}"/>
              </a:ext>
            </a:extLst>
          </p:cNvPr>
          <p:cNvSpPr txBox="1"/>
          <p:nvPr/>
        </p:nvSpPr>
        <p:spPr>
          <a:xfrm>
            <a:off x="176470" y="785277"/>
            <a:ext cx="3090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situation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2FA6A1D-F1CC-2D29-A864-8C1300AC4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6017" y="1246942"/>
            <a:ext cx="6219965" cy="34375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87312AF-2374-9BBE-427B-3BBFCE0707D1}"/>
                  </a:ext>
                </a:extLst>
              </p:cNvPr>
              <p:cNvSpPr txBox="1"/>
              <p:nvPr/>
            </p:nvSpPr>
            <p:spPr>
              <a:xfrm>
                <a:off x="176470" y="4684528"/>
                <a:ext cx="971253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 for fruits,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 for vegetables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 buying both fruits and vegetables.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87312AF-2374-9BBE-427B-3BBFCE070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684528"/>
                <a:ext cx="9712531" cy="830997"/>
              </a:xfrm>
              <a:prstGeom prst="rect">
                <a:avLst/>
              </a:prstGeom>
              <a:blipFill>
                <a:blip r:embed="rId3"/>
                <a:stretch>
                  <a:fillRect l="-1004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9F42B78C-366D-B1DB-D862-7E939D549BD5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286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3A8C-16F9-6EC4-E4AF-4FCB289C2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1A83B2A5-2C45-1397-BBB4-151D39D84655}"/>
              </a:ext>
            </a:extLst>
          </p:cNvPr>
          <p:cNvSpPr txBox="1"/>
          <p:nvPr/>
        </p:nvSpPr>
        <p:spPr>
          <a:xfrm>
            <a:off x="176470" y="785277"/>
            <a:ext cx="3090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situation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1F222F2-6E55-4538-1B3A-492657C47A0E}"/>
                  </a:ext>
                </a:extLst>
              </p:cNvPr>
              <p:cNvSpPr txBox="1"/>
              <p:nvPr/>
            </p:nvSpPr>
            <p:spPr>
              <a:xfrm>
                <a:off x="176470" y="4684528"/>
                <a:ext cx="971253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 for fruits,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 for vegetables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 buying both fruits and vegetables.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1F222F2-6E55-4538-1B3A-492657C47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684528"/>
                <a:ext cx="9712531" cy="830997"/>
              </a:xfrm>
              <a:prstGeom prst="rect">
                <a:avLst/>
              </a:prstGeom>
              <a:blipFill>
                <a:blip r:embed="rId3"/>
                <a:stretch>
                  <a:fillRect l="-1004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16F958A-E15C-A7DA-CF68-A85D5702C0CD}"/>
                  </a:ext>
                </a:extLst>
              </p:cNvPr>
              <p:cNvSpPr txBox="1"/>
              <p:nvPr/>
            </p:nvSpPr>
            <p:spPr>
              <a:xfrm>
                <a:off x="176469" y="5515525"/>
                <a:ext cx="7736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total number of customers 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11+7−4=14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16F958A-E15C-A7DA-CF68-A85D5702C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5515525"/>
                <a:ext cx="7736990" cy="461665"/>
              </a:xfrm>
              <a:prstGeom prst="rect">
                <a:avLst/>
              </a:prstGeom>
              <a:blipFill>
                <a:blip r:embed="rId4"/>
                <a:stretch>
                  <a:fillRect l="-1261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02470B5E-BF85-C0E4-7D39-91F0B0A2F29A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5F9AF286-F136-D674-A436-CB57468C13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6017" y="1246942"/>
            <a:ext cx="6219965" cy="343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1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DBEB3-E125-9AB6-2AC5-311AD246B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3883D44-C955-00BC-1183-E858C296A219}"/>
                  </a:ext>
                </a:extLst>
              </p:cNvPr>
              <p:cNvSpPr txBox="1"/>
              <p:nvPr/>
            </p:nvSpPr>
            <p:spPr>
              <a:xfrm>
                <a:off x="176470" y="4684528"/>
                <a:ext cx="1118767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we only knew that 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 for fruits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vegetables, we could only estimate the number of customers.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3883D44-C955-00BC-1183-E858C296A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684528"/>
                <a:ext cx="11187678" cy="830997"/>
              </a:xfrm>
              <a:prstGeom prst="rect">
                <a:avLst/>
              </a:prstGeom>
              <a:blipFill>
                <a:blip r:embed="rId3"/>
                <a:stretch>
                  <a:fillRect l="-872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7055F992-BDD7-C215-7D38-EFDC2A9B517E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B78270F-D859-7A74-7B71-1BA50A2F9038}"/>
              </a:ext>
            </a:extLst>
          </p:cNvPr>
          <p:cNvSpPr txBox="1"/>
          <p:nvPr/>
        </p:nvSpPr>
        <p:spPr>
          <a:xfrm>
            <a:off x="176470" y="785277"/>
            <a:ext cx="3090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situation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8D5FC60-D419-2083-9289-DF8518F91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6017" y="1246942"/>
            <a:ext cx="6219965" cy="343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7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8AD1-C5A9-E253-C9A2-E4A5CE37F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1523153-4298-0964-90E7-69F3C4A46AAB}"/>
                  </a:ext>
                </a:extLst>
              </p:cNvPr>
              <p:cNvSpPr txBox="1"/>
              <p:nvPr/>
            </p:nvSpPr>
            <p:spPr>
              <a:xfrm>
                <a:off x="176470" y="5515525"/>
                <a:ext cx="116142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customers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least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most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11≤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𝐾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≤18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1523153-4298-0964-90E7-69F3C4A46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515525"/>
                <a:ext cx="11614205" cy="461665"/>
              </a:xfrm>
              <a:prstGeom prst="rect">
                <a:avLst/>
              </a:prstGeom>
              <a:blipFill>
                <a:blip r:embed="rId3"/>
                <a:stretch>
                  <a:fillRect l="-8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E592486E-35C0-C7DB-7B97-A324978725C0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59E194F-FE35-56D6-C42D-BDAD260242B7}"/>
              </a:ext>
            </a:extLst>
          </p:cNvPr>
          <p:cNvSpPr txBox="1"/>
          <p:nvPr/>
        </p:nvSpPr>
        <p:spPr>
          <a:xfrm>
            <a:off x="176470" y="785277"/>
            <a:ext cx="3090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situation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8A921B1-5677-6288-FF16-CA7A914A0239}"/>
                  </a:ext>
                </a:extLst>
              </p:cNvPr>
              <p:cNvSpPr txBox="1"/>
              <p:nvPr/>
            </p:nvSpPr>
            <p:spPr>
              <a:xfrm>
                <a:off x="176470" y="4684528"/>
                <a:ext cx="1118767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we only knew that 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 for fruits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vegetables, we could only estimate the number of customers.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8A921B1-5677-6288-FF16-CA7A914A0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684528"/>
                <a:ext cx="11187678" cy="830997"/>
              </a:xfrm>
              <a:prstGeom prst="rect">
                <a:avLst/>
              </a:prstGeom>
              <a:blipFill>
                <a:blip r:embed="rId4"/>
                <a:stretch>
                  <a:fillRect l="-872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raz 3">
            <a:extLst>
              <a:ext uri="{FF2B5EF4-FFF2-40B4-BE49-F238E27FC236}">
                <a16:creationId xmlns:a16="http://schemas.microsoft.com/office/drawing/2014/main" id="{8A80D4C2-E94F-A119-2528-B0DFEF3DE7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6017" y="1246942"/>
            <a:ext cx="6219965" cy="343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59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2365F-CF11-7BA5-4CBC-929926FF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AA154A1-AFA9-8339-4439-19950CCEEBEC}"/>
                  </a:ext>
                </a:extLst>
              </p:cNvPr>
              <p:cNvSpPr txBox="1"/>
              <p:nvPr/>
            </p:nvSpPr>
            <p:spPr>
              <a:xfrm>
                <a:off x="176470" y="5977190"/>
                <a:ext cx="118390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∩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immediately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inequality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AA154A1-AFA9-8339-4439-19950CCEE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977190"/>
                <a:ext cx="11839060" cy="830997"/>
              </a:xfrm>
              <a:prstGeom prst="rect">
                <a:avLst/>
              </a:prstGeom>
              <a:blipFill>
                <a:blip r:embed="rId3"/>
                <a:stretch>
                  <a:fillRect l="-824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335258D3-2742-A5AE-8310-4BC452A027D9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A9962A6-AC71-BC23-1831-B5DFC5F45161}"/>
              </a:ext>
            </a:extLst>
          </p:cNvPr>
          <p:cNvSpPr txBox="1"/>
          <p:nvPr/>
        </p:nvSpPr>
        <p:spPr>
          <a:xfrm>
            <a:off x="176470" y="785277"/>
            <a:ext cx="3090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situation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EE33018-B740-50B8-166E-4D905C6935AC}"/>
                  </a:ext>
                </a:extLst>
              </p:cNvPr>
              <p:cNvSpPr txBox="1"/>
              <p:nvPr/>
            </p:nvSpPr>
            <p:spPr>
              <a:xfrm>
                <a:off x="176470" y="5515525"/>
                <a:ext cx="116142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customers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b="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least</a:t>
                </a:r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most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11≤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𝐾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≤18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EE33018-B740-50B8-166E-4D905C693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5515525"/>
                <a:ext cx="11614205" cy="461665"/>
              </a:xfrm>
              <a:prstGeom prst="rect">
                <a:avLst/>
              </a:prstGeom>
              <a:blipFill>
                <a:blip r:embed="rId4"/>
                <a:stretch>
                  <a:fillRect l="-8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EF791FF-5741-D8F7-41B4-E77C684424AA}"/>
                  </a:ext>
                </a:extLst>
              </p:cNvPr>
              <p:cNvSpPr txBox="1"/>
              <p:nvPr/>
            </p:nvSpPr>
            <p:spPr>
              <a:xfrm>
                <a:off x="176470" y="4684528"/>
                <a:ext cx="1118767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we only knew that 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 for fruits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customers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vegetables, we could only estimate the number of customers.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9EF791FF-5741-D8F7-41B4-E77C68442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4684528"/>
                <a:ext cx="11187678" cy="830997"/>
              </a:xfrm>
              <a:prstGeom prst="rect">
                <a:avLst/>
              </a:prstGeom>
              <a:blipFill>
                <a:blip r:embed="rId5"/>
                <a:stretch>
                  <a:fillRect l="-872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Obraz 1">
            <a:extLst>
              <a:ext uri="{FF2B5EF4-FFF2-40B4-BE49-F238E27FC236}">
                <a16:creationId xmlns:a16="http://schemas.microsoft.com/office/drawing/2014/main" id="{EFE5696A-D05D-2008-C1D6-9083833AD0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6017" y="1246942"/>
            <a:ext cx="6219965" cy="343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30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A181F-05AD-15AA-C0C7-29B89259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33690E3-92DC-E81C-1FC9-2DBCB0766B59}"/>
              </a:ext>
            </a:extLst>
          </p:cNvPr>
          <p:cNvSpPr txBox="1"/>
          <p:nvPr/>
        </p:nvSpPr>
        <p:spPr>
          <a:xfrm>
            <a:off x="176470" y="785277"/>
            <a:ext cx="626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two sets, we have a Venn diagram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9CE6FE19-9064-48B7-9A5F-4F3C912C7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2602" y="929434"/>
            <a:ext cx="2837272" cy="1793742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9B141BC4-102F-1DF7-F9B9-C17104354697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896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D6E32-DE7B-E27E-BD2B-6D55B02A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7D8AA3C9-B9DD-DEB9-7A0E-A176A6C2D672}"/>
              </a:ext>
            </a:extLst>
          </p:cNvPr>
          <p:cNvSpPr txBox="1"/>
          <p:nvPr/>
        </p:nvSpPr>
        <p:spPr>
          <a:xfrm>
            <a:off x="176470" y="785277"/>
            <a:ext cx="626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two sets, we have a Venn diagram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2DF42209-F088-BA25-80DA-338AE14F2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2602" y="929434"/>
            <a:ext cx="2837272" cy="1793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D7130F0-6665-0EE4-18AE-9E8237836270}"/>
                  </a:ext>
                </a:extLst>
              </p:cNvPr>
              <p:cNvSpPr txBox="1"/>
              <p:nvPr/>
            </p:nvSpPr>
            <p:spPr>
              <a:xfrm>
                <a:off x="176470" y="2221898"/>
                <a:ext cx="67734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∩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D7130F0-6665-0EE4-18AE-9E8237836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221898"/>
                <a:ext cx="6773457" cy="461665"/>
              </a:xfrm>
              <a:prstGeom prst="rect">
                <a:avLst/>
              </a:prstGeom>
              <a:blipFill>
                <a:blip r:embed="rId4"/>
                <a:stretch>
                  <a:fillRect l="-14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1BF89D2D-0B53-E7BA-7806-9CD88C86A459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063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9759-BD3C-5B58-FDB5-87BFAE64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378F5D1B-9C94-EF60-BEDE-09F4A1F2EAE2}"/>
              </a:ext>
            </a:extLst>
          </p:cNvPr>
          <p:cNvSpPr txBox="1"/>
          <p:nvPr/>
        </p:nvSpPr>
        <p:spPr>
          <a:xfrm>
            <a:off x="176470" y="785277"/>
            <a:ext cx="626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two sets, we have a Venn diagram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EED9433-6D62-D2DE-92F0-CB6D425DF458}"/>
              </a:ext>
            </a:extLst>
          </p:cNvPr>
          <p:cNvSpPr txBox="1"/>
          <p:nvPr/>
        </p:nvSpPr>
        <p:spPr>
          <a:xfrm>
            <a:off x="176470" y="2847975"/>
            <a:ext cx="6706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three sets, we have a Venn diagram: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81998C43-935C-5AB5-2F55-999F08D06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2602" y="929434"/>
            <a:ext cx="2837272" cy="1793742"/>
          </a:xfrm>
          <a:prstGeom prst="rect">
            <a:avLst/>
          </a:prstGeom>
        </p:spPr>
      </p:pic>
      <p:pic>
        <p:nvPicPr>
          <p:cNvPr id="11" name="Grafika 10">
            <a:extLst>
              <a:ext uri="{FF2B5EF4-FFF2-40B4-BE49-F238E27FC236}">
                <a16:creationId xmlns:a16="http://schemas.microsoft.com/office/drawing/2014/main" id="{C9A88F2D-4A9C-8FCA-86D5-A6B708DB3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6139" y="2940225"/>
            <a:ext cx="3050198" cy="27894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0D1E10C-049C-C8FD-F44F-235193866799}"/>
                  </a:ext>
                </a:extLst>
              </p:cNvPr>
              <p:cNvSpPr txBox="1"/>
              <p:nvPr/>
            </p:nvSpPr>
            <p:spPr>
              <a:xfrm>
                <a:off x="176470" y="2221898"/>
                <a:ext cx="67734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∩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0D1E10C-049C-C8FD-F44F-235193866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221898"/>
                <a:ext cx="6773457" cy="461665"/>
              </a:xfrm>
              <a:prstGeom prst="rect">
                <a:avLst/>
              </a:prstGeom>
              <a:blipFill>
                <a:blip r:embed="rId6"/>
                <a:stretch>
                  <a:fillRect l="-14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57221AA1-1622-22C5-5A13-20CE19021A98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878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0293D-4A59-E09F-B27A-249C03715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BB711D6-8142-7749-8548-040AB8369A9A}"/>
              </a:ext>
            </a:extLst>
          </p:cNvPr>
          <p:cNvSpPr txBox="1"/>
          <p:nvPr/>
        </p:nvSpPr>
        <p:spPr>
          <a:xfrm>
            <a:off x="176470" y="785277"/>
            <a:ext cx="626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two sets, we have a Venn diagram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41F5226-6958-79DC-D64F-DA9378129884}"/>
              </a:ext>
            </a:extLst>
          </p:cNvPr>
          <p:cNvSpPr txBox="1"/>
          <p:nvPr/>
        </p:nvSpPr>
        <p:spPr>
          <a:xfrm>
            <a:off x="176470" y="2847975"/>
            <a:ext cx="6706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three sets, we have a Venn diagram: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E97831CA-0DA1-8DAB-1366-734F8CC0D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2602" y="929434"/>
            <a:ext cx="2837272" cy="1793742"/>
          </a:xfrm>
          <a:prstGeom prst="rect">
            <a:avLst/>
          </a:prstGeom>
        </p:spPr>
      </p:pic>
      <p:pic>
        <p:nvPicPr>
          <p:cNvPr id="11" name="Grafika 10">
            <a:extLst>
              <a:ext uri="{FF2B5EF4-FFF2-40B4-BE49-F238E27FC236}">
                <a16:creationId xmlns:a16="http://schemas.microsoft.com/office/drawing/2014/main" id="{578EBF76-1F28-B259-7A1F-5DEFF155E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6139" y="2940225"/>
            <a:ext cx="3050198" cy="27894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9443231-F495-0A27-0A13-95D7EABDF167}"/>
                  </a:ext>
                </a:extLst>
              </p:cNvPr>
              <p:cNvSpPr txBox="1"/>
              <p:nvPr/>
            </p:nvSpPr>
            <p:spPr>
              <a:xfrm>
                <a:off x="0" y="5928566"/>
                <a:ext cx="113018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𝐶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𝐶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∩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∩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𝐶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∩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𝐶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∩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∩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𝐶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9443231-F495-0A27-0A13-95D7EABDF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28566"/>
                <a:ext cx="11301812" cy="461665"/>
              </a:xfrm>
              <a:prstGeom prst="rect">
                <a:avLst/>
              </a:prstGeom>
              <a:blipFill>
                <a:blip r:embed="rId6"/>
                <a:stretch>
                  <a:fillRect l="-80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FEEDDFC-F481-B322-6AEB-B8623C3C0770}"/>
                  </a:ext>
                </a:extLst>
              </p:cNvPr>
              <p:cNvSpPr txBox="1"/>
              <p:nvPr/>
            </p:nvSpPr>
            <p:spPr>
              <a:xfrm>
                <a:off x="176470" y="2221898"/>
                <a:ext cx="67734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∪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∩</m:t>
                        </m:r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FEEDDFC-F481-B322-6AEB-B8623C3C0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221898"/>
                <a:ext cx="6773457" cy="461665"/>
              </a:xfrm>
              <a:prstGeom prst="rect">
                <a:avLst/>
              </a:prstGeom>
              <a:blipFill>
                <a:blip r:embed="rId7"/>
                <a:stretch>
                  <a:fillRect l="-14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CA6825B3-9BE1-D19E-5B46-3F20B826160F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53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A7EB-2578-C9CD-AEE1-A2F9CF03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71E0F3E-919F-EE9E-D358-CED17FA6833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9698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71E0F3E-919F-EE9E-D358-CED17FA68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969863" cy="461665"/>
              </a:xfrm>
              <a:prstGeom prst="rect">
                <a:avLst/>
              </a:prstGeom>
              <a:blipFill>
                <a:blip r:embed="rId2"/>
                <a:stretch>
                  <a:fillRect l="-88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AEB4EBA-BF6B-81AB-F85C-C2FC1F9A4ACB}"/>
                  </a:ext>
                </a:extLst>
              </p:cNvPr>
              <p:cNvSpPr txBox="1"/>
              <p:nvPr/>
            </p:nvSpPr>
            <p:spPr>
              <a:xfrm>
                <a:off x="176469" y="1246942"/>
                <a:ext cx="118390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AEB4EBA-BF6B-81AB-F85C-C2FC1F9A4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246942"/>
                <a:ext cx="1183906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9AC9BCEB-C83B-DBAA-5BAE-0DB94DC126E3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822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38D7-8EBF-78B1-DF49-0847815D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38D5CB1-F736-A9F7-E049-BB361F37255F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9698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38D5CB1-F736-A9F7-E049-BB361F372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969863" cy="461665"/>
              </a:xfrm>
              <a:prstGeom prst="rect">
                <a:avLst/>
              </a:prstGeom>
              <a:blipFill>
                <a:blip r:embed="rId2"/>
                <a:stretch>
                  <a:fillRect l="-88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3DBFCBA-47E9-013C-5A8F-884BB0A060C4}"/>
                  </a:ext>
                </a:extLst>
              </p:cNvPr>
              <p:cNvSpPr txBox="1"/>
              <p:nvPr/>
            </p:nvSpPr>
            <p:spPr>
              <a:xfrm>
                <a:off x="176469" y="1246942"/>
                <a:ext cx="118390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23DBFCBA-47E9-013C-5A8F-884BB0A06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246942"/>
                <a:ext cx="1183906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A049E3C-7D55-DCAE-2289-E83E7F7A29A0}"/>
                  </a:ext>
                </a:extLst>
              </p:cNvPr>
              <p:cNvSpPr txBox="1"/>
              <p:nvPr/>
            </p:nvSpPr>
            <p:spPr>
              <a:xfrm>
                <a:off x="176470" y="2021266"/>
                <a:ext cx="11642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A049E3C-7D55-DCAE-2289-E83E7F7A2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21266"/>
                <a:ext cx="11642226" cy="461665"/>
              </a:xfrm>
              <a:prstGeom prst="rect">
                <a:avLst/>
              </a:prstGeom>
              <a:blipFill>
                <a:blip r:embed="rId4"/>
                <a:stretch>
                  <a:fillRect l="-838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748833B-1D01-BD55-B2E6-F997C9A9CB4C}"/>
                  </a:ext>
                </a:extLst>
              </p:cNvPr>
              <p:cNvSpPr txBox="1"/>
              <p:nvPr/>
            </p:nvSpPr>
            <p:spPr>
              <a:xfrm>
                <a:off x="176469" y="2482931"/>
                <a:ext cx="118390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748833B-1D01-BD55-B2E6-F997C9A9C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82931"/>
                <a:ext cx="1183906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E58FC9CA-7BDF-965A-18A2-2653BF39C7AD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734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6BE9-4F8D-0086-9427-410AB404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1CE18EC-B561-E707-901A-B3593DDD8C3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9698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1CE18EC-B561-E707-901A-B3593DDD8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969863" cy="461665"/>
              </a:xfrm>
              <a:prstGeom prst="rect">
                <a:avLst/>
              </a:prstGeom>
              <a:blipFill>
                <a:blip r:embed="rId2"/>
                <a:stretch>
                  <a:fillRect l="-88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8F27713-E518-6D4C-E872-81D85CB6AA06}"/>
                  </a:ext>
                </a:extLst>
              </p:cNvPr>
              <p:cNvSpPr txBox="1"/>
              <p:nvPr/>
            </p:nvSpPr>
            <p:spPr>
              <a:xfrm>
                <a:off x="176469" y="1246942"/>
                <a:ext cx="118390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8F27713-E518-6D4C-E872-81D85CB6A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246942"/>
                <a:ext cx="1183906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77D3A1F-4CC7-B4A3-8962-5EE6D54AB9BA}"/>
                  </a:ext>
                </a:extLst>
              </p:cNvPr>
              <p:cNvSpPr txBox="1"/>
              <p:nvPr/>
            </p:nvSpPr>
            <p:spPr>
              <a:xfrm>
                <a:off x="176470" y="2021266"/>
                <a:ext cx="11642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77D3A1F-4CC7-B4A3-8962-5EE6D54AB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21266"/>
                <a:ext cx="11642226" cy="461665"/>
              </a:xfrm>
              <a:prstGeom prst="rect">
                <a:avLst/>
              </a:prstGeom>
              <a:blipFill>
                <a:blip r:embed="rId4"/>
                <a:stretch>
                  <a:fillRect l="-838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B37EFFF-2703-6DFC-9F93-F51D89C0BE7F}"/>
                  </a:ext>
                </a:extLst>
              </p:cNvPr>
              <p:cNvSpPr txBox="1"/>
              <p:nvPr/>
            </p:nvSpPr>
            <p:spPr>
              <a:xfrm>
                <a:off x="176469" y="2482931"/>
                <a:ext cx="118390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B37EFFF-2703-6DFC-9F93-F51D89C0B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82931"/>
                <a:ext cx="1183906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8A33EFC-25F5-9732-63A5-091A856B3B86}"/>
                  </a:ext>
                </a:extLst>
              </p:cNvPr>
              <p:cNvSpPr txBox="1"/>
              <p:nvPr/>
            </p:nvSpPr>
            <p:spPr>
              <a:xfrm>
                <a:off x="176470" y="3220907"/>
                <a:ext cx="118949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𝐷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8A33EFC-25F5-9732-63A5-091A856B3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20907"/>
                <a:ext cx="11894923" cy="461665"/>
              </a:xfrm>
              <a:prstGeom prst="rect">
                <a:avLst/>
              </a:prstGeom>
              <a:blipFill>
                <a:blip r:embed="rId6"/>
                <a:stretch>
                  <a:fillRect l="-82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B5F75D5-BA4D-44AE-B693-94319A940675}"/>
                  </a:ext>
                </a:extLst>
              </p:cNvPr>
              <p:cNvSpPr txBox="1"/>
              <p:nvPr/>
            </p:nvSpPr>
            <p:spPr>
              <a:xfrm>
                <a:off x="176469" y="3682572"/>
                <a:ext cx="1183906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B5F75D5-BA4D-44AE-B693-94319A940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682572"/>
                <a:ext cx="11839061" cy="15696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E3B3DC57-AE73-01C4-716B-DA9EB320114E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601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A5D3-90F1-96F5-42C5-3FCD3915B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581F9EB-4E03-11EB-E718-719F7B603B65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09698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581F9EB-4E03-11EB-E718-719F7B603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0969863" cy="461665"/>
              </a:xfrm>
              <a:prstGeom prst="rect">
                <a:avLst/>
              </a:prstGeom>
              <a:blipFill>
                <a:blip r:embed="rId2"/>
                <a:stretch>
                  <a:fillRect l="-88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28329F4-C474-CAF1-B6AE-58A59DD8B0E5}"/>
                  </a:ext>
                </a:extLst>
              </p:cNvPr>
              <p:cNvSpPr txBox="1"/>
              <p:nvPr/>
            </p:nvSpPr>
            <p:spPr>
              <a:xfrm>
                <a:off x="176469" y="1246942"/>
                <a:ext cx="118390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028329F4-C474-CAF1-B6AE-58A59DD8B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246942"/>
                <a:ext cx="1183906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A113F9E-787C-A2FA-2387-334343B2A3F4}"/>
                  </a:ext>
                </a:extLst>
              </p:cNvPr>
              <p:cNvSpPr txBox="1"/>
              <p:nvPr/>
            </p:nvSpPr>
            <p:spPr>
              <a:xfrm>
                <a:off x="176470" y="2021266"/>
                <a:ext cx="11642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three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A113F9E-787C-A2FA-2387-334343B2A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21266"/>
                <a:ext cx="11642226" cy="461665"/>
              </a:xfrm>
              <a:prstGeom prst="rect">
                <a:avLst/>
              </a:prstGeom>
              <a:blipFill>
                <a:blip r:embed="rId4"/>
                <a:stretch>
                  <a:fillRect l="-838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42EB0AA-4942-1BFA-B5F3-3206B3674E3D}"/>
                  </a:ext>
                </a:extLst>
              </p:cNvPr>
              <p:cNvSpPr txBox="1"/>
              <p:nvPr/>
            </p:nvSpPr>
            <p:spPr>
              <a:xfrm>
                <a:off x="176469" y="2482931"/>
                <a:ext cx="118390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42EB0AA-4942-1BFA-B5F3-3206B3674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482931"/>
                <a:ext cx="1183906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34378E6-DBD6-7026-F8C3-CB5C3D1AE249}"/>
                  </a:ext>
                </a:extLst>
              </p:cNvPr>
              <p:cNvSpPr txBox="1"/>
              <p:nvPr/>
            </p:nvSpPr>
            <p:spPr>
              <a:xfrm>
                <a:off x="176470" y="3220907"/>
                <a:ext cx="118949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non-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𝐷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34378E6-DBD6-7026-F8C3-CB5C3D1AE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3220907"/>
                <a:ext cx="11894923" cy="461665"/>
              </a:xfrm>
              <a:prstGeom prst="rect">
                <a:avLst/>
              </a:prstGeom>
              <a:blipFill>
                <a:blip r:embed="rId6"/>
                <a:stretch>
                  <a:fillRect l="-82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D4549CB-109A-FCCA-424E-28EDAD7AE196}"/>
                  </a:ext>
                </a:extLst>
              </p:cNvPr>
              <p:cNvSpPr txBox="1"/>
              <p:nvPr/>
            </p:nvSpPr>
            <p:spPr>
              <a:xfrm>
                <a:off x="176469" y="3682572"/>
                <a:ext cx="1183906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∪</m:t>
                          </m:r>
                          <m:r>
                            <a:rPr lang="pl-PL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4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𝐴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𝐵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𝐶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</m:t>
                          </m:r>
                          <m:r>
                            <a:rPr lang="pl-PL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D4549CB-109A-FCCA-424E-28EDAD7A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682572"/>
                <a:ext cx="11839061" cy="15696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C777EB68-E7F6-1B1E-10C2-79AC3578E0F6}"/>
              </a:ext>
            </a:extLst>
          </p:cNvPr>
          <p:cNvSpPr txBox="1"/>
          <p:nvPr/>
        </p:nvSpPr>
        <p:spPr>
          <a:xfrm>
            <a:off x="176469" y="5252232"/>
            <a:ext cx="113742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General principle: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cardinality of the individual sets,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subtract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 of the intersections of two sets,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cardinality of the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intersections of three sets,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subtract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intersections of four sets,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intersections of five sets,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subtract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….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C0605A2-AFC1-DEF9-6EA3-4056347AF24F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50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DAE4C-A54F-741E-3AF9-41B3933F4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1D5EEC7-912F-6055-517C-2B6DED4215AC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21929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general formula for the cardinality/measure of the union of a finite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1D5EEC7-912F-6055-517C-2B6DED421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219290" cy="830997"/>
              </a:xfrm>
              <a:prstGeom prst="rect">
                <a:avLst/>
              </a:prstGeom>
              <a:blipFill>
                <a:blip r:embed="rId2"/>
                <a:stretch>
                  <a:fillRect l="-870" t="-5882" r="-54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F446587-898F-E5F1-8314-56B9A302A03E}"/>
                  </a:ext>
                </a:extLst>
              </p:cNvPr>
              <p:cNvSpPr txBox="1"/>
              <p:nvPr/>
            </p:nvSpPr>
            <p:spPr>
              <a:xfrm>
                <a:off x="176469" y="1524164"/>
                <a:ext cx="11839061" cy="1057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pl-PL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sz="22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l-PL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&lt;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l-PL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&lt;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&lt;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l-PL" sz="2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l-PL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∩…∩</m:t>
                          </m:r>
                          <m:sSub>
                            <m:sSubPr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F446587-898F-E5F1-8314-56B9A302A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524164"/>
                <a:ext cx="11839061" cy="1057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1E3914F2-C966-783F-EC34-20BC1368FCCC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97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67CF7-571C-06BB-BDCC-60894167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E5E3112-46EB-6737-8B0B-54A39942C082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21929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general formula for the cardinality/measure of the union of a finite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 of 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,…,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E5E3112-46EB-6737-8B0B-54A39942C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219290" cy="830997"/>
              </a:xfrm>
              <a:prstGeom prst="rect">
                <a:avLst/>
              </a:prstGeom>
              <a:blipFill>
                <a:blip r:embed="rId2"/>
                <a:stretch>
                  <a:fillRect l="-870" t="-5882" r="-54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B572700-6C5D-615C-B190-38C3E2471FC3}"/>
                  </a:ext>
                </a:extLst>
              </p:cNvPr>
              <p:cNvSpPr txBox="1"/>
              <p:nvPr/>
            </p:nvSpPr>
            <p:spPr>
              <a:xfrm>
                <a:off x="176469" y="1524164"/>
                <a:ext cx="11839061" cy="1057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pl-PL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sz="2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l-PL" sz="2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sz="22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l-PL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&lt;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l-PL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𝑖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&lt;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𝑗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&lt;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≤</m:t>
                          </m:r>
                          <m:r>
                            <a:rPr lang="pl-PL" sz="2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l-PL" sz="2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pl-PL" sz="22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l-PL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+…+</m:t>
                      </m:r>
                      <m:sSup>
                        <m:sSupPr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+1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l-PL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∩…∩</m:t>
                          </m:r>
                          <m:sSub>
                            <m:sSubPr>
                              <m:ctrlP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sSubPr>
                            <m:e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2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l-PL" sz="2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EB572700-6C5D-615C-B190-38C3E2471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1524164"/>
                <a:ext cx="11839061" cy="1057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F04BD59-FAFA-DE5E-9467-0E0CB80A9AEA}"/>
              </a:ext>
            </a:extLst>
          </p:cNvPr>
          <p:cNvSpPr txBox="1"/>
          <p:nvPr/>
        </p:nvSpPr>
        <p:spPr>
          <a:xfrm>
            <a:off x="176469" y="2598003"/>
            <a:ext cx="114435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typical problems (school, university),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used for two to four sets.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a larger number of sets, computers are used.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9BE03CF-1499-438A-A1FE-2C1C855DB187}"/>
              </a:ext>
            </a:extLst>
          </p:cNvPr>
          <p:cNvSpPr txBox="1"/>
          <p:nvPr/>
        </p:nvSpPr>
        <p:spPr>
          <a:xfrm>
            <a:off x="1632887" y="0"/>
            <a:ext cx="8926226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Inclusion-exclusion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principle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6608D6A8-C885-2064-68D8-2F78E1820967}"/>
                  </a:ext>
                </a:extLst>
              </p14:cNvPr>
              <p14:cNvContentPartPr/>
              <p14:nvPr/>
            </p14:nvContentPartPr>
            <p14:xfrm>
              <a:off x="1428840" y="3943440"/>
              <a:ext cx="5143680" cy="184824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6608D6A8-C885-2064-68D8-2F78E18209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9480" y="3934080"/>
                <a:ext cx="5162400" cy="18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434054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2759</TotalTime>
  <Words>1364</Words>
  <Application>Microsoft Office PowerPoint</Application>
  <PresentationFormat>Panoramiczny</PresentationFormat>
  <Paragraphs>106</Paragraphs>
  <Slides>23</Slides>
  <Notes>4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80</cp:revision>
  <dcterms:created xsi:type="dcterms:W3CDTF">2024-10-31T12:17:59Z</dcterms:created>
  <dcterms:modified xsi:type="dcterms:W3CDTF">2025-05-22T09:32:03Z</dcterms:modified>
</cp:coreProperties>
</file>