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B184256-00F0-5F09-6C81-C451DDDBA9E2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10818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 mathematics is a field that studies structures and objects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can be counted — that is, those which are equinumerous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the set of natural numbers.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4530-18E6-61BE-AC36-617CF791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D58043F-7140-F69F-3278-0F3CE37A92ED}"/>
              </a:ext>
            </a:extLst>
          </p:cNvPr>
          <p:cNvSpPr txBox="1"/>
          <p:nvPr/>
        </p:nvSpPr>
        <p:spPr>
          <a:xfrm>
            <a:off x="176470" y="785277"/>
            <a:ext cx="10818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 mathematics is a field that studies structures and objects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can be counted — that is, those which are equinumerous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the set of natural numbers.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F690CB4-2BCC-1538-E69D-8DE8922105C8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6F83DAA-6C74-6960-D0EE-AF37CA9B5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985606"/>
            <a:ext cx="69723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6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0C6A-DAB2-21C0-EFE1-8A073064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A8FBD47-F4D3-FE16-951F-8CD4F5460D2F}"/>
              </a:ext>
            </a:extLst>
          </p:cNvPr>
          <p:cNvSpPr txBox="1"/>
          <p:nvPr/>
        </p:nvSpPr>
        <p:spPr>
          <a:xfrm>
            <a:off x="176470" y="785277"/>
            <a:ext cx="9920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 mathematics is essentially a collection of branches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mathematics, or subsets of other mathematical branches,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focus on countable, stepwise structures.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51BEF10-5F81-AC37-2A31-5C9233FE7214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F4C-996A-E909-D2C8-DD39E841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BCDAC9D-F5BF-4242-8DE9-A4DD6A8C710E}"/>
              </a:ext>
            </a:extLst>
          </p:cNvPr>
          <p:cNvSpPr txBox="1"/>
          <p:nvPr/>
        </p:nvSpPr>
        <p:spPr>
          <a:xfrm>
            <a:off x="176470" y="785277"/>
            <a:ext cx="9920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 mathematics is essentially a collection of branches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mathematics, or subsets of other mathematical branches,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focus on countable, stepwise structures.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66C4CD1-1681-E773-67F9-7FE2B953DBCC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8D9B508-6E77-8A8A-087F-9AD3F1E05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799" y="1985606"/>
            <a:ext cx="6264402" cy="447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542E-4F55-293E-3514-66F06162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9C7F18D-CC78-976C-8B47-D73FEA9CA49E}"/>
              </a:ext>
            </a:extLst>
          </p:cNvPr>
          <p:cNvSpPr txBox="1"/>
          <p:nvPr/>
        </p:nvSpPr>
        <p:spPr>
          <a:xfrm>
            <a:off x="176470" y="785277"/>
            <a:ext cx="116541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Imagine you are planning a trip through the city. You need to decide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to get from one point to another, choosing from a limited number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available routes. You can calculate all possible paths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their costs — whether in terms of time, money, or other resources.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discrete mathematics, we deal with such problems: how to optimally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 a route and determine all possible options.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6CDD597-9579-3782-30ED-89DBFE253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078" y="3093601"/>
            <a:ext cx="4663844" cy="328196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A2D3A802-E28B-04B6-E654-4B17D244D440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84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AE71-96D8-C2DF-C3F8-230C122F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F0548BF-8C1E-84F7-BF82-4769F78109E0}"/>
              </a:ext>
            </a:extLst>
          </p:cNvPr>
          <p:cNvSpPr txBox="1"/>
          <p:nvPr/>
        </p:nvSpPr>
        <p:spPr>
          <a:xfrm>
            <a:off x="176470" y="785277"/>
            <a:ext cx="117800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think of digital photos on your phone. Each photo is a collection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pixels, and each pixel is mapped to a specific color from a limited set.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 mathematics helps model such data, compress it,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analyze its structure — which has important applications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computer science and data processing.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D3884814-C69D-8357-6A1D-9750EF30F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5340" y="3014592"/>
            <a:ext cx="4141320" cy="331305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2AC1CF41-1504-4598-338F-75D2C954870F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8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B39A-04C1-3E8D-D673-EC457FDE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18285B4-8D1F-0927-599A-E33E4F990AF9}"/>
              </a:ext>
            </a:extLst>
          </p:cNvPr>
          <p:cNvSpPr txBox="1"/>
          <p:nvPr/>
        </p:nvSpPr>
        <p:spPr>
          <a:xfrm>
            <a:off x="176470" y="785277"/>
            <a:ext cx="119912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Another example is cryptography. When you send an encrypted message,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its security often relies on prime numbers. Discrete mathematics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 only helps us identify these numbers, but also enables us to use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 in designing encryption algorithms that protect our data from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unauthorized access.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CD19EE0-BC7A-34DE-79A8-3544394FDA49}"/>
              </a:ext>
            </a:extLst>
          </p:cNvPr>
          <p:cNvSpPr txBox="1"/>
          <p:nvPr/>
        </p:nvSpPr>
        <p:spPr>
          <a:xfrm>
            <a:off x="2638964" y="-45720"/>
            <a:ext cx="6914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Discrete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8D6349B-FEA3-45CF-9EB8-529187BBC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744" y="2701720"/>
            <a:ext cx="4962681" cy="32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532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329</Words>
  <Application>Microsoft Office PowerPoint</Application>
  <PresentationFormat>Panoramiczny</PresentationFormat>
  <Paragraphs>15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9</cp:revision>
  <dcterms:created xsi:type="dcterms:W3CDTF">2024-10-31T12:17:59Z</dcterms:created>
  <dcterms:modified xsi:type="dcterms:W3CDTF">2025-03-25T07:57:28Z</dcterms:modified>
</cp:coreProperties>
</file>