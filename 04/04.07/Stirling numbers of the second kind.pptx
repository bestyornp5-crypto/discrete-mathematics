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07" r:id="rId8"/>
    <p:sldId id="262" r:id="rId9"/>
    <p:sldId id="263" r:id="rId10"/>
    <p:sldId id="308" r:id="rId11"/>
    <p:sldId id="264" r:id="rId12"/>
    <p:sldId id="265" r:id="rId13"/>
    <p:sldId id="266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272" r:id="rId27"/>
    <p:sldId id="273" r:id="rId28"/>
    <p:sldId id="274" r:id="rId29"/>
    <p:sldId id="275" r:id="rId30"/>
    <p:sldId id="321" r:id="rId31"/>
    <p:sldId id="322" r:id="rId32"/>
    <p:sldId id="323" r:id="rId33"/>
    <p:sldId id="324" r:id="rId34"/>
    <p:sldId id="325" r:id="rId35"/>
    <p:sldId id="290" r:id="rId36"/>
    <p:sldId id="291" r:id="rId37"/>
    <p:sldId id="326" r:id="rId38"/>
    <p:sldId id="329" r:id="rId39"/>
    <p:sldId id="328" r:id="rId40"/>
    <p:sldId id="330" r:id="rId41"/>
    <p:sldId id="331" r:id="rId42"/>
    <p:sldId id="332" r:id="rId43"/>
    <p:sldId id="333" r:id="rId44"/>
    <p:sldId id="334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42" r:id="rId53"/>
    <p:sldId id="343" r:id="rId54"/>
    <p:sldId id="345" r:id="rId55"/>
    <p:sldId id="344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07T14:43:44.6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6368 10619 0,'-18'35'47,"18"53"-31,0-53-16,-18 18 15,1 159 1,17-159-16,-18 159 31,0-124 0,89-194 1,17 18-1,-35 246 0,-53-87-31,-35 264 31,0-35 1,52-247-1</inkml:trace>
  <inkml:trace contextRef="#ctx0" brushRef="#br0" timeOffset="671.78">6914 10707 0,'-17'0'31,"-1"70"1,1 1-17,17-53 1,35 70 0,53-53 15,-35-35-16,-35 18-15,-1 17 32,-34-17-17,17-1-15,-71 54 16,53-54 0,-52 1-1,52-36 1</inkml:trace>
  <inkml:trace contextRef="#ctx0" brushRef="#br0" timeOffset="820.85">6932 10760 0,'0'0'0,"18"-36"16,-1 36-16,1 0 15,88 18 1,-36-18-1,19-18 1</inkml:trace>
  <inkml:trace contextRef="#ctx0" brushRef="#br0" timeOffset="1434.51">6950 11712 0,'0'-17'0,"35"17"15,36-36 16,-54 36-15,1 0-16,35 18 16,-53 0-1,-18 70 1,0-18 15,36-52-15,53 17-1,-54-17 1,36 52 0,-70-52-1,-36 53 1,35-54 0,-17 1-16,-53 0 15,70-36 1,0-106-1</inkml:trace>
  <inkml:trace contextRef="#ctx0" brushRef="#br0" timeOffset="2140.66">7514 10707 0,'53'-53'31,"-53"35"-31,-53 89 0,159-177 31,-88 106-31,17 0 32,-17 141-1,-18-88-31,-71 229 31,71-35 0,71-176 1,-19-89-17,-52 0-15,36-17 31,-36 18-15,0 34 15,0 36-15,0-18-16,35 159 31,-17-88-15,-18-53-16,35 159 31,-70-106-15,17-71-16,-88 88 31,18-158 0</inkml:trace>
  <inkml:trace contextRef="#ctx0" brushRef="#br0" timeOffset="2737.08">8096 11430 0,'36'-18'15,"105"54"16,0-36 1,-124 0-32,1-18 15</inkml:trace>
  <inkml:trace contextRef="#ctx0" brushRef="#br0" timeOffset="2900.46">8237 11218 0,'0'0'0,"71"0"31,-36 0-31,0 0 0,142 0 32,-36-35-17</inkml:trace>
  <inkml:trace contextRef="#ctx0" brushRef="#br0" timeOffset="7697.36">9384 10636 0,'18'0'16,"17"-17"15,-18 17-15,1-18-16,0 18 0,35-18 15,-36 18 1,54 36 0,-54-19-16,-17 89 31,-17-88-15,17-1-16,-18 36 15,18-35 1,35 35-1,-17-36-15,70 54 32,-70 0-17,-18-54 1,-53 54 0,0-36-1,-53 18 1,89-53-1,-1 0-15,-17-53 16</inkml:trace>
  <inkml:trace contextRef="#ctx0" brushRef="#br0" timeOffset="8359.54">10001 10319 0,'18'-18'31,"-18"36"0,-18 17-15,18-17-16,-17-1 0,-1 72 31,18-72-31,18 36 32,52-53-17,-35-18 1,1 54 15,-54-1-31,-17 88 31,35-70-15</inkml:trace>
  <inkml:trace contextRef="#ctx0" brushRef="#br0" timeOffset="10263.2">9049 11448 0,'17'0'16,"54"0"-1,-53-18-15,-1 18 0,107 0 32,-18-18-17,-54 18-15,90 0 32,-54 18-17,-53-18-15,-17 0 16,105 18-1,54-36 17,-72 18-17,-69 0-15,-19 0 16,107 0 0,-89 18-1,71-18 1,-71 0-16,0 0 15,107-18 1,69 0 15,-176 18-31,1 0 16,105-17 0,-106 17-1,71 0 1,-71 0-16,-17 0 15,105-18 1,-105 18 0,17 0-16,71 0 15,-71 0 1,-17 0-16,70 0 16,-70 0-1,70 0 1,-53 0-1,-17 0-15,88-18 16,-89 18 0,19 0-16,52 0 15,-70 0 1,70 0 0,-53 0-16,71 0 31,-71 0-16,-17 0-15,-1 0 0,1 0 16,70 0 0,-70 0-1,52 0 1,-52 0-16,70 0 31,-70 0-15,0 0-16,34 0 15,1 0 17,-35 0-17,0 0-15,-1 0 0,36 0 16,53 0 15,-88 0-15,70 0-1,-70 0 1,-1 0-16,1 0 16,35 0-1</inkml:trace>
  <inkml:trace contextRef="#ctx0" brushRef="#br0" timeOffset="11097.49">10760 11748 0,'0'-18'32,"17"0"-17,36 1 17,53 34-1,-71 1-31,36 52 31,-89-17-15,-88 106 15,89-106-15,17-18-16,17-17 0,160 88 31,35-89 0</inkml:trace>
  <inkml:trace contextRef="#ctx0" brushRef="#br0" timeOffset="14069.76">10425 10777 0,'17'0'31,"1"0"-15,-18 18-16,70-18 16,-52 0-1,88-18 1,-88 1-1,-1 17-15,18 0 16</inkml:trace>
  <inkml:trace contextRef="#ctx0" brushRef="#br0" timeOffset="14610.55">11077 10530 0,'18'-17'0,"35"-1"16,-36 18-1,1 0-15,70 35 32,-70-35-32,0 18 0,-1 70 15,-17-52 1,-70 122 0,52-122-1,-17 69 16,35-87-31,70 0 32,18-54-17,-70 1-15</inkml:trace>
  <inkml:trace contextRef="#ctx0" brushRef="#br0" timeOffset="15018.03">11783 10301 0,'-18'0'16,"1"0"0,-19 88-1,54 1 17,70-37-1,-70-52-16,17 36 1,-17-36 0,-71 35-1,35-35 1,-105 35 0</inkml:trace>
  <inkml:trace contextRef="#ctx0" brushRef="#br0" timeOffset="15169.18">11695 10425 0,'88'-71'31,"-176"142"-31,282-177 31,-177 106-31,54 35 16</inkml:trace>
  <inkml:trace contextRef="#ctx0" brushRef="#br0" timeOffset="15625.04">12365 10795 0,'0'0'0,"53"-18"15,-36 18-15,89 36 32,-70-36-32,69 0 31,-87 0-31</inkml:trace>
  <inkml:trace contextRef="#ctx0" brushRef="#br0" timeOffset="15828.56">12629 10601 0,'0'35'32,"0"-17"-32,0-71 0,0 265 31,0-177-31,0 0 0,0 53 31,18-70-31</inkml:trace>
  <inkml:trace contextRef="#ctx0" brushRef="#br0" timeOffset="16153.01">13035 10866 0,'0'0'15,"71"-53"1,-54 35 0,1 0-16,70-70 31,-53 53-31,36-53 15,-53 88 1,-18 88 0,-71 176 15,53-211-15,1 89-1</inkml:trace>
  <inkml:trace contextRef="#ctx0" brushRef="#br0" timeOffset="17632.66">13935 11448 0,'35'0'16,"18"0"-1,-35 0-15,-1 0 16,89 0-1,0-18 17,-88 18-17</inkml:trace>
  <inkml:trace contextRef="#ctx0" brushRef="#br0" timeOffset="17803.34">14058 11218 0,'18'-35'31,"-36"70"-31,124-70 31,-71 35-31,1 0 0,69 18 31</inkml:trace>
  <inkml:trace contextRef="#ctx0" brushRef="#br0" timeOffset="19228.59">15081 10777 0,'18'0'0,"52"-35"32,1 0-17,-53 17 1,52-52 0,-52 34-16,-1-52 31,-34 71-16,17-1-15,-53-35 16,35 35 0,-17 1-1,17 17 1,18 17-16,-35 72 16,35-54-1,0 0-15,18 141 16,-18-140-1,-18 158 1,18-177 0,-35 72-1,17-72 1,1-17-16,-54 0 16,53-17-1,-17-72 1,35 72-1,53-89 1,-35 88 0,70-35-1</inkml:trace>
  <inkml:trace contextRef="#ctx0" brushRef="#br0" timeOffset="19780.99">15593 10689 0,'0'-17'31,"53"-36"0,53-53 1,-1-18-17,-87 107 1,17-19 15,-52 160-15,-54 140 15,53-211-15,-34 106-1</inkml:trace>
  <inkml:trace contextRef="#ctx0" brushRef="#br0" timeOffset="20293.62">16157 10689 0,'0'0'0,"36"-17"15,-19 17 1,1 0-16,123 17 16,-106-17-1,89 0 1</inkml:trace>
  <inkml:trace contextRef="#ctx0" brushRef="#br0" timeOffset="22676.62">16863 10425 0,'0'-18'0,"17"18"32,19-18-17,-19 18-15,72 0 32,-54 18-17,-53 53 16,-17-1-15,17-35-16,18-17 16,-17 35-1,105 0 17,-53-36-17,-17-17-15,35 71 31,-142 0 1,1-36-1,53-53-15,17 1-16,18-1 15</inkml:trace>
  <inkml:trace contextRef="#ctx0" brushRef="#br0" timeOffset="23053.06">17392 10389 0,'0'0'0,"88"-17"32,-70 17-32,-1 0 15,1 0-15,17 35 16,-17-35-16,0 18 15,-36 70 1,-53 106 15,54-159-31,-1 36 16,71 52 15,88-158 0</inkml:trace>
  <inkml:trace contextRef="#ctx0" brushRef="#br0" timeOffset="23659.12">17974 10689 0,'0'-17'15,"0"34"-15,18-34 16,-1 17 0,124 70 15,-35-35 0,-70-52-15</inkml:trace>
  <inkml:trace contextRef="#ctx0" brushRef="#br0" timeOffset="23875.77">18256 10530 0,'0'0'16,"-17"71"-1,-1-18 1,-35 106 0,88-54 15,-35-87-31</inkml:trace>
  <inkml:trace contextRef="#ctx0" brushRef="#br0" timeOffset="24222.36">18538 10742 0,'71'-53'16,"88"-70"15,-124 105-15,71-88-1,-88 89-15,34-36 32,-69 70-17,-18 124 1,17-105-1,-70 175 1,17-105 0,54-71-16</inkml:trace>
  <inkml:trace contextRef="#ctx0" brushRef="#br0" timeOffset="25320.27">15240 11201 0,'18'0'31,"70"35"1,-53-35-17,0 0-15,177 18 16,-159-18 0,282 0-1,-70 0 16,-212 0-15,158 0 0,-158 0-1,-18 0-15,160 0 32,69 17-1,-35-17 0,-158 18-15,-36-18-16,1 0 0,87 0 31,-88 0-31,159-18 31,-158 18-31,140-17 31,71 17 1,-212 0-32,142 0 15,34 0 17,-175 0-1,-1 0-16,-70 0 1</inkml:trace>
  <inkml:trace contextRef="#ctx0" brushRef="#br0" timeOffset="25791.11">17445 11483 0,'70'-35'31,"-52"35"-31,70 17 31,-70-17-31,35 53 31,-124 53 1,1 35-1,87-123-31,-17-1 0,106 19 31,-71-36-31,54-18 16</inkml:trace>
  <inkml:trace contextRef="#ctx0" brushRef="#br0" timeOffset="31009.42">19226 11377 0,'18'-18'0,"17"18"16,-17-17-16,17 17 16,106-18-1,-123 18-15,17 0 16,18-17 0</inkml:trace>
  <inkml:trace contextRef="#ctx0" brushRef="#br0" timeOffset="31230.25">19244 11254 0,'0'0'0,"-18"-36"15,107 19 16,-72 17-15,19 0-16,105-18 16,-71 0-1</inkml:trace>
  <inkml:trace contextRef="#ctx0" brushRef="#br0" timeOffset="31720.74">20320 10513 0,'-18'0'0,"1"0"15,-1 0 1,-35 88 0,36-53-1,34 89 1,1-107-1,35 19 1,-36-19 0,36 54-1,-53-1 17,0-52-17,-17-18-15,-36 35 16,17-35-1,19 18-15,-89-53 16,88 35 0,-35-36-1</inkml:trace>
  <inkml:trace contextRef="#ctx0" brushRef="#br0" timeOffset="31894.78">20108 10689 0,'18'-17'0,"-36"34"0,107-87 15,-72 52 1,18 18-16,1-18 0,-19 1 16,124 17-1,-105 0 1,-1 0-16,89 35 16,-107-17-1</inkml:trace>
  <inkml:trace contextRef="#ctx0" brushRef="#br0" timeOffset="32266.68">21026 10636 0,'-18'0'0,"0"18"0,1-18 16,-89 106-1,35 88 32,177-71-15,-71-140-32,89-54 15,-107 53 1,19-17-16,17-106 15,-53 106 1,-89-89 15,-175 160 1,229-19-32,-18 18 0</inkml:trace>
  <inkml:trace contextRef="#ctx0" brushRef="#br0" timeOffset="32706.32">19773 11289 0,'0'0'0,"230"18"32,-160-18-32,89 17 15,299 18 16,-281-17 1</inkml:trace>
  <inkml:trace contextRef="#ctx0" brushRef="#br0" timeOffset="33214.11">20161 11536 0,'18'-18'0,"35"-17"15,-18 35 1,71 18-1,-53 17 1,-36-18-16,-17 1 16,18 0-16,-36 52 15,1-52-15,-1 17 16,-17 53 0,35-35-1,18-35 1,176-53-1,-159 35 1</inkml:trace>
  <inkml:trace contextRef="#ctx0" brushRef="#br0" timeOffset="33810.16">21061 11553 0,'17'0'0,"-34"0"0,52 0 16,0-17-16,71 17 31,0 17-15,-71 1-16,-17-18 0,53 0 15</inkml:trace>
  <inkml:trace contextRef="#ctx0" brushRef="#br0" timeOffset="34045.43">21184 11377 0,'36'-18'32,"-19"18"-32,-70 18 0,247-36 31,-158 18-31,87-17 31</inkml:trace>
  <inkml:trace contextRef="#ctx0" brushRef="#br0" timeOffset="34552.68">21802 11095 0,'70'-35'31,"-34"35"-31,52 17 32,0 36-17,-18 35 16,-87-17-15,-1-36-16,-17 36 16,-71 105 15,141-70 0,195-124 0</inkml:trace>
  <inkml:trace contextRef="#ctx0" brushRef="#br0" timeOffset="35045.96">22578 11254 0,'0'-18'16,"0"36"-16,17-71 31,-17 35-31,-17 53 47,-1 54-32,18-54-15,0 0 0,35 71 32,107 0-1,-54-53 0,-106 53 0,0-89-31,-87 18 32,52-52-17,-18-71 16</inkml:trace>
  <inkml:trace contextRef="#ctx0" brushRef="#br0" timeOffset="35203.4">22631 11201 0,'35'-18'0,"-17"18"0,-71 18 0,300-36 31,-212 18-31,0 0 15,89 0 1,-89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07T14:46:33.2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4392 13758 0,'0'18'0,"-18"35"15,18-35 1,18-1 15,-18 18 0,0 54 1,-18-72-32,-17 107 31,-18 35 0,0-54-15,53-87-16,-35 53 31,35-107 0,18 36-31,-18-17 0,70-19 31,-52 36-31,70 36 32,-70-19-32,35 124 31,-53-105-31,-18 122 31,18-122-31,-71 228 31,54-87 1,34-177-17</inkml:trace>
  <inkml:trace contextRef="#ctx0" brushRef="#br0" timeOffset="783.29">4992 13794 0,'0'-18'0,"0"36"31,-18 35-16,1-36-15,34 107 32,-17-107-32,106 36 31,0-35 0,-71-1-15,-53 36-1,-87 106 17,16-106-1,72-71-15</inkml:trace>
  <inkml:trace contextRef="#ctx0" brushRef="#br0" timeOffset="940.07">5027 13776 0,'71'-71'31,"-54"71"-31,19-17 0,69 17 31,-34 0-15</inkml:trace>
  <inkml:trace contextRef="#ctx0" brushRef="#br0" timeOffset="6372.65">5080 14799 0,'0'-18'0,"0"1"32,18-1-17,17 0 1,-17 1-1,-1 17-15,54-18 16,-54 18 0,1 0-16,0 18 15,-1-1 1,-52 72 0,35-72-1,0 36 16,53-17-15,-35-19 0,35 54 15,-36-54-31,-34 36 16,-1-17-1,0-19-15,-70 36 16,70-53-1,-70-106 1,71 71 0</inkml:trace>
  <inkml:trace contextRef="#ctx0" brushRef="#br0" timeOffset="7232.9">5768 13617 0,'35'-35'16,"-17"35"0,17 71-1,-35-54 1,0 230 0,0-194-1,0 194 1,0-229-1,53 87 17,35-122-1,-35-18 0,-53 105 0,0 177 1,18 0-1,-36-124-15,1-70-16,-72 124 31,72-142-31,-107 18 31,89-71-31</inkml:trace>
  <inkml:trace contextRef="#ctx0" brushRef="#br0" timeOffset="11398.59">6385 14482 0,'0'-18'31,"18"18"0,105 18 0,-87-18-31,105 17 32,-106-17-32,-17 0 15,52-35 1</inkml:trace>
  <inkml:trace contextRef="#ctx0" brushRef="#br0" timeOffset="11655.04">6491 14340 0,'35'-17'31,"1"17"-31,-19-18 16,107 18-1,-1-17 17</inkml:trace>
  <inkml:trace contextRef="#ctx0" brushRef="#br0" timeOffset="12832.03">7355 13635 0,'0'-35'16,"-35"52"15,18 1-15,-1 17-16,-53 142 15,54-1 1,87 71 15,-34-212-15,16-17-1</inkml:trace>
  <inkml:trace contextRef="#ctx0" brushRef="#br0" timeOffset="13108.44">7479 14041 0,'18'0'0,"-18"-18"0,70 18 31,-52 0-15,70 18-1,-70-18 1,17-18-16</inkml:trace>
  <inkml:trace contextRef="#ctx0" brushRef="#br0" timeOffset="13484.08">7885 14023 0,'17'-18'31,"71"-70"0,-70 70-31,53-70 32,-54 71-32,1-19 0,0 19 0,-18-1 15,17 0 17,-34 71-17,17-17-15,-36 211 31,36-195-31,18 72 32</inkml:trace>
  <inkml:trace contextRef="#ctx0" brushRef="#br0" timeOffset="13758.74">8273 13582 0,'0'18'0,"0"-36"0,35 124 31,-35-53-31,18-18 16,-1 230-1,-52 34 17,-36-157-17</inkml:trace>
  <inkml:trace contextRef="#ctx0" brushRef="#br0" timeOffset="17034.71">8449 13441 0,'0'-18'0,"18"18"32,-18-17-1,70-1 0,-52 0-31,17 18 16,18 36 15,-71 34 0,36-35 1,0-35-32,35 18 31,-18 53 0,-88-18 0,-53-36 1</inkml:trace>
  <inkml:trace contextRef="#ctx0" brushRef="#br0" timeOffset="17369.57">9013 13970 0,'0'-18'0,"0"36"0,-17-36 16,17 36-16,-18 0 31,1-1-15</inkml:trace>
  <inkml:trace contextRef="#ctx0" brushRef="#br0" timeOffset="19893.15">9472 13794 0,'0'-18'15,"-35"-35"17,-18 124-1,18 17-16,17-35-15,71 123 32,17-123-17,107-141 17,-124 0-17,-89-71 16,-140 106 1,158 53-32,-34 71 31</inkml:trace>
  <inkml:trace contextRef="#ctx0" brushRef="#br0" timeOffset="20658.21">9895 13458 0,'-35'53'32,"53"18"-1,70-36 0,-53-17-15,-17 35 15,-53 0-15,-54 0 15,54-53-15</inkml:trace>
  <inkml:trace contextRef="#ctx0" brushRef="#br0" timeOffset="20794.71">9878 13476 0,'17'-18'0,"-34"36"0,70-71 15,-36 53-15,89 0 32,-88 18-32</inkml:trace>
  <inkml:trace contextRef="#ctx0" brushRef="#br0" timeOffset="22186.92">7338 14446 0,'0'-17'16,"35"-19"15,53 36 0,0 0-15,142 0 0,-177 0-1,0 0-15,176-35 32,-176 35-32,211 0 31,-140 35-16,-89-35-15,106 36 32,-105-19-32,16-17 0,142 0 31,-141-17-31,212-1 31,0 18 0,-230 18-31,124-1 32,-36 1-17,-88-18-15,54 0 32</inkml:trace>
  <inkml:trace contextRef="#ctx0" brushRef="#br0" timeOffset="29609.38">20108 13406 0,'18'0'0,"-18"-18"63,-18 18-1,1 53-46,-1 53 15,71 0 0,-35-106-31,70-36 31,-71 19-31,1-1 16</inkml:trace>
  <inkml:trace contextRef="#ctx0" brushRef="#br0" timeOffset="29890.15">20249 13264 0,'-17'0'31,"34"0"0,1 0-31</inkml:trace>
  <inkml:trace contextRef="#ctx0" brushRef="#br0" timeOffset="30283.02">20408 13511 0,'18'0'0,"17"18"31,53 0 0,-70-18-31,0 0 16,-1-18 0</inkml:trace>
  <inkml:trace contextRef="#ctx0" brushRef="#br0" timeOffset="30477.17">20532 13388 0,'-18'0'0,"36"0"0,-1 0 32,72-18-1,-54 1-16</inkml:trace>
  <inkml:trace contextRef="#ctx0" brushRef="#br0" timeOffset="30812.55">20814 13458 0,'18'-17'31,"-1"17"-15,1 0-16,52-53 16,-52 35-1,53-52 1,-54 52-1,1-17 1,-53 123 15,-18 53 1,35-123-17,18 35 1</inkml:trace>
  <inkml:trace contextRef="#ctx0" brushRef="#br0" timeOffset="31000.7">20796 13617 0,'18'0'16,"105"18"15,36-36 0</inkml:trace>
  <inkml:trace contextRef="#ctx0" brushRef="#br0" timeOffset="32615.85">10442 14517 0,'0'-18'0,"53"-17"32,-35 35-17,17 0-15,89 0 16,-54 35-1,-52-35 1,35 35 0</inkml:trace>
  <inkml:trace contextRef="#ctx0" brushRef="#br0" timeOffset="32892.1">10636 14358 0,'0'0'0,"-35"141"31,35-106-15,-18 159-1,18-158 1</inkml:trace>
  <inkml:trace contextRef="#ctx0" brushRef="#br0" timeOffset="39427.14">11465 13670 0,'0'-17'31,"0"-1"0,0 0 1,-17 1-1,-1 17 0,0 17-15,-35 124-1,36-88-15,-36 247 32,53-247-17,18 0-15,-1-18 0,54 53 16,-54-88 0,89 0-1</inkml:trace>
  <inkml:trace contextRef="#ctx0" brushRef="#br0" timeOffset="39695.55">11748 14005 0,'17'0'0,"1"-17"16,70 52 15,-35-35-15</inkml:trace>
  <inkml:trace contextRef="#ctx0" brushRef="#br0" timeOffset="40059.93">12171 13988 0,'-18'0'0,"1"0"31,34 0-15,36-36-1,-35 19 1,70-71 0,-70 70-1,-18 0-15,35-52 16,-53 87 15,1 1-15,-36 194-1,53-159 1,17 141 0,-17-177 15</inkml:trace>
  <inkml:trace contextRef="#ctx0" brushRef="#br0" timeOffset="40450.23">12488 13653 0,'18'-36'0,"-18"-17"15,18 53 16,-1 0-15,-17 36-16,18 140 31,0-105-31,-18-1 0,-18 195 32,-17-124-17,17-106-15,-70 53 16</inkml:trace>
  <inkml:trace contextRef="#ctx0" brushRef="#br0" timeOffset="47811.83">12735 13529 0,'0'-18'31,"-17"18"1,52 0 77,-17 0-93,-1 0-16,18 18 31,-17 17 0,-18-17-31,-35 35 31,17 0-15,1-36 0,34 72-1,1-72-15,-1 1 16,89 0 0,-88-18-1,17 0-15</inkml:trace>
  <inkml:trace contextRef="#ctx0" brushRef="#br0" timeOffset="49000.04">13264 14005 0,'18'0'125,"-18"-17"-94,0-1-15,-18 18 15,18 18 0,18-18 1</inkml:trace>
  <inkml:trace contextRef="#ctx0" brushRef="#br0" timeOffset="50517.65">13600 13935 0,'17'0'31,"19"-53"1,69-35-1,-34-1 0,-18-16 0,-36 69 1,1 36-32,-36 89 31,-17 157 0,18-193-31,-1 18 0,18-36 16,-18 142 15</inkml:trace>
  <inkml:trace contextRef="#ctx0" brushRef="#br0" timeOffset="51234.58">14182 13353 0,'0'0'0,"-18"17"47,18 19-32,-18-19-15,18 1 0,18 105 31,-18-105-31,18 0 16,88-18 15,-71 0 1,-70 35-17,17-35-15,18 35 0,-18-17 16,-88 70 15,89-88-31</inkml:trace>
  <inkml:trace contextRef="#ctx0" brushRef="#br0" timeOffset="51406.34">14146 13388 0,'18'-18'0,"-36"36"0,142-71 32,-89 53-32,-17 18 15,52 17 1,-52-17-16</inkml:trace>
  <inkml:trace contextRef="#ctx0" brushRef="#br0" timeOffset="52983.69">11254 14570 0,'17'0'0,"36"0"32,-35-18-17,-1 18-15,1 0 0,17-18 16,-17 18-16,17-17 0,53 17 31,-17-18-15,-36 18-16,-17 0 15,123-17 1,-106 17 0,106-18-1,-105 18-15,-19 0 16,19 0-16,34 0 15,-52 0-15,70 18 32,0-18-1,-70 0-31,0 0 0,34 0 31,-16 0-15,-19 0-16,1 0 15,35 0 1,0 0 0,17 0 15,-52 0-15,35 17-1,-18-17 1,0 0-1,18 18 1,-35-18-16,0 0 16,52 0-1,-52 0-15,52 0 32,-52 0-17,0 0-15,-1 0 0,36 0 16,-35 17-1,88-17 1,-89 0 0,72-17-1,-72 17-15,107 0 32,-107 0-17,1 0-15,53 0 16,-54 0-1,1 17-15,35-17 16,35 0 15,-70 0-15,-1 18-16,36 0 16,-35-18-1,52 35 1,-52-35-1,0 0 1,-1 0-16</inkml:trace>
  <inkml:trace contextRef="#ctx0" brushRef="#br0" timeOffset="56587.17">11871 14887 0,'18'0'93,"35"-17"-46,17-1-31,-35 71 31,-70 35-16,17-70-31,-34 70 31,52-70-31,0-1 0,0 71 32,0-70-32,88 53 31,-35-89-16</inkml:trace>
  <inkml:trace contextRef="#ctx0" brushRef="#br0" timeOffset="57124.6">12383 14711 0,'17'-53'31,"-17"88"0,-17 142 0,-1-124-31,18-18 0,0 0 16,-18 71 0,18-88-16</inkml:trace>
  <inkml:trace contextRef="#ctx0" brushRef="#br0" timeOffset="57312.02">12312 15363 0,'18'0'32,"-1"0"-17</inkml:trace>
  <inkml:trace contextRef="#ctx0" brushRef="#br0" timeOffset="59076.14">12771 15046 0,'0'-18'0,"17"-17"31,18 17-15,-17 18-16,35-52 15,-35 34-15,17 0 16,36-52-1,-71 52 1,35 18 0,-53 35-1,-35 124 1,53-124-16,-17 18 16,17 106-1,0-141 1,17-1-16</inkml:trace>
  <inkml:trace contextRef="#ctx0" brushRef="#br0" timeOffset="59371.38">13335 14764 0,'18'0'32,"-18"17"-32,-18 72 15,18-54 1,0 0-16,-35 106 15,35-123 1</inkml:trace>
  <inkml:trace contextRef="#ctx0" brushRef="#br0" timeOffset="59545.9">13300 15258 0,'-18'0'32,"18"17"-1</inkml:trace>
  <inkml:trace contextRef="#ctx0" brushRef="#br0" timeOffset="59988.95">14358 14640 0,'18'0'0,"-36"0"0,124-35 31,-88 35-31,17 0 16,35 0-1,-34 0-15,34-18 32</inkml:trace>
  <inkml:trace contextRef="#ctx0" brushRef="#br0" timeOffset="60188.12">14623 14411 0,'-18'18'0,"-17"140"31,17-122-15,18 87-1,18-105 1</inkml:trace>
  <inkml:trace contextRef="#ctx0" brushRef="#br0" timeOffset="61579.07">15311 13635 0,'0'-35'16,"-18"35"-1,-17 35 1,17 0 0,-35 177 15,35-36-15,54 54 15,-1-178-16</inkml:trace>
  <inkml:trace contextRef="#ctx0" brushRef="#br0" timeOffset="61765.1">15434 14023 0,'35'0'31,"54"18"0,-54-36-15</inkml:trace>
  <inkml:trace contextRef="#ctx0" brushRef="#br0" timeOffset="62068.65">15840 13952 0,'0'0'0,"53"-17"31,-36-1-31,1 18 0,52-53 31,19-35 1,-72 70-32,-34 54 31,-1-19-31,-35 142 31,53-71-15</inkml:trace>
  <inkml:trace contextRef="#ctx0" brushRef="#br0" timeOffset="62359.73">16175 13564 0,'18'0'0,"34"89"31,1 193 1,-88-35-1,-18-106-16,36-124-15,-1 1 16</inkml:trace>
  <inkml:trace contextRef="#ctx0" brushRef="#br0" timeOffset="64544.28">16510 13582 0,'-18'0'0,"36"-18"47,17-17-31,-35 17-16,88-52 31,1-1 0,-125 159 1,1 54-17,17-107-15,18 18 16,0 35 0</inkml:trace>
  <inkml:trace contextRef="#ctx0" brushRef="#br0" timeOffset="64933.09">16581 13741 0,'17'0'0,"1"0"0,-53 0 0,140 0 16,-87 17-16,17-17 16,-17 0-16,53 36 15</inkml:trace>
  <inkml:trace contextRef="#ctx0" brushRef="#br0" timeOffset="67525.66">17127 14005 0,'-17'0'0,"17"18"31,17 0 1</inkml:trace>
  <inkml:trace contextRef="#ctx0" brushRef="#br0" timeOffset="67845.1">17374 13776 0,'0'-18'0,"18"18"0,17 0 16,-17 18-1,0 35 1,-18-35 0,0-1-16,-36 89 15,19-71 1,-54 106 0,71-123-1,0 17-15,53 18 16,18-70-1,-36 17 1</inkml:trace>
  <inkml:trace contextRef="#ctx0" brushRef="#br0" timeOffset="68432.61">17815 13529 0,'0'-18'0,"0"1"15,-17 34 1,-19 36 0,36-35-1,0 88 1,0-89 0,89 36-1,-37-35 16,-52 0-15,-35 17 0,18-35-1,-89 18 1</inkml:trace>
  <inkml:trace contextRef="#ctx0" brushRef="#br0" timeOffset="68561.78">17762 13564 0,'18'-17'0,"-36"34"0,89-70 15,-53 53 1,17 0-16,-18 0 0,19 0 16,-19 0-16,72 18 15</inkml:trace>
  <inkml:trace contextRef="#ctx0" brushRef="#br0" timeOffset="69858.28">15152 14623 0,'17'0'0,"1"0"16,0 0 0,52 17 15,-34-17-31,-1 0 0,124 0 16,-124-17-1,71 34 16,-89-17-31,107 36 16,-107-19 0,142 1-1,0-36 17,-141 18-17,105 0 1,-105 0-1,70 18 1,-53-18 0,53-18-1,-52 18 1,87 0 0,-88 0-1,107-17 1,-125 17-1,124 0 1,-105 0-16,122 0 31,-122 0-15,158 0 0,-159 0-1,88 0 1,-87 17-1,-19 18 1</inkml:trace>
  <inkml:trace contextRef="#ctx0" brushRef="#br0" timeOffset="71907.22">15240 15081 0,'0'-17'31,"18"-1"-15,-1 18-16,54-53 31,88-53 1,-142 89-32,1-1 15,35-17 1,-36 35-1,-34 106 1,-1-71-16,1 18 16,-19 123-1,54-88 1</inkml:trace>
  <inkml:trace contextRef="#ctx0" brushRef="#br0" timeOffset="72152.31">15963 14817 0,'0'53'15,"0"88"17,-17-53-17,-1-18 1</inkml:trace>
  <inkml:trace contextRef="#ctx0" brushRef="#br0" timeOffset="72325.38">15928 15381 0,'0'18'16,"0"-1"0,0 1-1,18-36 1</inkml:trace>
  <inkml:trace contextRef="#ctx0" brushRef="#br0" timeOffset="74396.75">16492 14905 0,'0'-18'0,"0"1"31,36-19 0,-19 36-31,36 0 31,-18 106 1,-87 0-1,34-18 0,88-70 0,1-36-15</inkml:trace>
  <inkml:trace contextRef="#ctx0" brushRef="#br0" timeOffset="74781.09">17022 14834 0,'17'-17'31,"-17"70"0,-35 141 0,35-177-31,-35 89 32</inkml:trace>
  <inkml:trace contextRef="#ctx0" brushRef="#br0" timeOffset="74967.89">16969 15293 0,'0'35'31,"17"-35"-16,1-17-15</inkml:trace>
  <inkml:trace contextRef="#ctx0" brushRef="#br0" timeOffset="75608.99">18062 14676 0,'18'-18'16,"52"-17"0,-34 35-1,-19 0-15,89 17 31,-71 1-31,71-18 16</inkml:trace>
  <inkml:trace contextRef="#ctx0" brushRef="#br0" timeOffset="75794.62">18415 14446 0,'-53'124'31,"35"-89"-31,-17 124 32,70-124-32</inkml:trace>
  <inkml:trace contextRef="#ctx0" brushRef="#br0" timeOffset="78608.39">19403 14605 0,'0'-18'0,"0"1"16,-18 17 0,1 17-1,-1 1 1,0 0-16,1 17 16,-72 212-1,89-194 1,0 0-16,71 70 15,-36-105 1,-17-1-16</inkml:trace>
  <inkml:trace contextRef="#ctx0" brushRef="#br0" timeOffset="79341.25">19562 14799 0,'0'-18'0,"0"1"15,17-1 17,71 36-1,-17-18-16,-53 17-15,-1-17 0</inkml:trace>
  <inkml:trace contextRef="#ctx0" brushRef="#br0" timeOffset="79656.03">19950 14799 0,'35'-18'47,"71"-52"-15,-89 52-32,72-35 31,-107 89 0,0 16-15,1-16-16,-1-1 0,18 89 31,0-107-31,18-17 16</inkml:trace>
  <inkml:trace contextRef="#ctx0" brushRef="#br0" timeOffset="79905.82">20355 14499 0,'0'-17'0,"0"34"0,18-87 16,0 70-16,-18 17 15,0 89 1,0-53-16,0 229 31,0-123-15,-18-124-16,18 1 15,-71 52 1</inkml:trace>
  <inkml:trace contextRef="#ctx0" brushRef="#br0" timeOffset="80608.83">20708 14340 0,'0'0'0,"-18"-17"15,1 17 1,-18 53 0,35-36-1,-18 19-15,36 69 16,-18-69-1,123-36 1,-88-18 0,71-88-1,-106 71 1,18 0-16,-36-53 16,-88 17-1,71 71 1,0 18-16,-53 105 15,88-88 1,0 1-16</inkml:trace>
  <inkml:trace contextRef="#ctx0" brushRef="#br0" timeOffset="81658.13">21043 14746 0,'18'0'31,"-18"53"0,35-71 1</inkml:trace>
  <inkml:trace contextRef="#ctx0" brushRef="#br0" timeOffset="83820.23">21414 14587 0,'0'-17'0,"35"-1"15,-17 18 1,52 18 15,-52 52 0,-71 18 1,70 18-1,1-106-31,70 71 31,-88-1 0,-17-52-31,-89 53 32,35-54-17,54-17-15,-19-17 16</inkml:trace>
  <inkml:trace contextRef="#ctx0" brushRef="#br0" timeOffset="84412.37">21960 14252 0,'-35'18'31,"0"35"0,35 0-15,70 0 15,54-18 0,-124 18 1,-88 0-1,35-53-15</inkml:trace>
  <inkml:trace contextRef="#ctx0" brushRef="#br0" timeOffset="84575.24">21960 14235 0,'18'-18'0,"-36"36"0,142-54 32,-106 54-32,-1-18 0,36 53 31</inkml:trace>
  <inkml:trace contextRef="#ctx0" brushRef="#br0" timeOffset="86012.13">19015 15399 0,'17'-18'31,"19"0"-15,-1 18-16,106 0 31,53 0 0,-141 0-31,-18 0 16,159 0 0,71 0 15,-212 18-31,-18-18 16,177-18-1,-54 18 1,-105 0-16,177-17 31,-107-1-15,-88 18-1,124-17 1,-141 17-16,17 0 16,89-18-1,-89 18 1,0 0-16,89-18 15,-89 18 1,88 0 0,-70 0-1,71 0 1,-107 0 0,142 18-1,-53-18 1,-71 0-1,89-35 1,-89 35-16,-70-18 31</inkml:trace>
  <inkml:trace contextRef="#ctx0" brushRef="#br0" timeOffset="88531.96">19897 15699 0,'0'-18'0,"-36"18"31,-52 123 16,53 36-31,35-124-16,88 36 31,-53-71-31,142-123 31,-124 17-15,-106-71 15,0 177-15,18 0-16,17 18 0,0-18 15,-17 88 17</inkml:trace>
  <inkml:trace contextRef="#ctx0" brushRef="#br0" timeOffset="88828.15">20373 15558 0,'18'-18'0,"-36"36"0,18-1 31,0 18-31,-18-17 16,-17 176 15,35-159-31,0-17 16,0 0-16</inkml:trace>
  <inkml:trace contextRef="#ctx0" brushRef="#br0" timeOffset="88973.08">20285 16069 0,'17'18'46</inkml:trace>
  <inkml:trace contextRef="#ctx0" brushRef="#br0" timeOffset="91276.01">20779 15575 0,'-18'-17'32,"36"17"14,-1 0-30,54 0 0,-54 0-1,54 17 1,-71 1 0,-18 35-1,1-36 1,-1 1-16,-17 53 15,35-54 1,0 1-16,53 35 16,-36-36-1,1-17-15,17 53 16,-17-53 0,-71 71 15,35-54-31,-70 36 31,71-35-31,-1-53 16</inkml:trace>
  <inkml:trace contextRef="#ctx0" brushRef="#br0" timeOffset="91784.13">21343 15469 0,'0'-17'31,"18"17"-31,-18 53 31,-36 52-15,19 89 15,17-123-15</inkml:trace>
  <inkml:trace contextRef="#ctx0" brushRef="#br0" timeOffset="91950.26">21343 15998 0,'0'18'0,"18"-18"47</inkml:trace>
  <inkml:trace contextRef="#ctx0" brushRef="#br0" timeOffset="92515.23">22543 15311 0,'0'0'0,"35"0"31,88 35 0,18-35 0</inkml:trace>
  <inkml:trace contextRef="#ctx0" brushRef="#br0" timeOffset="92704.37">22719 15152 0,'0'-18'0,"0"36"0,18-53 31,-1 35-31,89 17 31</inkml:trace>
  <inkml:trace contextRef="#ctx0" brushRef="#br0" timeOffset="102565.52">23336 14799 0,'18'0'31,"0"0"-15,-1-18-1,1 18-15,70-53 16,-70 36 0,17 17-16,35-71 15,-52 54 1,17-36-1,-17 53 17,-18 17-17,-53 160 1,53-124 0,-70 123-1</inkml:trace>
  <inkml:trace contextRef="#ctx0" brushRef="#br0" timeOffset="102786.21">23354 15081 0,'18'0'0,"-36"0"0,141 18 32,-87-18-32,-1 18 0,124-1 31,-53 1-15</inkml:trace>
  <inkml:trace contextRef="#ctx0" brushRef="#br0" timeOffset="103234.44">23424 15399 0,'36'0'31,"-72"0"-31,178 53 32,-125-53-32,18 53 31,-52 17-15,-1-52-16,-52 123 31,211-106 0,-106-52-15</inkml:trace>
  <inkml:trace contextRef="#ctx0" brushRef="#br0" timeOffset="104213.37">24095 15187 0,'17'0'0,"1"0"15,53-18 1,-54 18 0,124 18-1,-123-18 1,70 0-1</inkml:trace>
  <inkml:trace contextRef="#ctx0" brushRef="#br0" timeOffset="104435.58">24430 14993 0,'-53'106'15,"53"-53"1,-18-18-16,-35 159 16,53-159-1</inkml:trace>
  <inkml:trace contextRef="#ctx0" brushRef="#br0" timeOffset="112167.57">24977 14676 0,'-18'0'31,"36"0"0,17 17-15,-17-17-16,87 35 31,19-70-15</inkml:trace>
  <inkml:trace contextRef="#ctx0" brushRef="#br0" timeOffset="112686.38">25506 14534 0,'53'-35'31,"0"70"0,-36 1-15,-52 34 15,17-34-15,18-19-1,53 36 16,-35 0-15,-53 53 15,-54-71 1,37-35-1</inkml:trace>
  <inkml:trace contextRef="#ctx0" brushRef="#br0" timeOffset="113011.37">25912 14587 0,'17'0'0,"-34"0"0,87 18 16,-52 0-16,-1 35 31,-105 52 0,71-69-31,-1-19 16,0 72-1,18-72 1,88 18 0,-17-17-1</inkml:trace>
  <inkml:trace contextRef="#ctx0" brushRef="#br0" timeOffset="113476.54">24888 15152 0,'36'0'0,"-1"0"0,89 17 15,-72-17-15,319 18 32,-283-18-17,300 18 1,-300-18-1,177 0 1</inkml:trace>
  <inkml:trace contextRef="#ctx0" brushRef="#br0" timeOffset="115826.5">25471 15452 0,'-18'-18'31,"18"0"-15,18 18-1,34 0 1,-34 0-16,70 18 31,-70-18-15,35 71-1,-88-18 1,17-18-16,-70 106 31,70-123-15,18 17-16,71 35 16,-1-70-1,-17-17 1,0 17-16,0-18 0</inkml:trace>
  <inkml:trace contextRef="#ctx0" brushRef="#br0" timeOffset="117094.52">26741 15187 0,'17'-18'0,"1"18"15,70 0 17,-70 0-32,88 0 31,-89 18-16,1-18-15</inkml:trace>
  <inkml:trace contextRef="#ctx0" brushRef="#br0" timeOffset="117295.96">26970 14975 0,'0'0'16,"-35"177"15,-1 52 1,36-194-32</inkml:trace>
  <inkml:trace contextRef="#ctx0" brushRef="#br0" timeOffset="125586.89">27552 14552 0,'0'-18'15,"53"-52"17,-35 70-17,52-35 1,-52 35-16,-1 0 16,36 17-1,-35-17-15,0 71 31,-18-36-15,-18-17-16,-35 88 16,0-54-1,35-34-15,1 17 16,17 71 0,0-88-16,159-18 31,-89-35-16</inkml:trace>
  <inkml:trace contextRef="#ctx0" brushRef="#br0" timeOffset="126236.96">28275 14411 0,'0'-18'0,"0"36"0,18-53 31,-18 35 1,-18 35-17,1-17-15,-1-1 16,-35 71-1,53-70-15,0 0 16,35 35 0,-17-53-1,88 0 1,-89 0 0,-17 17-1,0 19-15,-17-19 16,-71 107-1,88-89 1,0 18 0</inkml:trace>
  <inkml:trace contextRef="#ctx0" brushRef="#br0" timeOffset="126751.75">28663 14429 0,'0'-18'0,"35"0"15,-17 36 1,35 0 0,-53-1-1,0 1-15,-35 70 16,17-70-1,-52 70 1,52-70 0,36-18-16,34 35 15,-34-35 1,53 53 0,-71-36-16,-36 107 31,19-106-16,-1 17-15,-88 18 16,53-36 0</inkml:trace>
  <inkml:trace contextRef="#ctx0" brushRef="#br0" timeOffset="127908.97">27411 15240 0,'17'0'0,"54"-18"15,-36 18-15,18 0 16,229-17-1,-17 34 1,211 36 15,-423-53-15,53 18 0</inkml:trace>
  <inkml:trace contextRef="#ctx0" brushRef="#br0" timeOffset="128531.66">27905 15522 0,'0'-17'16,"0"-1"-1,-36 0 1,19 36-1,-18 0-15,-36 70 16,36-53-16,17 18 16,0 106-1,36-124 1,88 36 0,-53-107-1,-36 36 1,-34-70-1,-1 52-15,1 0 16,-72 36 0,72 0-1,-1 52 1</inkml:trace>
  <inkml:trace contextRef="#ctx0" brushRef="#br0" timeOffset="131488.24">28998 15346 0,'18'0'16,"17"0"0,-17 0-16,52 17 15,-52-17-15,106 18 31,-107-18-15,1 0 0</inkml:trace>
  <inkml:trace contextRef="#ctx0" brushRef="#br0" timeOffset="131657.19">29192 15205 0,'0'0'0,"-17"0"16,87 0 0,-52 0-1,141 0 1</inkml:trace>
  <inkml:trace contextRef="#ctx0" brushRef="#br0" timeOffset="132310.93">29722 14834 0,'0'0'31,"17"0"0,1-17-31,52-19 32,-52 19-32,88-71 31,-36-1 0,-87 125 0,-1 17-15,0-18-16,-34 159 31,34-159-31</inkml:trace>
  <inkml:trace contextRef="#ctx0" brushRef="#br0" timeOffset="132598.92">29633 15222 0,'0'0'0,"53"-17"16,-35-1-16,0 18 15,158 0 16,-88 0-15</inkml:trace>
  <inkml:trace contextRef="#ctx0" brushRef="#br0" timeOffset="132982.72">29792 15346 0,'18'0'0,"17"0"16,53 17 0,-70 1-1,35 35 1,-106 53 15,-53 35 0,106-123-31,18-1 16,35 1-16</inkml:trace>
  <inkml:trace contextRef="#ctx0" brushRef="#br0" timeOffset="135763.88">30233 15187 0,'53'-18'16,"-35"1"-1,35 34 1,-36 1 0,18-18-1</inkml:trace>
  <inkml:trace contextRef="#ctx0" brushRef="#br0" timeOffset="136156.29">30639 15222 0,'17'0'0,"1"-17"0,35-36 16,-35 53 0,105-106-1,-105 88 1,52-35 0,-105 106 15,17-17-16,-105 158 1,105-159 0,-35 141-1,53-140 1</inkml:trace>
  <inkml:trace contextRef="#ctx0" brushRef="#br0" timeOffset="136548.85">31415 14958 0,'-35'53'32,"-89"123"-1,18 89 0,106-230-31,36 36 31,-19-89-31,18-70 32,-70 35-17,18 35-15,-72 36 32,54 17-17</inkml:trace>
  <inkml:trace contextRef="#ctx0" brushRef="#br0" timeOffset="136989.85">31609 15240 0,'53'18'31,"-106"-36"-31,212 53 31,-142-35-31,1 0 0,0 0 16,34 0 0</inkml:trace>
  <inkml:trace contextRef="#ctx0" brushRef="#br0" timeOffset="137173.22">31838 15081 0,'-17'53'31,"-1"-18"-31,-35 142 32,53-124-17</inkml:trace>
  <inkml:trace contextRef="#ctx0" brushRef="#br0" timeOffset="138571.16">27464 15910 0,'35'-35'16,"194"-53"-1,-176 70 1,18 1-16,246-72 16,-246 54-1</inkml:trace>
  <inkml:trace contextRef="#ctx0" brushRef="#br0" timeOffset="139733.42">28063 16051 0,'0'-17'31,"18"-1"-15,0 18-16,-1 0 0,54 0 31,0-18 1,-107 54-1,1 34 0,35-52-15,71 17-1,-54-17 1,1 17 0,-18-17-16,-18-1 15,1 1-15,-54 35 16,36-35-16,-1-1 15,-52-17 1</inkml:trace>
  <inkml:trace contextRef="#ctx0" brushRef="#br0" timeOffset="141766.51">28063 16051 0,'18'-17'31,"0"-1"0,-1 18-15,1 0 0,35 0-1,-35 0 1,35 0 0,-18 35 15,-35-17-16,17 17 17,-17-17-17,0 0 1,-52 17 0,-19 18 15,36-18-16,-36 0 17,53 1-17,1-36-15,17 17 16,-35 1 0,17 0 15,0-18-16,36 0 17,0 0-17,34 17 1,1-17 0,-35-17-1,0 17-15,52 0 16,-52-18-1,0 18-15,34 0 16,-34 0 0,0 0-16,52 0 15,-17-18 1,0 18 15,-71-17 47,1 17-62,-1 0 0,-52-18-1,-19 18 16,72 0-15,-1 0-16,1 0 0,-36 0 16,35 0-16,0 0 15,-52 0 1,52 0 0,-52 0-1,52 0-15,-53 18 31,54-18-15,-1 0-16,18-18 31,35 0-15,-17 1 0,35-19-1,-35 36 1,70-70-1,-88 52 1,53-35 0,-36 53-16,1-17 15,17-36 1,-17 53-16,-18-18 16,18-35-1,-36 53 1,0-17-1,1 17 1,-19 0 0,36 17-1</inkml:trace>
  <inkml:trace contextRef="#ctx0" brushRef="#br0" timeOffset="142577.51">27623 14711 0,'0'-18'0,"105"1"31,283 69 1,53-16-1,-300-19-16</inkml:trace>
  <inkml:trace contextRef="#ctx0" brushRef="#br0" timeOffset="144610.62">28081 13829 0,'0'-18'16,"35"18"-1,-17 0-15,0 0 16,35-17 0,-18-1-16,-17 18 15,17-18-15,18-35 16,-36 36-16,1-1 15,17-52 1,-52 34 0,-1-17-1,18 36-15,-18 17 0,1 0 32,-19 70-17,36-34-15,-17-1 16,-54 159-1,-35 53 17,71-212-17,17-17-15,-34-18 32,34-36-17,53-34 1,53 17-1,-52 35-15,105-52 32</inkml:trace>
  <inkml:trace contextRef="#ctx0" brushRef="#br0" timeOffset="145039.69">28575 13935 0,'0'0'0,"18"-18"16,-1 0 0,1 18-16,105-52 31,-17-1-15,-70 35-1,69-53 1,-122 107 15,-1-1-15,0 0-16,-52 177 15,52-124 1</inkml:trace>
  <inkml:trace contextRef="#ctx0" brushRef="#br0" timeOffset="146483.01">32191 14975 0,'35'-17'31,"1"17"-15,52-35 15,-53 17-15,-17 0-16,-1-52 31,-17-54 0,-17 107-31,-1-36 31,-17 123 1,17-52-32,-35 158 31,18 18 0,17-176-31,-35 52 31,-35-105 1,88-18-17,35 18 1,89-36 15,-89 71-31</inkml:trace>
  <inkml:trace contextRef="#ctx0" brushRef="#br0" timeOffset="146858.13">32526 14958 0,'106'-53'31,"-71"35"-31,89-52 32,-54-19-1,-70 107 0,-17 53-15,-54 158 15,53-176-31</inkml:trace>
  <inkml:trace contextRef="#ctx0" brushRef="#br0" timeOffset="147200.95">32226 15275 0,'159'53'31,"-318"-106"-31,600 159 31,-388-106-31,0 0 0,0 0 16,0 0-16</inkml:trace>
  <inkml:trace contextRef="#ctx0" brushRef="#br0" timeOffset="147628.94">32491 15452 0,'17'0'0,"-34"0"0,140 53 31,-105-36-31,0 1 0,-1 0 16,-70 140 15,36-122-31,-19 52 31,107-53-15,35-35-1</inkml:trace>
  <inkml:trace contextRef="#ctx0" brushRef="#br0" timeOffset="149116.31">27587 17251 0,'18'-18'0,"0"18"0,70-17 31,123 34 0,-175-17-31,-1 0 16,88 0 0</inkml:trace>
  <inkml:trace contextRef="#ctx0" brushRef="#br0" timeOffset="149361.09">27817 17022 0,'0'0'0,"52"0"16,231-18 15,-230 0-15</inkml:trace>
  <inkml:trace contextRef="#ctx0" brushRef="#br0" timeOffset="156876.41">28716 16739 0,'0'18'0,"0"0"15,-53 87 16,53-87-31,-70 88 16,70-88 0,35-1 15,71-52-15,-36 53 15,-70 70-16,-17-35-15,-19 158 32,72-122-17</inkml:trace>
  <inkml:trace contextRef="#ctx0" brushRef="#br0" timeOffset="157344.04">29104 17163 0,'-17'-18'32,"69"-17"-1,19-18-16,-53 35-15,123-70 32,-71 17-1,-87 177 0,-36 159 0,53-230-31,0-17 16</inkml:trace>
  <inkml:trace contextRef="#ctx0" brushRef="#br0" timeOffset="157877.03">29774 17127 0,'53'0'31,"18"36"0,35-19-15,-71-17-16,0-17 16</inkml:trace>
  <inkml:trace contextRef="#ctx0" brushRef="#br0" timeOffset="158209.65">30304 17198 0,'70'-35'32,"36"-18"-1,53-53 0,-124 71-31,-17 17 0,35-35 31,-142 124 1,72-36-32,-19 18 15,-34 123 1,70-141-16,0 18 15</inkml:trace>
  <inkml:trace contextRef="#ctx0" brushRef="#br0" timeOffset="158539.57">31203 16863 0,'-88'-35'31,"-53"176"0,53 123 1,105-229-32,-17 1 0,18-1 15,123-53 16,-123 1-31,-89-71 32,36 88-32,-106 35 31,123 18-15,18-36-16</inkml:trace>
  <inkml:trace contextRef="#ctx0" brushRef="#br0" timeOffset="158986.31">31538 17216 0,'-17'-18'0,"-1"18"0,53 18 0,-70-54 16,123 19 15,-17 34-15,-54-17-16,89 53 31,-88-53-16</inkml:trace>
  <inkml:trace contextRef="#ctx0" brushRef="#br0" timeOffset="159129.68">31679 16986 0,'18'0'31,"106"53"1,-19-53-17</inkml:trace>
  <inkml:trace contextRef="#ctx0" brushRef="#br0" timeOffset="159440.39">32191 16828 0,'0'0'0,"35"-18"16,-17 18-16,0 0 15,52 53 1,-52-53-16,-1 35 15,1 71 1,-159 70 15,70-88-15,54-17 0,87-18-1,-34-53 1</inkml:trace>
  <inkml:trace contextRef="#ctx0" brushRef="#br0" timeOffset="159826.22">32932 16863 0,'0'-18'15,"-18"18"-15,1 53 32,-1 18-17,18-18 1,35 70 15,-35-105-31,18 17 16,-18 71 15,0-89-31,-53 54 31,-53-71 0</inkml:trace>
  <inkml:trace contextRef="#ctx0" brushRef="#br0" timeOffset="159969.34">32914 16933 0,'141'-53'31,"-105"71"-31,-19 0 16,71 35-1,-52-36-15,-19 1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customXml" Target="../ink/ink1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0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1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10" Type="http://schemas.openxmlformats.org/officeDocument/2006/relationships/image" Target="../media/image261.png"/><Relationship Id="rId4" Type="http://schemas.openxmlformats.org/officeDocument/2006/relationships/image" Target="../media/image24.png"/><Relationship Id="rId9" Type="http://schemas.openxmlformats.org/officeDocument/2006/relationships/image" Target="../media/image28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2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29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29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33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2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34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C5EB8C9D-39B5-7024-E862-A3D3CB08D616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282ABAA-79EB-C479-C3A8-5155E505BF01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44AEC-0364-439D-8499-4EC87C593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0CFFAB35-9FD1-E3E2-FFA8-23F704F67CCA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B469E7A-CA43-25D0-6D55-C2F83285812F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D637322-ACAC-F97B-563D-3684F7C2EBC8}"/>
              </a:ext>
            </a:extLst>
          </p:cNvPr>
          <p:cNvSpPr txBox="1"/>
          <p:nvPr/>
        </p:nvSpPr>
        <p:spPr>
          <a:xfrm>
            <a:off x="176470" y="1616274"/>
            <a:ext cx="9809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</p:spTree>
    <p:extLst>
      <p:ext uri="{BB962C8B-B14F-4D97-AF65-F5344CB8AC3E}">
        <p14:creationId xmlns:p14="http://schemas.microsoft.com/office/powerpoint/2010/main" val="2596149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BE59B-8398-09F0-C6E6-DCD69368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CD1F04A-3F4B-87FA-2901-EDAA8FA76EAF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𝑆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CD1F04A-3F4B-87FA-2901-EDAA8FA76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AA9DBB6-121D-ECCB-5C04-D925AA6A3F7E}"/>
                  </a:ext>
                </a:extLst>
              </p:cNvPr>
              <p:cNvSpPr txBox="1"/>
              <p:nvPr/>
            </p:nvSpPr>
            <p:spPr>
              <a:xfrm>
                <a:off x="176470" y="2802753"/>
                <a:ext cx="37341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„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AA9DBB6-121D-ECCB-5C04-D925AA6A3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2753"/>
                <a:ext cx="3734164" cy="461665"/>
              </a:xfrm>
              <a:prstGeom prst="rect">
                <a:avLst/>
              </a:prstGeom>
              <a:blipFill>
                <a:blip r:embed="rId3"/>
                <a:stretch>
                  <a:fillRect l="-2610" t="-11842" r="-1468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E6211926-A326-D3CD-9F1F-C998F557E32C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88F6CD4-B933-13F8-14C7-EF75442A7DFB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9C9FAA4-E245-8D25-1CAC-E59005287A64}"/>
              </a:ext>
            </a:extLst>
          </p:cNvPr>
          <p:cNvSpPr txBox="1"/>
          <p:nvPr/>
        </p:nvSpPr>
        <p:spPr>
          <a:xfrm>
            <a:off x="176470" y="1616274"/>
            <a:ext cx="9809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</p:spTree>
    <p:extLst>
      <p:ext uri="{BB962C8B-B14F-4D97-AF65-F5344CB8AC3E}">
        <p14:creationId xmlns:p14="http://schemas.microsoft.com/office/powerpoint/2010/main" val="1538154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BC9D8-D3D9-D2B3-138D-AFAA7F8B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4960250-837D-0670-8DDD-0D82A76162EA}"/>
                  </a:ext>
                </a:extLst>
              </p:cNvPr>
              <p:cNvSpPr txBox="1"/>
              <p:nvPr/>
            </p:nvSpPr>
            <p:spPr>
              <a:xfrm>
                <a:off x="176470" y="2802753"/>
                <a:ext cx="9883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„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defined by the recurrence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4960250-837D-0670-8DDD-0D82A7616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2753"/>
                <a:ext cx="9883539" cy="461665"/>
              </a:xfrm>
              <a:prstGeom prst="rect">
                <a:avLst/>
              </a:prstGeom>
              <a:blipFill>
                <a:blip r:embed="rId2"/>
                <a:stretch>
                  <a:fillRect l="-987" t="-11842" r="-123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A4892F3-1C55-F67E-C31D-9E9A4E830614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𝑆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A4892F3-1C55-F67E-C31D-9E9A4E830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30145156-3804-8BB2-0B7B-6DA8F4E4BC60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5E331EF-1280-1664-619B-AD6A10DCAD7D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1C5CC7C6-430C-6F22-306D-E85234D89E4B}"/>
              </a:ext>
            </a:extLst>
          </p:cNvPr>
          <p:cNvSpPr txBox="1"/>
          <p:nvPr/>
        </p:nvSpPr>
        <p:spPr>
          <a:xfrm>
            <a:off x="176470" y="1616274"/>
            <a:ext cx="9809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</p:spTree>
    <p:extLst>
      <p:ext uri="{BB962C8B-B14F-4D97-AF65-F5344CB8AC3E}">
        <p14:creationId xmlns:p14="http://schemas.microsoft.com/office/powerpoint/2010/main" val="1967217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6C3A0-C10C-3482-C387-CE88E984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2703DB0-2A3A-DA77-BA95-52261CA1870C}"/>
                  </a:ext>
                </a:extLst>
              </p:cNvPr>
              <p:cNvSpPr txBox="1"/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2703DB0-2A3A-DA77-BA95-52261CA18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E7B59B7-D0A5-6AE1-830B-DD9D5457C823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𝑆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E7B59B7-D0A5-6AE1-830B-DD9D5457C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D13B015A-B106-AF66-5209-E13398374A8C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7FFAAC0-A819-BA46-95A6-60F27C393B8E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55923C6-2C58-A4A2-4041-9B0E430BBA6F}"/>
              </a:ext>
            </a:extLst>
          </p:cNvPr>
          <p:cNvSpPr txBox="1"/>
          <p:nvPr/>
        </p:nvSpPr>
        <p:spPr>
          <a:xfrm>
            <a:off x="176470" y="1616274"/>
            <a:ext cx="9809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5FA904C-D1C0-45D9-DF6F-3EB6AB569D08}"/>
                  </a:ext>
                </a:extLst>
              </p:cNvPr>
              <p:cNvSpPr txBox="1"/>
              <p:nvPr/>
            </p:nvSpPr>
            <p:spPr>
              <a:xfrm>
                <a:off x="176470" y="2802753"/>
                <a:ext cx="9883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„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defined by the recurrence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5FA904C-D1C0-45D9-DF6F-3EB6AB569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2753"/>
                <a:ext cx="9883539" cy="461665"/>
              </a:xfrm>
              <a:prstGeom prst="rect">
                <a:avLst/>
              </a:prstGeom>
              <a:blipFill>
                <a:blip r:embed="rId4"/>
                <a:stretch>
                  <a:fillRect l="-987" t="-11842" r="-123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773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E8C4-A1F6-C579-FF31-BD075A87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2D0A827-0DE3-7E6C-7CE8-BD5023EAC638}"/>
                  </a:ext>
                </a:extLst>
              </p:cNvPr>
              <p:cNvSpPr txBox="1"/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2D0A827-0DE3-7E6C-7CE8-BD5023EAC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312E52C-CE79-2139-D5DA-93B49B6C8081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𝑆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312E52C-CE79-2139-D5DA-93B49B6C8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97E8C77-4430-264B-A2DC-07B597167652}"/>
                  </a:ext>
                </a:extLst>
              </p:cNvPr>
              <p:cNvSpPr txBox="1"/>
              <p:nvPr/>
            </p:nvSpPr>
            <p:spPr>
              <a:xfrm>
                <a:off x="176470" y="402362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97E8C77-4430-264B-A2DC-07B597167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023622"/>
                <a:ext cx="11839060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A496D0C7-9087-AF40-9358-8485641C1F47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1CA6512-B77D-88C7-5ADC-05EB053F9FC6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0D3793B-A23F-1495-4422-894EFF091E8E}"/>
              </a:ext>
            </a:extLst>
          </p:cNvPr>
          <p:cNvSpPr txBox="1"/>
          <p:nvPr/>
        </p:nvSpPr>
        <p:spPr>
          <a:xfrm>
            <a:off x="176470" y="1616274"/>
            <a:ext cx="9809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A91982FB-0C2B-3CE4-EEA8-582FA1D67008}"/>
                  </a:ext>
                </a:extLst>
              </p:cNvPr>
              <p:cNvSpPr txBox="1"/>
              <p:nvPr/>
            </p:nvSpPr>
            <p:spPr>
              <a:xfrm>
                <a:off x="176470" y="2802753"/>
                <a:ext cx="9883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„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defined by the recurrence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A91982FB-0C2B-3CE4-EEA8-582FA1D67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2753"/>
                <a:ext cx="9883539" cy="461665"/>
              </a:xfrm>
              <a:prstGeom prst="rect">
                <a:avLst/>
              </a:prstGeom>
              <a:blipFill>
                <a:blip r:embed="rId4"/>
                <a:stretch>
                  <a:fillRect l="-987" t="-11842" r="-123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511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01365-69CD-CC4F-1422-0284D145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BB02EB4-FEA4-C0D2-0798-EDA76CE4083E}"/>
                  </a:ext>
                </a:extLst>
              </p:cNvPr>
              <p:cNvSpPr txBox="1"/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BB02EB4-FEA4-C0D2-0798-EDA76CE40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CA89EF5-4E0D-F9D1-D833-B479FF724C7E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𝑆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CA89EF5-4E0D-F9D1-D833-B479FF724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D0C1AAD0-A7E7-1281-A223-A3E7A7CFCA36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B394DB7-9CBC-DA4B-C0A2-C5356C5BD584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15283CA-FB8D-05E0-5F0E-0F00627742B0}"/>
              </a:ext>
            </a:extLst>
          </p:cNvPr>
          <p:cNvSpPr txBox="1"/>
          <p:nvPr/>
        </p:nvSpPr>
        <p:spPr>
          <a:xfrm>
            <a:off x="176470" y="1616274"/>
            <a:ext cx="9809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94E32C4-AD97-DD73-9F96-12CDDFC787C9}"/>
              </a:ext>
            </a:extLst>
          </p:cNvPr>
          <p:cNvSpPr txBox="1"/>
          <p:nvPr/>
        </p:nvSpPr>
        <p:spPr>
          <a:xfrm>
            <a:off x="176470" y="4035082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0B471F30-3CA2-8F61-B2D2-35751E417E47}"/>
                  </a:ext>
                </a:extLst>
              </p:cNvPr>
              <p:cNvSpPr txBox="1"/>
              <p:nvPr/>
            </p:nvSpPr>
            <p:spPr>
              <a:xfrm>
                <a:off x="176470" y="2802753"/>
                <a:ext cx="9883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„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defined by the recurrence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0B471F30-3CA2-8F61-B2D2-35751E417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2753"/>
                <a:ext cx="9883539" cy="461665"/>
              </a:xfrm>
              <a:prstGeom prst="rect">
                <a:avLst/>
              </a:prstGeom>
              <a:blipFill>
                <a:blip r:embed="rId4"/>
                <a:stretch>
                  <a:fillRect l="-987" t="-11842" r="-123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156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3261-9AC5-B60E-B537-4BE5CEE9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80866BC-2E71-3CCA-72ED-E7EEDE5DC80C}"/>
                  </a:ext>
                </a:extLst>
              </p:cNvPr>
              <p:cNvSpPr txBox="1"/>
              <p:nvPr/>
            </p:nvSpPr>
            <p:spPr>
              <a:xfrm>
                <a:off x="176470" y="4496747"/>
                <a:ext cx="11839060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0 </m:t>
                      </m:r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for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80866BC-2E71-3CCA-72ED-E7EEDE5DC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496747"/>
                <a:ext cx="11839060" cy="7967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DE2A88DF-9741-7E06-24A8-60DE062FA219}"/>
                  </a:ext>
                </a:extLst>
              </p:cNvPr>
              <p:cNvSpPr txBox="1"/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DE2A88DF-9741-7E06-24A8-60DE062FA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4A71CF86-69EF-9828-9DE0-ECFEB5AF5F72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𝑆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4A71CF86-69EF-9828-9DE0-ECFEB5AF5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4727A6A2-80F4-5DC5-D5C8-3E305112EF8D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6C28AB1-CCBA-EAB9-9F62-DB175D058B08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3713D42A-6831-D2B7-7A5A-4840DBEF4EB3}"/>
              </a:ext>
            </a:extLst>
          </p:cNvPr>
          <p:cNvSpPr txBox="1"/>
          <p:nvPr/>
        </p:nvSpPr>
        <p:spPr>
          <a:xfrm>
            <a:off x="176470" y="1616274"/>
            <a:ext cx="9809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CE16E55-FF93-EC8F-C975-ABF8D82CF134}"/>
              </a:ext>
            </a:extLst>
          </p:cNvPr>
          <p:cNvSpPr txBox="1"/>
          <p:nvPr/>
        </p:nvSpPr>
        <p:spPr>
          <a:xfrm>
            <a:off x="176470" y="4035082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6DC18CE4-9FBE-FFE3-9989-560D04D3AE94}"/>
                  </a:ext>
                </a:extLst>
              </p:cNvPr>
              <p:cNvSpPr txBox="1"/>
              <p:nvPr/>
            </p:nvSpPr>
            <p:spPr>
              <a:xfrm>
                <a:off x="176470" y="2802753"/>
                <a:ext cx="9883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„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defined by the recurrence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6DC18CE4-9FBE-FFE3-9989-560D04D3A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2753"/>
                <a:ext cx="9883539" cy="461665"/>
              </a:xfrm>
              <a:prstGeom prst="rect">
                <a:avLst/>
              </a:prstGeom>
              <a:blipFill>
                <a:blip r:embed="rId5"/>
                <a:stretch>
                  <a:fillRect l="-987" t="-11842" r="-123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006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55074-C791-AB79-F3B6-076EA990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ole tekstowe 7">
            <a:extLst>
              <a:ext uri="{FF2B5EF4-FFF2-40B4-BE49-F238E27FC236}">
                <a16:creationId xmlns:a16="http://schemas.microsoft.com/office/drawing/2014/main" id="{B1A1830E-B6E8-FE1E-E633-373CC36EEE1F}"/>
              </a:ext>
            </a:extLst>
          </p:cNvPr>
          <p:cNvSpPr txBox="1"/>
          <p:nvPr/>
        </p:nvSpPr>
        <p:spPr>
          <a:xfrm>
            <a:off x="176470" y="4035082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F4D9175-4607-9033-B1AF-8BF5CF52B6F1}"/>
                  </a:ext>
                </a:extLst>
              </p:cNvPr>
              <p:cNvSpPr txBox="1"/>
              <p:nvPr/>
            </p:nvSpPr>
            <p:spPr>
              <a:xfrm>
                <a:off x="176470" y="4496747"/>
                <a:ext cx="11839060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0 </m:t>
                      </m:r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for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F4D9175-4607-9033-B1AF-8BF5CF52B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496747"/>
                <a:ext cx="11839060" cy="7967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894C5F4-0BD7-9F61-A136-B35762F110B1}"/>
                  </a:ext>
                </a:extLst>
              </p:cNvPr>
              <p:cNvSpPr txBox="1"/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894C5F4-0BD7-9F61-A136-B35762F11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9554BC44-F3B6-B1E3-2EF8-4505AAE7644C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𝑆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9554BC44-F3B6-B1E3-2EF8-4505AAE76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7224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7C5308EC-6F93-4BF8-C5E6-580F51323FC2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461DDAF-F53E-ABE8-DFAC-E139AA700FFC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0DA008F-8C35-7E0D-749E-C57FC858B255}"/>
              </a:ext>
            </a:extLst>
          </p:cNvPr>
          <p:cNvSpPr txBox="1"/>
          <p:nvPr/>
        </p:nvSpPr>
        <p:spPr>
          <a:xfrm>
            <a:off x="176470" y="1616274"/>
            <a:ext cx="9809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5BBCC8B4-FE96-213E-8AD5-AB38AA944D27}"/>
                  </a:ext>
                </a:extLst>
              </p:cNvPr>
              <p:cNvSpPr txBox="1"/>
              <p:nvPr/>
            </p:nvSpPr>
            <p:spPr>
              <a:xfrm>
                <a:off x="176470" y="2802753"/>
                <a:ext cx="9883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„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defined by the recurrence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5BBCC8B4-FE96-213E-8AD5-AB38AA944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2753"/>
                <a:ext cx="9883539" cy="461665"/>
              </a:xfrm>
              <a:prstGeom prst="rect">
                <a:avLst/>
              </a:prstGeom>
              <a:blipFill>
                <a:blip r:embed="rId5"/>
                <a:stretch>
                  <a:fillRect l="-987" t="-11842" r="-123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177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C5E9-4918-B179-C7F4-0CF9766C2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E9CC364-AE26-7C2C-C6AC-67758FD60D8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E9CC364-AE26-7C2C-C6AC-67758FD60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2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2EE6D59-432F-C5DD-6393-8B6DAF880480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2EE6D59-432F-C5DD-6393-8B6DAF880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3F05BCC0-A35F-2949-8E5B-1E4BB98FF2AC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</p:spTree>
    <p:extLst>
      <p:ext uri="{BB962C8B-B14F-4D97-AF65-F5344CB8AC3E}">
        <p14:creationId xmlns:p14="http://schemas.microsoft.com/office/powerpoint/2010/main" val="209848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120E-442A-9AF1-7D26-E56990C6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A4C7ED49-EF3D-FD2F-CACE-97B1568BDB54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BD26450-BDCF-476F-373B-B82B8BDEFBC4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BD26450-BDCF-476F-373B-B82B8BDEF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8329FFEC-70C9-C900-F86C-EDE6A341E01A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9480207-1945-6491-D4A2-0D6A897C66E9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9480207-1945-6491-D4A2-0D6A897C6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4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5308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B9BAD-60D3-A556-F9DE-4FBF119F0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689F6A4-7B65-8C0C-6D5F-7EA254CF5DE2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689F6A4-7B65-8C0C-6D5F-7EA254CF5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35B0EBA-FA65-DF31-C4E8-3DDB27E5C6C5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35B0EBA-FA65-DF31-C4E8-3DDB27E5C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163E66E9-05E3-288F-DB89-96A7FB601B7D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83CA196-A65D-1EFE-7305-2D2EFC08D4BD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A307A89-3F0E-9575-3FD4-8EB9A943C8A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A307A89-3F0E-9575-3FD4-8EB9A943C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4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2631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14818-394F-E2B7-51FA-8A943D6A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510546A-29CF-30DF-DD1A-46A28E0301DB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510546A-29CF-30DF-DD1A-46A28E030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1E81703-1575-6AB2-526C-CA52B2242F78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1E81703-1575-6AB2-526C-CA52B2242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D0771288-872D-B9F7-F6AA-6B971A0D3E26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5A9F256-2B93-603C-38A1-3FBB184D22BD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BFC5054-0DB9-DAE9-F755-3A30414ED34C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BFC5054-0DB9-DAE9-F755-3A30414ED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4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002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87478-7767-25BC-7257-C031AF523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6407770-44E7-90B0-59B7-947B83966331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6407770-44E7-90B0-59B7-947B83966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1B569D9-E424-E0B9-E98A-ABB8E4D141A1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1B569D9-E424-E0B9-E98A-ABB8E4D14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F0C7005-9C08-7140-EF71-73A3C76662ED}"/>
                  </a:ext>
                </a:extLst>
              </p:cNvPr>
              <p:cNvSpPr txBox="1"/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F0C7005-9C08-7140-EF71-73A3C7666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49A7DBA3-A2FB-97A1-AC07-8688D1D18879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04B8FEA-A66D-AEE4-BEB4-0C6A70006C1E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D62C1139-214E-F816-587D-8358A8126508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D62C1139-214E-F816-587D-8358A8126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6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6587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AFFA-9840-5442-A00A-057F58459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0F41242-D116-7A09-D449-F24A7F9380FA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0F41242-D116-7A09-D449-F24A7F938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D803319-1265-518A-16D7-EB28A443A6D8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D803319-1265-518A-16D7-EB28A443A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0B4F1B3-8AD8-03AD-C3B5-96BB7B5CA71B}"/>
                  </a:ext>
                </a:extLst>
              </p:cNvPr>
              <p:cNvSpPr txBox="1"/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0B4F1B3-8AD8-03AD-C3B5-96BB7B5CA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3B7123C9-0775-7A68-8AFE-A94CC45D9E22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AD14BA1-E9D0-734E-F918-8514D6D8ABA7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AE646B4-DD6A-B6C8-3632-E0B5F9FE3B2B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AE646B4-DD6A-B6C8-3632-E0B5F9FE3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6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9066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E6E06-FF5B-6E31-DAE4-AA25419E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A690A03-26EE-259C-532B-3887F38D0296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A690A03-26EE-259C-532B-3887F38D0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8CD1F71-05E4-4F35-D5A2-4FCEA75D02B3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8CD1F71-05E4-4F35-D5A2-4FCEA75D0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D15E5B4-6BE2-B189-88A1-2EA4F7F0FF35}"/>
                  </a:ext>
                </a:extLst>
              </p:cNvPr>
              <p:cNvSpPr txBox="1"/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D15E5B4-6BE2-B189-88A1-2EA4F7F0F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4B77805-5B83-7F51-C86E-EDE5AC2C808A}"/>
                  </a:ext>
                </a:extLst>
              </p:cNvPr>
              <p:cNvSpPr txBox="1"/>
              <p:nvPr/>
            </p:nvSpPr>
            <p:spPr>
              <a:xfrm>
                <a:off x="176470" y="3588866"/>
                <a:ext cx="11839060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4B77805-5B83-7F51-C86E-EDE5AC2C8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88866"/>
                <a:ext cx="11839060" cy="7967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1BDB4B89-DB04-9D2E-4D17-33104E28CCD6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EE30F1D-AAF8-9B09-9F86-485314981B16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342826A-E429-B1E1-FA89-9087FE877C1E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342826A-E429-B1E1-FA89-9087FE877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7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6619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29C8-3B15-C549-80EF-D4307A78A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1F9F3B8-B3C4-F349-16E6-2D07C16B5D30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1F9F3B8-B3C4-F349-16E6-2D07C16B5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7DD7DE3-C455-8FAB-865A-426B83F047A7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7DD7DE3-C455-8FAB-865A-426B83F04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CAF65AC-CD8D-A764-C144-0C64066C0B81}"/>
                  </a:ext>
                </a:extLst>
              </p:cNvPr>
              <p:cNvSpPr txBox="1"/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CAF65AC-CD8D-A764-C144-0C64066C0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8FF4819-67E8-9836-453C-AE61FD4438EA}"/>
                  </a:ext>
                </a:extLst>
              </p:cNvPr>
              <p:cNvSpPr txBox="1"/>
              <p:nvPr/>
            </p:nvSpPr>
            <p:spPr>
              <a:xfrm>
                <a:off x="176470" y="3588866"/>
                <a:ext cx="11839060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=2+1=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8FF4819-67E8-9836-453C-AE61FD443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88866"/>
                <a:ext cx="11839060" cy="7967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087C5F50-98BF-4AE5-3F3A-130EF855EF2A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EFE1E59-D727-8387-DA24-0D71EFDAA39F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3B41FE2-91E7-A713-BAA2-29AFE6E27F2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3B41FE2-91E7-A713-BAA2-29AFE6E27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7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706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0675A-0B51-3117-0A3F-824D3E09B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01C00F6-E49C-B7B7-121A-BE36D4165ADB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01C00F6-E49C-B7B7-121A-BE36D4165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8BAF644-31A1-E986-CA56-4DFDA777B7A1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8BAF644-31A1-E986-CA56-4DFDA777B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0367C36-99A4-A678-5F15-C6D54AD09C08}"/>
                  </a:ext>
                </a:extLst>
              </p:cNvPr>
              <p:cNvSpPr txBox="1"/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=3+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0367C36-99A4-A678-5F15-C6D54AD09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93F5C233-B41A-6297-E75C-FC846793A101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7FE1418D-C46A-7AAF-106C-98E9D57E5AD9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D649E02-02BF-BB59-E3ED-83790F0F3B0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D649E02-02BF-BB59-E3ED-83790F0F3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6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4995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E7FB-C645-B728-4C80-E60E3424D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978C9F7-EF69-A631-3CCF-7FAED761D0EA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978C9F7-EF69-A631-3CCF-7FAED761D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88EA393-B33B-9B26-F3A5-1650D0C23AE1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88EA393-B33B-9B26-F3A5-1650D0C23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396FB19-EFF8-46E8-6DE7-FBD94C504650}"/>
                  </a:ext>
                </a:extLst>
              </p:cNvPr>
              <p:cNvSpPr txBox="1"/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=3+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396FB19-EFF8-46E8-6DE7-FBD94C504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022C5334-8637-7ECD-E895-9572D6C11253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EAE3F0A-FA37-E771-AC23-3210150E1EAA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992BB525-9E1D-EB20-ED30-32B79AC3D828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992BB525-9E1D-EB20-ED30-32B79AC3D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6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362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04D6B-4552-50DF-E85B-30D5D2A0A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82D22E3-2179-419E-39BE-2B58552860C7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=18+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82D22E3-2179-419E-39BE-2B5855286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4290DDE-7005-592E-5B34-7E435950A582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4290DDE-7005-592E-5B34-7E435950A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CCDF561-B71A-AFF2-91BA-4D360B576133}"/>
                  </a:ext>
                </a:extLst>
              </p:cNvPr>
              <p:cNvSpPr txBox="1"/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CCDF561-B71A-AFF2-91BA-4D360B576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BBA429FF-DD03-7BFC-E39D-C6E1F4E5802A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5F8D33F-825C-FA1C-0E64-7EDFE8DA0816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9B59D068-C58A-C85B-0C4F-6D94EA088FD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9B59D068-C58A-C85B-0C4F-6D94EA088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6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745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C379F-62AC-8AE3-7C5C-A64F70F7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A972C61-A848-F089-7BD1-545A61525E4D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=18+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A972C61-A848-F089-7BD1-545A61525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7B2DAE8-EE38-756C-8CD4-F775C31D5C6D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7B2DAE8-EE38-756C-8CD4-F775C31D5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22CF03C-E04D-A1B0-7451-ADE34433933A}"/>
                  </a:ext>
                </a:extLst>
              </p:cNvPr>
              <p:cNvSpPr txBox="1"/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22CF03C-E04D-A1B0-7451-ADE344339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6D8B02BC-92F0-58F6-9949-D60FE083B31B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8676AF7-4241-5605-0C00-3871D4A402DA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7463A4B-51F6-42A5-C157-36A008765B5D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7463A4B-51F6-42A5-C157-36A008765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6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249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5D671-8970-C46B-1A36-E54066EE5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110ADD1-B149-398A-69B1-AA846563366A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=18+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110ADD1-B149-398A-69B1-AA8465633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4AE98FB-D035-9CD4-6487-2FFD7011D632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4AE98FB-D035-9CD4-6487-2FFD7011D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F07575F-C030-FDAE-CC8C-3F9151EAFE15}"/>
                  </a:ext>
                </a:extLst>
              </p:cNvPr>
              <p:cNvSpPr txBox="1"/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+1=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F07575F-C030-FDAE-CC8C-3F9151EAF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92109"/>
                <a:ext cx="11839060" cy="7967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82731AE3-A538-496C-CDCC-CA8AD9084BD4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7C2492B-4FF0-D66C-E521-40CA54186E51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050099A-AC98-60EE-4270-3FB6A1975C6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050099A-AC98-60EE-4270-3FB6A1975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6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5429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28A3-3E0C-F23F-0D96-58A19D39A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4A7E81A-9571-013C-5EFC-774BD9421005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=18+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4A7E81A-9571-013C-5EFC-774BD9421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DC0A82C-793A-9355-CB60-76DB532B1463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DC0A82C-793A-9355-CB60-76DB532B1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D0DF28DD-EBDF-4327-E7AF-A57DB07BE7BF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B152962-9605-95D1-778B-87EF2E988F67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40B79FD-9573-4A8A-51A6-5F8A30035B2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40B79FD-9573-4A8A-51A6-5F8A30035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4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5953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B8135-DA56-D683-D1B4-2148D121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3271F58-AC37-2EBA-A492-385E666409D5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=18+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3271F58-AC37-2EBA-A492-385E66640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79F6E61-8201-410C-371D-461419377DBB}"/>
                  </a:ext>
                </a:extLst>
              </p:cNvPr>
              <p:cNvSpPr txBox="1"/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79F6E61-8201-410C-371D-461419377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214" y="658094"/>
                <a:ext cx="362583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B7C791BF-D87A-3ADF-6727-636D16381C67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CA7362C-FF87-620D-D9CF-99A12C45B889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2B3902B-CBBE-5320-E820-F82CD3A7C360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2B3902B-CBBE-5320-E820-F82CD3A7C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25864" cy="543610"/>
              </a:xfrm>
              <a:prstGeom prst="rect">
                <a:avLst/>
              </a:prstGeom>
              <a:blipFill>
                <a:blip r:embed="rId4"/>
                <a:stretch>
                  <a:fillRect l="-2689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1436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1498-965B-EEE0-CF3A-A87E2CBAA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5AF555B-4C43-65F6-5107-11DF8ACA1D5D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3FE377C-F699-BEA2-52F5-7B52B0CEA935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</p:spTree>
    <p:extLst>
      <p:ext uri="{BB962C8B-B14F-4D97-AF65-F5344CB8AC3E}">
        <p14:creationId xmlns:p14="http://schemas.microsoft.com/office/powerpoint/2010/main" val="716887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B3790-D319-AD70-280A-406574A94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C7A77F1-F770-F003-0F54-6591D77E47D9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C7A77F1-F770-F003-0F54-6591D77E4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33764181-9818-0837-E1D2-8CC7192AF276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4F6BD9C-A535-DC67-32E4-93157C0A056A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17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10330-16AB-0F11-CD28-F07EDCED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7060B71-59E6-DC58-7000-00E15257E2FE}"/>
                  </a:ext>
                </a:extLst>
              </p:cNvPr>
              <p:cNvSpPr txBox="1"/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dla</m:t>
                      </m:r>
                      <m: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7060B71-59E6-DC58-7000-00E15257E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6DB1826-4D99-6E51-D9D5-213B82F5C5DF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6DB1826-4D99-6E51-D9D5-213B82F5C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4EA6CBE2-0D74-5DDC-7209-67FB99DE09B3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AEED519-5884-CCFC-38A9-3A53F6446F0C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2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2AF55-1C9A-4F18-605B-BDBB413E3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2F236E9-2CD4-3ED3-85DA-485BFAC6E0A1}"/>
                  </a:ext>
                </a:extLst>
              </p:cNvPr>
              <p:cNvSpPr txBox="1"/>
              <p:nvPr/>
            </p:nvSpPr>
            <p:spPr>
              <a:xfrm>
                <a:off x="176470" y="2839172"/>
                <a:ext cx="11839060" cy="832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2F236E9-2CD4-3ED3-85DA-485BFAC6E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39172"/>
                <a:ext cx="11839060" cy="8327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C8A0B2E-923F-7F08-AAE9-BC6BC82AC17F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C8A0B2E-923F-7F08-AAE9-BC6BC82AC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8C1CD82-C6B1-645D-4B69-1698C3DCB8E9}"/>
                  </a:ext>
                </a:extLst>
              </p:cNvPr>
              <p:cNvSpPr txBox="1"/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dla</m:t>
                      </m:r>
                      <m: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8C1CD82-C6B1-645D-4B69-1698C3DCB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A6264C8F-D65B-03DA-163F-41E1C3D79DB7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5E798A8-274E-8B70-5F64-FD8D32D5F6BE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6B502E84-CB7A-9ACF-53FE-A79845339BF4}"/>
                  </a:ext>
                </a:extLst>
              </p14:cNvPr>
              <p14:cNvContentPartPr/>
              <p14:nvPr/>
            </p14:nvContentPartPr>
            <p14:xfrm>
              <a:off x="2260440" y="3708360"/>
              <a:ext cx="6058440" cy="6987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6B502E84-CB7A-9ACF-53FE-A79845339B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51080" y="3699000"/>
                <a:ext cx="6077160" cy="71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540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F93C6-793C-750B-CC5F-33901658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4243A81-3E80-E6E9-0CFC-EDA9B767C94F}"/>
                  </a:ext>
                </a:extLst>
              </p:cNvPr>
              <p:cNvSpPr txBox="1"/>
              <p:nvPr/>
            </p:nvSpPr>
            <p:spPr>
              <a:xfrm>
                <a:off x="176470" y="2839172"/>
                <a:ext cx="11839060" cy="832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4243A81-3E80-E6E9-0CFC-EDA9B767C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39172"/>
                <a:ext cx="11839060" cy="8327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BA2449A-B9DC-CE2C-90D4-B8524F2AF035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BA2449A-B9DC-CE2C-90D4-B8524F2AF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ECDB81D-13E0-D1B8-7C94-2A7BAA475C3B}"/>
                  </a:ext>
                </a:extLst>
              </p:cNvPr>
              <p:cNvSpPr txBox="1"/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dla</m:t>
                      </m:r>
                      <m: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ECDB81D-13E0-D1B8-7C94-2A7BAA475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4C3E50D-3F58-06C2-E484-11726DB76F61}"/>
                  </a:ext>
                </a:extLst>
              </p:cNvPr>
              <p:cNvSpPr txBox="1"/>
              <p:nvPr/>
            </p:nvSpPr>
            <p:spPr>
              <a:xfrm>
                <a:off x="176470" y="3671900"/>
                <a:ext cx="11839060" cy="1169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4C3E50D-3F58-06C2-E484-11726DB76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671900"/>
                <a:ext cx="11839060" cy="11698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BC941501-C2F9-615D-F145-F443D56BA375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56AA587-9052-541A-0250-89A7C871C642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709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7C2EE-FC00-613F-EA38-841AE559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55FC6B1-DB22-8A3B-73FC-8792A1C3B912}"/>
                  </a:ext>
                </a:extLst>
              </p:cNvPr>
              <p:cNvSpPr txBox="1"/>
              <p:nvPr/>
            </p:nvSpPr>
            <p:spPr>
              <a:xfrm>
                <a:off x="176470" y="2839172"/>
                <a:ext cx="11839060" cy="832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55FC6B1-DB22-8A3B-73FC-8792A1C3B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39172"/>
                <a:ext cx="11839060" cy="8327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EA4FD59-0729-5AE7-32BE-31A96D090DB0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EA4FD59-0729-5AE7-32BE-31A96D090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2A4AB87-649E-4BDD-F88A-BBC3D6E25E97}"/>
                  </a:ext>
                </a:extLst>
              </p:cNvPr>
              <p:cNvSpPr txBox="1"/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dla</m:t>
                      </m:r>
                      <m: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2A4AB87-649E-4BDD-F88A-BBC3D6E25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9C390C5-9234-D8A7-3E48-F626A4F55D0A}"/>
                  </a:ext>
                </a:extLst>
              </p:cNvPr>
              <p:cNvSpPr txBox="1"/>
              <p:nvPr/>
            </p:nvSpPr>
            <p:spPr>
              <a:xfrm>
                <a:off x="176470" y="3671900"/>
                <a:ext cx="11839060" cy="1169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!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9C390C5-9234-D8A7-3E48-F626A4F55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671900"/>
                <a:ext cx="11839060" cy="11698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8358EAEF-A40C-AF05-1F64-57E5503BE020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090C760-0D63-4E22-8D58-79A463D27726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35B5446C-22D3-7FE4-875D-420F1597B095}"/>
                  </a:ext>
                </a:extLst>
              </p14:cNvPr>
              <p14:cNvContentPartPr/>
              <p14:nvPr/>
            </p14:nvContentPartPr>
            <p14:xfrm>
              <a:off x="1511280" y="4768920"/>
              <a:ext cx="10458720" cy="151812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35B5446C-22D3-7FE4-875D-420F1597B0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01920" y="4759560"/>
                <a:ext cx="10477440" cy="153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8724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0D62B-EE62-4936-FE15-DD22A9FE5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CB0931A-8D1D-0C2D-381A-029A3911A00E}"/>
                  </a:ext>
                </a:extLst>
              </p:cNvPr>
              <p:cNvSpPr txBox="1"/>
              <p:nvPr/>
            </p:nvSpPr>
            <p:spPr>
              <a:xfrm>
                <a:off x="176470" y="2839172"/>
                <a:ext cx="11839060" cy="832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CB0931A-8D1D-0C2D-381A-029A3911A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39172"/>
                <a:ext cx="11839060" cy="8327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D96610B-798F-8837-9DF8-70177E0123DF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D96610B-798F-8837-9DF8-70177E012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D66971C-BC02-AB2C-FBBA-86E5EF58AA34}"/>
                  </a:ext>
                </a:extLst>
              </p:cNvPr>
              <p:cNvSpPr txBox="1"/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dla</m:t>
                      </m:r>
                      <m: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D66971C-BC02-AB2C-FBBA-86E5EF58A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CF9459B-2ADB-BD08-B08A-15CFBD1D914C}"/>
                  </a:ext>
                </a:extLst>
              </p:cNvPr>
              <p:cNvSpPr txBox="1"/>
              <p:nvPr/>
            </p:nvSpPr>
            <p:spPr>
              <a:xfrm>
                <a:off x="176470" y="3671900"/>
                <a:ext cx="11839060" cy="1169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!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CF9459B-2ADB-BD08-B08A-15CFBD1D9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671900"/>
                <a:ext cx="11839060" cy="11698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14F88A4-BD37-B708-8554-73ED3534FDF1}"/>
                  </a:ext>
                </a:extLst>
              </p:cNvPr>
              <p:cNvSpPr txBox="1"/>
              <p:nvPr/>
            </p:nvSpPr>
            <p:spPr>
              <a:xfrm>
                <a:off x="176470" y="4720412"/>
                <a:ext cx="8714611" cy="1169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𝑗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14F88A4-BD37-B708-8554-73ED3534F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20412"/>
                <a:ext cx="8714611" cy="11698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E4B1AE05-0C91-9311-23F6-2E3B258CCE34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600FC94-F86F-F686-4238-2C84A1C8B4C6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612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B8824-1B51-9A28-2C2E-0B3CCDF6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A54F715-375F-D8BD-746F-FD5FB00EF913}"/>
                  </a:ext>
                </a:extLst>
              </p:cNvPr>
              <p:cNvSpPr txBox="1"/>
              <p:nvPr/>
            </p:nvSpPr>
            <p:spPr>
              <a:xfrm>
                <a:off x="176470" y="2839172"/>
                <a:ext cx="11839060" cy="832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A54F715-375F-D8BD-746F-FD5FB00EF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39172"/>
                <a:ext cx="11839060" cy="8327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4DF6CD3-D408-35BD-C8C0-3079F65229BC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4DF6CD3-D408-35BD-C8C0-3079F6522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40107C5-B49C-42EC-835E-778C0861A137}"/>
                  </a:ext>
                </a:extLst>
              </p:cNvPr>
              <p:cNvSpPr txBox="1"/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dla</m:t>
                      </m:r>
                      <m: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40107C5-B49C-42EC-835E-778C0861A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137538F-95FB-B2E9-5D13-2093F32C971A}"/>
                  </a:ext>
                </a:extLst>
              </p:cNvPr>
              <p:cNvSpPr txBox="1"/>
              <p:nvPr/>
            </p:nvSpPr>
            <p:spPr>
              <a:xfrm>
                <a:off x="176470" y="3671900"/>
                <a:ext cx="11839060" cy="1169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!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137538F-95FB-B2E9-5D13-2093F32C9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671900"/>
                <a:ext cx="11839060" cy="11698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4EF12B4-0B5B-D3A9-E2D1-AD37C2C95943}"/>
                  </a:ext>
                </a:extLst>
              </p:cNvPr>
              <p:cNvSpPr txBox="1"/>
              <p:nvPr/>
            </p:nvSpPr>
            <p:spPr>
              <a:xfrm>
                <a:off x="176470" y="5768924"/>
                <a:ext cx="8714611" cy="1169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𝑗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4EF12B4-0B5B-D3A9-E2D1-AD37C2C95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768924"/>
                <a:ext cx="8714611" cy="11698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C5AA2A89-BDA7-AC17-D7E9-69D00856810C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C6D0D20-04AD-CC79-A264-6019037D142E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9E22C4B8-96C5-E35E-23F1-8D6CA8CE621A}"/>
                  </a:ext>
                </a:extLst>
              </p:cNvPr>
              <p:cNvSpPr txBox="1"/>
              <p:nvPr/>
            </p:nvSpPr>
            <p:spPr>
              <a:xfrm>
                <a:off x="176470" y="4720412"/>
                <a:ext cx="8714611" cy="1169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𝑗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9E22C4B8-96C5-E35E-23F1-8D6CA8CE6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20412"/>
                <a:ext cx="8714611" cy="11698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53156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1E94A-B568-6662-35B8-B335B71AA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1CC8E21-4B06-A50B-2975-FFE9EB9EF702}"/>
                  </a:ext>
                </a:extLst>
              </p:cNvPr>
              <p:cNvSpPr txBox="1"/>
              <p:nvPr/>
            </p:nvSpPr>
            <p:spPr>
              <a:xfrm>
                <a:off x="176470" y="2839172"/>
                <a:ext cx="11839060" cy="832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1CC8E21-4B06-A50B-2975-FFE9EB9EF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39172"/>
                <a:ext cx="11839060" cy="8327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2445520-0BB0-A58B-41CC-1A9E5152265C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2445520-0BB0-A58B-41CC-1A9E51522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3D21693-4145-4357-C948-501948481985}"/>
                  </a:ext>
                </a:extLst>
              </p:cNvPr>
              <p:cNvSpPr txBox="1"/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dla</m:t>
                      </m:r>
                      <m: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3D21693-4145-4357-C948-501948481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C019340-F58D-50B2-804B-A111C26035A3}"/>
                  </a:ext>
                </a:extLst>
              </p:cNvPr>
              <p:cNvSpPr txBox="1"/>
              <p:nvPr/>
            </p:nvSpPr>
            <p:spPr>
              <a:xfrm>
                <a:off x="176470" y="3671900"/>
                <a:ext cx="11839060" cy="1169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!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C019340-F58D-50B2-804B-A111C2603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671900"/>
                <a:ext cx="11839060" cy="11698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ADCC38D4-C736-F435-7904-B7956FE0C627}"/>
                  </a:ext>
                </a:extLst>
              </p:cNvPr>
              <p:cNvSpPr txBox="1"/>
              <p:nvPr/>
            </p:nvSpPr>
            <p:spPr>
              <a:xfrm>
                <a:off x="9884350" y="4479300"/>
                <a:ext cx="1664522" cy="724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≤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ADCC38D4-C736-F435-7904-B7956FE0C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4350" y="4479300"/>
                <a:ext cx="1664522" cy="72481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33FFA92A-F224-DAC5-CB6B-C02F8648E176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8B8077D-DF40-C68D-35FA-995A11C8D678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01CCE82A-6426-C6BD-FDCA-21AA8BC76A1E}"/>
                  </a:ext>
                </a:extLst>
              </p:cNvPr>
              <p:cNvSpPr txBox="1"/>
              <p:nvPr/>
            </p:nvSpPr>
            <p:spPr>
              <a:xfrm>
                <a:off x="176470" y="5768924"/>
                <a:ext cx="8714611" cy="1169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𝑗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01CCE82A-6426-C6BD-FDCA-21AA8BC76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768924"/>
                <a:ext cx="8714611" cy="11698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11D2E89-0ABA-D222-4DE1-A04D43AC478D}"/>
                  </a:ext>
                </a:extLst>
              </p:cNvPr>
              <p:cNvSpPr txBox="1"/>
              <p:nvPr/>
            </p:nvSpPr>
            <p:spPr>
              <a:xfrm>
                <a:off x="176470" y="4720412"/>
                <a:ext cx="8714611" cy="1169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𝑗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11D2E89-0ABA-D222-4DE1-A04D43AC4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20412"/>
                <a:ext cx="8714611" cy="116980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8706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A32C7-3495-F2D3-8254-BEBDD7FE7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08D65E52-C77C-3907-5198-DAD8B4F077AD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79D219F-A96F-855D-474E-D298CB8A8056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3185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88B90-1B76-30D9-CA7E-DAF33856A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2099C8B-204D-F92B-C1DA-2B4C0FF277F1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2099C8B-204D-F92B-C1DA-2B4C0FF27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2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2894409D-9B9F-C37E-AC9F-F3EA554528E5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5E1DA73-F38E-8F79-F484-05D692E5616A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65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D60C-EBA8-5125-C54E-A633008D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D3AF9FF-9F76-DF7F-FEBD-4EE599958D66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579004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equivalence relations with exactly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equivalence classes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 can be defined on 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D3AF9FF-9F76-DF7F-FEBD-4EE599958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579004" cy="897362"/>
              </a:xfrm>
              <a:prstGeom prst="rect">
                <a:avLst/>
              </a:prstGeom>
              <a:blipFill>
                <a:blip r:embed="rId2"/>
                <a:stretch>
                  <a:fillRect l="-737" t="-6122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3001E8B2-C109-0F86-99EC-40D6664A04D7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155A6D4-5E99-EB48-CF21-B53CD3FC3E64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B7EDB89-A8BC-39F0-3FE7-0EE62478450A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B7EDB89-A8BC-39F0-3FE7-0EE624784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3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37572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8BC55-5C2B-904A-2654-650779B0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F1246ABA-5701-509E-65FF-7512B075B95B}"/>
              </a:ext>
            </a:extLst>
          </p:cNvPr>
          <p:cNvSpPr txBox="1"/>
          <p:nvPr/>
        </p:nvSpPr>
        <p:spPr>
          <a:xfrm>
            <a:off x="176470" y="2975301"/>
            <a:ext cx="11463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the formulas for Bell numbers and Stirling numbers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first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3C00946-B658-7CA4-EC6D-D608F8CEE9A0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F8518DA-CCFA-9DCD-EDB7-9F86CCFC9A61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A1FE730-C0E0-5932-5928-DFAB61FABE75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A1FE730-C0E0-5932-5928-DFAB61FAB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2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EE6B771-80C1-0CC3-8AA3-2043823CCA7E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579004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equivalence relations with exactly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equivalence classes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 can be defined on 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EE6B771-80C1-0CC3-8AA3-2043823CC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579004" cy="897362"/>
              </a:xfrm>
              <a:prstGeom prst="rect">
                <a:avLst/>
              </a:prstGeom>
              <a:blipFill>
                <a:blip r:embed="rId3"/>
                <a:stretch>
                  <a:fillRect l="-737" t="-6122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3388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17477-FE1F-163C-A096-BC446CA8B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ole tekstowe 24">
            <a:extLst>
              <a:ext uri="{FF2B5EF4-FFF2-40B4-BE49-F238E27FC236}">
                <a16:creationId xmlns:a16="http://schemas.microsoft.com/office/drawing/2014/main" id="{73A92C35-89A9-0E24-45B6-348F858139C0}"/>
              </a:ext>
            </a:extLst>
          </p:cNvPr>
          <p:cNvSpPr txBox="1"/>
          <p:nvPr/>
        </p:nvSpPr>
        <p:spPr>
          <a:xfrm>
            <a:off x="176470" y="3575465"/>
            <a:ext cx="2767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formula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pole tekstowe 27">
                <a:extLst>
                  <a:ext uri="{FF2B5EF4-FFF2-40B4-BE49-F238E27FC236}">
                    <a16:creationId xmlns:a16="http://schemas.microsoft.com/office/drawing/2014/main" id="{856860FB-3D66-1BA5-8C1D-B69EE7796498}"/>
                  </a:ext>
                </a:extLst>
              </p:cNvPr>
              <p:cNvSpPr txBox="1"/>
              <p:nvPr/>
            </p:nvSpPr>
            <p:spPr>
              <a:xfrm>
                <a:off x="2943574" y="3381918"/>
                <a:ext cx="2073402" cy="848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1800" b="0" i="1" kern="1200" smtClean="0"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pl-PL" sz="1800" b="0" i="1" kern="1200"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pl-PL" sz="1800" b="0" i="1" kern="1200"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lang="pl-PL" sz="1800" b="0" i="1" kern="1200">
                          <a:solidFill>
                            <a:srgbClr val="FFFFFF"/>
                          </a:solidFill>
                          <a:effectLst/>
                          <a:latin typeface="Cambria Math" panose="02040503050406030204" pitchFamily="18" charset="0"/>
                          <a:ea typeface="Verdana" panose="020B0604030504040204" pitchFamily="34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1800" b="0" i="1" kern="1200"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1800" b="0" i="1" kern="1200"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+mn-cs"/>
                            </a:rPr>
                            <m:t>𝑘</m:t>
                          </m:r>
                          <m:r>
                            <a:rPr lang="pl-PL" sz="1800" b="0" i="1" kern="1200"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lang="pl-PL" sz="1800" b="0" i="1" kern="1200"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+mn-cs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1800" b="0" i="1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1800" b="0" i="1" kern="1200">
                                      <a:solidFill>
                                        <a:srgbClr val="FFFF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pl-PL" sz="1800" b="0" i="1" kern="1200">
                                      <a:solidFill>
                                        <a:srgbClr val="FFFF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+mn-cs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1800" b="0" i="1" kern="1200">
                                      <a:solidFill>
                                        <a:srgbClr val="FFFF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+mn-cs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l-PL" sz="1800" b="0" i="1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pl-PL" sz="1800" b="0" i="1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+mn-cs"/>
                                </a:rPr>
                                <m:t>𝑥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pl-PL" sz="1800" b="0" i="1" kern="1200">
                                      <a:solidFill>
                                        <a:srgbClr val="FFFF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+mn-cs"/>
                                    </a:rPr>
                                  </m:ctrlPr>
                                </m:barPr>
                                <m:e>
                                  <m:r>
                                    <a:rPr lang="pl-PL" sz="1800" b="0" i="1" kern="1200">
                                      <a:solidFill>
                                        <a:srgbClr val="FFFF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+mn-cs"/>
                                    </a:rPr>
                                    <m:t>𝑘</m:t>
                                  </m:r>
                                </m:e>
                              </m:ba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pole tekstowe 27">
                <a:extLst>
                  <a:ext uri="{FF2B5EF4-FFF2-40B4-BE49-F238E27FC236}">
                    <a16:creationId xmlns:a16="http://schemas.microsoft.com/office/drawing/2014/main" id="{856860FB-3D66-1BA5-8C1D-B69EE7796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574" y="3381918"/>
                <a:ext cx="2073402" cy="8487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03C520C3-4194-F9FA-14A4-45EB51A74C15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7280CAF-1DBF-D4A6-D0FE-0062DEEC2061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1FCF365-3DD6-86E7-2E5D-6FD517B8A7D3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1FCF365-3DD6-86E7-2E5D-6FD517B8A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3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74C1E4B-0F36-0609-B77A-D7E286DBFA6E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579004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equivalence relations with exactly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equivalence classes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 can be defined on 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74C1E4B-0F36-0609-B77A-D7E286DBF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579004" cy="897362"/>
              </a:xfrm>
              <a:prstGeom prst="rect">
                <a:avLst/>
              </a:prstGeom>
              <a:blipFill>
                <a:blip r:embed="rId4"/>
                <a:stretch>
                  <a:fillRect l="-737" t="-6122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2C9AD48-2505-FBA9-4D86-007A5F9E5392}"/>
              </a:ext>
            </a:extLst>
          </p:cNvPr>
          <p:cNvSpPr txBox="1"/>
          <p:nvPr/>
        </p:nvSpPr>
        <p:spPr>
          <a:xfrm>
            <a:off x="176470" y="2975301"/>
            <a:ext cx="11463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the formulas for Bell numbers and Stirling numbers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first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</a:p>
        </p:txBody>
      </p:sp>
    </p:spTree>
    <p:extLst>
      <p:ext uri="{BB962C8B-B14F-4D97-AF65-F5344CB8AC3E}">
        <p14:creationId xmlns:p14="http://schemas.microsoft.com/office/powerpoint/2010/main" val="2683432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EC907-212B-6D16-D849-DDC6C051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441B447E-0635-4581-8BFB-42B47D7E40AF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839F359-766C-7034-F03D-47013723D091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2A0DB93-21EC-A897-090E-C9A071DF0B81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2A0DB93-21EC-A897-090E-C9A071DF0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2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9603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FDDDD-45EF-87F8-3502-0BA75327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8AFB47EF-7B38-AAA3-FF34-1F6A08AD4829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E2162EE-38B7-4511-53AE-DFEA7B00A738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54A6C2D-3388-C9EF-E1F2-3E601CDBBA40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4964F86-DA05-F3E0-B6A1-E34C6C04E7C2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4964F86-DA05-F3E0-B6A1-E34C6C04E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2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2304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65A8B-C80D-0221-E813-4A88D713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BADEFA5A-87FB-BFEB-15C7-B42B46EAEAEC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D4BCEBC-9D62-DED9-FDAD-6792A982EB9C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6AC8131-3139-E92E-8416-0D9ECAD89820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0736C0B-F0DF-EF5A-B7F3-3AA4AA67932F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0736C0B-F0DF-EF5A-B7F3-3AA4AA679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2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5382FD9E-4699-FE6E-BCDE-CB19473BF67F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</p:spTree>
    <p:extLst>
      <p:ext uri="{BB962C8B-B14F-4D97-AF65-F5344CB8AC3E}">
        <p14:creationId xmlns:p14="http://schemas.microsoft.com/office/powerpoint/2010/main" val="24091756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1E3AF-504F-A12E-AF7F-9593EA04D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1F9999A-F755-9653-EA70-98A6355A914B}"/>
                  </a:ext>
                </a:extLst>
              </p:cNvPr>
              <p:cNvSpPr txBox="1"/>
              <p:nvPr/>
            </p:nvSpPr>
            <p:spPr>
              <a:xfrm>
                <a:off x="176470" y="3436966"/>
                <a:ext cx="770211" cy="916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1F9999A-F755-9653-EA70-98A6355A9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36966"/>
                <a:ext cx="770211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8A9EA7E8-4C1E-4D9D-DD27-A61C39BED536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51A3892-EB2A-74FB-4CCA-33DA7241F185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9D3DB818-DEC5-C169-4046-77D14B06CED7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9D3DB818-DEC5-C169-4046-77D14B06C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4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3D47843-CD71-7509-A4D2-6746F9602B62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1040F32-1C49-25BA-878C-77C85A6C99DC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8744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9DEEE-E908-FE14-619A-3417E5D1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7F95B5C-D4DC-7986-4085-E114207F577E}"/>
                  </a:ext>
                </a:extLst>
              </p:cNvPr>
              <p:cNvSpPr txBox="1"/>
              <p:nvPr/>
            </p:nvSpPr>
            <p:spPr>
              <a:xfrm>
                <a:off x="176470" y="3436966"/>
                <a:ext cx="770211" cy="916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7F95B5C-D4DC-7986-4085-E114207F5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36966"/>
                <a:ext cx="770211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E911B60-6F54-83FB-48CE-24282AAC12A5}"/>
                  </a:ext>
                </a:extLst>
              </p:cNvPr>
              <p:cNvSpPr txBox="1"/>
              <p:nvPr/>
            </p:nvSpPr>
            <p:spPr>
              <a:xfrm>
                <a:off x="92459" y="4613775"/>
                <a:ext cx="3762614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E911B60-6F54-83FB-48CE-24282AAC1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9" y="4613775"/>
                <a:ext cx="3762614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93359E1-65E0-BE1D-7C22-476226E0DEBA}"/>
                  </a:ext>
                </a:extLst>
              </p:cNvPr>
              <p:cNvSpPr txBox="1"/>
              <p:nvPr/>
            </p:nvSpPr>
            <p:spPr>
              <a:xfrm>
                <a:off x="3975611" y="4685012"/>
                <a:ext cx="1803397" cy="724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93359E1-65E0-BE1D-7C22-476226E0D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11" y="4685012"/>
                <a:ext cx="1803397" cy="7248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E7C5D898-C628-DC82-F941-8F1E1A54C82C}"/>
                  </a:ext>
                </a:extLst>
              </p:cNvPr>
              <p:cNvSpPr txBox="1"/>
              <p:nvPr/>
            </p:nvSpPr>
            <p:spPr>
              <a:xfrm>
                <a:off x="5678424" y="4577226"/>
                <a:ext cx="3383280" cy="832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E7C5D898-C628-DC82-F941-8F1E1A54C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24" y="4577226"/>
                <a:ext cx="3383280" cy="832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6B226BAD-A179-EEDF-51FE-5C8CFEC50722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A25751A-9E61-B32E-FEE0-7EB3FAC92EA0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A139382-598B-80CE-30AA-FA6E588A68F8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A139382-598B-80CE-30AA-FA6E588A6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7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56EE8F0-EE70-4A41-7AB7-7FA4A4646901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0B9B094-EF15-C14D-15F4-8FA577739F9C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6779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9E75B-41FB-4FAA-663B-26F438564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30630CF-6685-5DF3-FB2E-8D79A6CAFC81}"/>
                  </a:ext>
                </a:extLst>
              </p:cNvPr>
              <p:cNvSpPr txBox="1"/>
              <p:nvPr/>
            </p:nvSpPr>
            <p:spPr>
              <a:xfrm>
                <a:off x="176470" y="3436966"/>
                <a:ext cx="2574294" cy="916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30630CF-6685-5DF3-FB2E-8D79A6CAF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36966"/>
                <a:ext cx="2574294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DA97BEE-2EF5-844F-35DC-25E07B966B7F}"/>
                  </a:ext>
                </a:extLst>
              </p:cNvPr>
              <p:cNvSpPr txBox="1"/>
              <p:nvPr/>
            </p:nvSpPr>
            <p:spPr>
              <a:xfrm>
                <a:off x="92459" y="4613775"/>
                <a:ext cx="3762614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DA97BEE-2EF5-844F-35DC-25E07B966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9" y="4613775"/>
                <a:ext cx="3762614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AD234CA6-0CC0-8B08-F3A1-C9C08FE0D5BA}"/>
                  </a:ext>
                </a:extLst>
              </p:cNvPr>
              <p:cNvSpPr txBox="1"/>
              <p:nvPr/>
            </p:nvSpPr>
            <p:spPr>
              <a:xfrm>
                <a:off x="3975611" y="4685012"/>
                <a:ext cx="1803397" cy="724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AD234CA6-0CC0-8B08-F3A1-C9C08FE0D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11" y="4685012"/>
                <a:ext cx="1803397" cy="7248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1797820F-CC20-070C-76D1-8D5CDCD88D1C}"/>
                  </a:ext>
                </a:extLst>
              </p:cNvPr>
              <p:cNvSpPr txBox="1"/>
              <p:nvPr/>
            </p:nvSpPr>
            <p:spPr>
              <a:xfrm>
                <a:off x="5678424" y="4577226"/>
                <a:ext cx="3383280" cy="832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1797820F-CC20-070C-76D1-8D5CDCD88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24" y="4577226"/>
                <a:ext cx="3383280" cy="832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BDEC92AC-7F58-F77D-CB5A-D6503E8483FB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3679D051-042B-AEF5-C068-C0A2A5A94AAD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FFCCD0F-600E-3798-7B4E-A79A23BB7799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FFCCD0F-600E-3798-7B4E-A79A23BB7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7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0B25453-3F75-5205-5A36-F2A24AC315CA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EE2736A-593A-915C-C003-6E91C2850550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6806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C386-9C66-2813-6A6F-23D4F1F1F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419F20E-95D8-7D8E-0139-4898E42CD7E7}"/>
                  </a:ext>
                </a:extLst>
              </p:cNvPr>
              <p:cNvSpPr txBox="1"/>
              <p:nvPr/>
            </p:nvSpPr>
            <p:spPr>
              <a:xfrm>
                <a:off x="176470" y="3436966"/>
                <a:ext cx="3918765" cy="916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419F20E-95D8-7D8E-0139-4898E42CD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36966"/>
                <a:ext cx="3918765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71EBAA8-1304-93A4-3FF8-C976A95DFC51}"/>
                  </a:ext>
                </a:extLst>
              </p:cNvPr>
              <p:cNvSpPr txBox="1"/>
              <p:nvPr/>
            </p:nvSpPr>
            <p:spPr>
              <a:xfrm>
                <a:off x="92459" y="4613775"/>
                <a:ext cx="3762614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71EBAA8-1304-93A4-3FF8-C976A95DF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9" y="4613775"/>
                <a:ext cx="3762614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5680609-2174-B9EA-AB01-166BB3F59602}"/>
                  </a:ext>
                </a:extLst>
              </p:cNvPr>
              <p:cNvSpPr txBox="1"/>
              <p:nvPr/>
            </p:nvSpPr>
            <p:spPr>
              <a:xfrm>
                <a:off x="3975611" y="4685012"/>
                <a:ext cx="1803397" cy="724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5680609-2174-B9EA-AB01-166BB3F59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11" y="4685012"/>
                <a:ext cx="1803397" cy="7248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63358B0B-29DB-B78C-C1F6-E01A00C2BB3A}"/>
                  </a:ext>
                </a:extLst>
              </p:cNvPr>
              <p:cNvSpPr txBox="1"/>
              <p:nvPr/>
            </p:nvSpPr>
            <p:spPr>
              <a:xfrm>
                <a:off x="5678424" y="4577226"/>
                <a:ext cx="3383280" cy="832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63358B0B-29DB-B78C-C1F6-E01A00C2B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24" y="4577226"/>
                <a:ext cx="3383280" cy="832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B8D3924A-52A0-1889-768A-345F730D5A65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7CEAE07-778E-6117-E782-FF8B6ABF547A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3E22F78F-185A-0D4A-134D-5609FF28F4CF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3E22F78F-185A-0D4A-134D-5609FF28F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7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DD4BDB4-5D30-E75F-87FF-F824DBC4532A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CE75622A-AF5A-C3F0-2D79-6AA33D3B4678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4682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E1EAE-BF82-AE7B-80A8-28B5A34A1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D7A6576-507F-3321-D385-C93E5C1DF2C9}"/>
                  </a:ext>
                </a:extLst>
              </p:cNvPr>
              <p:cNvSpPr txBox="1"/>
              <p:nvPr/>
            </p:nvSpPr>
            <p:spPr>
              <a:xfrm>
                <a:off x="176470" y="3436966"/>
                <a:ext cx="6382004" cy="926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D7A6576-507F-3321-D385-C93E5C1DF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36966"/>
                <a:ext cx="6382004" cy="926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6A96F53-8590-2D75-0C56-C8CC36417803}"/>
                  </a:ext>
                </a:extLst>
              </p:cNvPr>
              <p:cNvSpPr txBox="1"/>
              <p:nvPr/>
            </p:nvSpPr>
            <p:spPr>
              <a:xfrm>
                <a:off x="92459" y="4613775"/>
                <a:ext cx="3762614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6A96F53-8590-2D75-0C56-C8CC36417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9" y="4613775"/>
                <a:ext cx="3762614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D2DF999D-02D0-17E3-C09D-26F81CF33D13}"/>
                  </a:ext>
                </a:extLst>
              </p:cNvPr>
              <p:cNvSpPr txBox="1"/>
              <p:nvPr/>
            </p:nvSpPr>
            <p:spPr>
              <a:xfrm>
                <a:off x="3975611" y="4685012"/>
                <a:ext cx="1803397" cy="724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D2DF999D-02D0-17E3-C09D-26F81CF33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11" y="4685012"/>
                <a:ext cx="1803397" cy="7248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5FD0210-9501-2ABF-BB78-CEA281BE08EF}"/>
                  </a:ext>
                </a:extLst>
              </p:cNvPr>
              <p:cNvSpPr txBox="1"/>
              <p:nvPr/>
            </p:nvSpPr>
            <p:spPr>
              <a:xfrm>
                <a:off x="5678424" y="4577226"/>
                <a:ext cx="3383280" cy="832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5FD0210-9501-2ABF-BB78-CEA281BE0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24" y="4577226"/>
                <a:ext cx="3383280" cy="832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98A8A87E-7D71-9395-D50B-306A05A2D6E3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1B0A667-E99C-4B27-A9D6-4468BC788F16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C764A44-E426-E0F2-1EF6-5272009E2A2A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C764A44-E426-E0F2-1EF6-5272009E2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7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E59CA6AE-2D8B-F573-B015-FC624FD45129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B4778FA-469A-5DD3-9D83-F1092D1769C0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4200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02B63-4D29-C6E1-551B-448EAE4E0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D71CCEA-4CB8-0DBE-B121-B48D4654E0AE}"/>
                  </a:ext>
                </a:extLst>
              </p:cNvPr>
              <p:cNvSpPr txBox="1"/>
              <p:nvPr/>
            </p:nvSpPr>
            <p:spPr>
              <a:xfrm>
                <a:off x="176470" y="3436966"/>
                <a:ext cx="9214574" cy="926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27−16+1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D71CCEA-4CB8-0DBE-B121-B48D4654E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36966"/>
                <a:ext cx="9214574" cy="926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5EA8351-1594-3F26-FD67-AA0C7D37CE62}"/>
                  </a:ext>
                </a:extLst>
              </p:cNvPr>
              <p:cNvSpPr txBox="1"/>
              <p:nvPr/>
            </p:nvSpPr>
            <p:spPr>
              <a:xfrm>
                <a:off x="92459" y="4613775"/>
                <a:ext cx="3762614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5EA8351-1594-3F26-FD67-AA0C7D37C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9" y="4613775"/>
                <a:ext cx="3762614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327AEFC2-0F8F-ED6D-D011-07951A31ED80}"/>
                  </a:ext>
                </a:extLst>
              </p:cNvPr>
              <p:cNvSpPr txBox="1"/>
              <p:nvPr/>
            </p:nvSpPr>
            <p:spPr>
              <a:xfrm>
                <a:off x="3975611" y="4685012"/>
                <a:ext cx="1803397" cy="724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327AEFC2-0F8F-ED6D-D011-07951A31E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11" y="4685012"/>
                <a:ext cx="1803397" cy="7248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D9CD740C-84DD-A702-B364-891729E1121C}"/>
                  </a:ext>
                </a:extLst>
              </p:cNvPr>
              <p:cNvSpPr txBox="1"/>
              <p:nvPr/>
            </p:nvSpPr>
            <p:spPr>
              <a:xfrm>
                <a:off x="5678424" y="4577226"/>
                <a:ext cx="3383280" cy="832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D9CD740C-84DD-A702-B364-891729E11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24" y="4577226"/>
                <a:ext cx="3383280" cy="832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40AC8C39-929B-D598-D726-23D730234BA3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B2097BA-0268-52BB-2C4E-A5DCED525DF1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CB513EE-2FBD-C106-98C8-9618F70FDF7E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CB513EE-2FBD-C106-98C8-9618F70FD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7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D74FB8BF-2366-DFB2-CA1B-C413E9878B75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56406070-93C3-DAA7-D69C-4E7A5E41AF1A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7135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1B41D-ACFD-D9C1-1349-5EB6BA7C1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8586B2E-A363-B6A2-89F6-6FF6A585B120}"/>
                  </a:ext>
                </a:extLst>
              </p:cNvPr>
              <p:cNvSpPr txBox="1"/>
              <p:nvPr/>
            </p:nvSpPr>
            <p:spPr>
              <a:xfrm>
                <a:off x="176470" y="3436966"/>
                <a:ext cx="10745954" cy="926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27−16+1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=4+6=10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8586B2E-A363-B6A2-89F6-6FF6A585B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36966"/>
                <a:ext cx="10745954" cy="926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40803A8C-B2DB-214D-0ECB-9E6624FD63A6}"/>
                  </a:ext>
                </a:extLst>
              </p:cNvPr>
              <p:cNvSpPr txBox="1"/>
              <p:nvPr/>
            </p:nvSpPr>
            <p:spPr>
              <a:xfrm>
                <a:off x="92459" y="4613775"/>
                <a:ext cx="3762614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40803A8C-B2DB-214D-0ECB-9E6624FD6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9" y="4613775"/>
                <a:ext cx="3762614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79F9B20-6682-0D0F-D642-FA8606A0C6E5}"/>
                  </a:ext>
                </a:extLst>
              </p:cNvPr>
              <p:cNvSpPr txBox="1"/>
              <p:nvPr/>
            </p:nvSpPr>
            <p:spPr>
              <a:xfrm>
                <a:off x="3975611" y="4685012"/>
                <a:ext cx="1803397" cy="724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79F9B20-6682-0D0F-D642-FA8606A0C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11" y="4685012"/>
                <a:ext cx="1803397" cy="7248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3CE0C614-D766-F454-D7DF-CAAFFBFFB290}"/>
                  </a:ext>
                </a:extLst>
              </p:cNvPr>
              <p:cNvSpPr txBox="1"/>
              <p:nvPr/>
            </p:nvSpPr>
            <p:spPr>
              <a:xfrm>
                <a:off x="5678424" y="4577226"/>
                <a:ext cx="3383280" cy="832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3CE0C614-D766-F454-D7DF-CAAFFBFFB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24" y="4577226"/>
                <a:ext cx="3383280" cy="832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FDE39E8D-CFCC-EA79-43F7-6D1BECEC6582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D121E27-572B-7B82-85C2-20608F4988C7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AEBC168-9D00-4D47-4291-D6E3A72291B3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AEBC168-9D00-4D47-4291-D6E3A7229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7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2D85702-978C-73CF-3637-C6C9E01E3DD1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C6D3EB1-A1C2-0282-2F61-8C5EF59CD377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243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F0561-CF39-B1F9-880F-7A69CE64B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C11437D-785B-D2FD-EE40-F7802CCDBA40}"/>
                  </a:ext>
                </a:extLst>
              </p:cNvPr>
              <p:cNvSpPr txBox="1"/>
              <p:nvPr/>
            </p:nvSpPr>
            <p:spPr>
              <a:xfrm>
                <a:off x="176470" y="3436966"/>
                <a:ext cx="1510222" cy="916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C11437D-785B-D2FD-EE40-F7802CCDB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36966"/>
                <a:ext cx="1510222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B6F3CB3E-B887-D345-CA1A-C0763024A4C6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982CE2A-0E4C-C53C-3DBB-046FF897F56D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9D54BCA-F1C9-B890-3C17-31F3F32519F4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9D54BCA-F1C9-B890-3C17-31F3F3251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4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54EAA9A-C75E-A434-FBDD-7F748D5D877F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CFB8AAA8-D799-32AF-AECF-BFB77E6A7288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0596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425D-F406-5C84-FDF4-FB90F1F5C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E833BB9-DADB-5D1B-5A42-CC43CE966A3F}"/>
                  </a:ext>
                </a:extLst>
              </p:cNvPr>
              <p:cNvSpPr txBox="1"/>
              <p:nvPr/>
            </p:nvSpPr>
            <p:spPr>
              <a:xfrm>
                <a:off x="176470" y="3436966"/>
                <a:ext cx="1510222" cy="916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E833BB9-DADB-5D1B-5A42-CC43CE966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36966"/>
                <a:ext cx="1510222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7F63A0CE-5C80-2DA4-F43A-4715FAB4C23E}"/>
              </a:ext>
            </a:extLst>
          </p:cNvPr>
          <p:cNvSpPr txBox="1"/>
          <p:nvPr/>
        </p:nvSpPr>
        <p:spPr>
          <a:xfrm>
            <a:off x="3245805" y="2975300"/>
            <a:ext cx="1138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Ways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82D943C-7643-2F99-D5CF-64E8ACC9154B}"/>
                  </a:ext>
                </a:extLst>
              </p:cNvPr>
              <p:cNvSpPr txBox="1"/>
              <p:nvPr/>
            </p:nvSpPr>
            <p:spPr>
              <a:xfrm>
                <a:off x="4882022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82D943C-7643-2F99-D5CF-64E8ACC91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3180166"/>
                <a:ext cx="250081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4B6120E3-37D6-B34C-F68A-FC294CCF7EE2}"/>
                  </a:ext>
                </a:extLst>
              </p:cNvPr>
              <p:cNvSpPr txBox="1"/>
              <p:nvPr/>
            </p:nvSpPr>
            <p:spPr>
              <a:xfrm>
                <a:off x="4882022" y="361586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4B6120E3-37D6-B34C-F68A-FC294CCF7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3615863"/>
                <a:ext cx="25008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7B7B1C8-9981-034E-C328-6F3255CC3BA9}"/>
                  </a:ext>
                </a:extLst>
              </p:cNvPr>
              <p:cNvSpPr txBox="1"/>
              <p:nvPr/>
            </p:nvSpPr>
            <p:spPr>
              <a:xfrm>
                <a:off x="4882022" y="405156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7B7B1C8-9981-034E-C328-6F3255CC3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4051560"/>
                <a:ext cx="250081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C3C0B80-4800-73C0-9D83-E500F39E8BF5}"/>
                  </a:ext>
                </a:extLst>
              </p:cNvPr>
              <p:cNvSpPr txBox="1"/>
              <p:nvPr/>
            </p:nvSpPr>
            <p:spPr>
              <a:xfrm>
                <a:off x="7283985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C3C0B80-4800-73C0-9D83-E500F39E8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5" y="3180166"/>
                <a:ext cx="250081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B2638ECF-2DDD-4584-C47C-81FB61CB2CAB}"/>
                  </a:ext>
                </a:extLst>
              </p:cNvPr>
              <p:cNvSpPr txBox="1"/>
              <p:nvPr/>
            </p:nvSpPr>
            <p:spPr>
              <a:xfrm>
                <a:off x="7283984" y="363955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B2638ECF-2DDD-4584-C47C-81FB61CB2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4" y="3639553"/>
                <a:ext cx="250081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4DA40B82-9461-639D-CC49-6D99714174E5}"/>
                  </a:ext>
                </a:extLst>
              </p:cNvPr>
              <p:cNvSpPr txBox="1"/>
              <p:nvPr/>
            </p:nvSpPr>
            <p:spPr>
              <a:xfrm>
                <a:off x="7283984" y="407525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4DA40B82-9461-639D-CC49-6D9971417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4" y="4075250"/>
                <a:ext cx="2500813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45AAD3A-59B4-3560-6ACA-66BE6E8D1B01}"/>
                  </a:ext>
                </a:extLst>
              </p:cNvPr>
              <p:cNvSpPr txBox="1"/>
              <p:nvPr/>
            </p:nvSpPr>
            <p:spPr>
              <a:xfrm>
                <a:off x="9685946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45AAD3A-59B4-3560-6ACA-66BE6E8D1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6" y="3180166"/>
                <a:ext cx="2500813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BDF9A9B8-4A1B-5750-3974-D50AB751008E}"/>
                  </a:ext>
                </a:extLst>
              </p:cNvPr>
              <p:cNvSpPr txBox="1"/>
              <p:nvPr/>
            </p:nvSpPr>
            <p:spPr>
              <a:xfrm>
                <a:off x="9685945" y="363955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BDF9A9B8-4A1B-5750-3974-D50AB7510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5" y="3639553"/>
                <a:ext cx="2500813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B7481C14-5213-9E67-6151-5FE77BEA14E6}"/>
                  </a:ext>
                </a:extLst>
              </p:cNvPr>
              <p:cNvSpPr txBox="1"/>
              <p:nvPr/>
            </p:nvSpPr>
            <p:spPr>
              <a:xfrm>
                <a:off x="9685945" y="407525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B7481C14-5213-9E67-6151-5FE77BEA1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5" y="4075250"/>
                <a:ext cx="250081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B85AB308-F00C-3C93-189C-866DBBC3C7D0}"/>
                  </a:ext>
                </a:extLst>
              </p:cNvPr>
              <p:cNvSpPr txBox="1"/>
              <p:nvPr/>
            </p:nvSpPr>
            <p:spPr>
              <a:xfrm>
                <a:off x="9676273" y="4508669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B85AB308-F00C-3C93-189C-866DBBC3C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273" y="4508669"/>
                <a:ext cx="2500813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BF6562E1-C703-F98B-AE3E-5089C3C0A43F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5D0790FF-7195-CB1A-C4D4-AE44D139F917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AFFAA6A2-E93F-649D-7FA7-4567F06DDF20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AFFAA6A2-E93F-649D-7FA7-4567F06DD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14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pole tekstowe 21">
            <a:extLst>
              <a:ext uri="{FF2B5EF4-FFF2-40B4-BE49-F238E27FC236}">
                <a16:creationId xmlns:a16="http://schemas.microsoft.com/office/drawing/2014/main" id="{D7CF369E-ADFB-08FA-FD3D-564D2A136C6C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335C8FB4-0F97-C2CA-1ADD-3B6119CC5837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3628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90EBE-6930-12DE-1558-BB70B123E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EF91724-A3CA-E6A3-1381-B575E88CABEC}"/>
                  </a:ext>
                </a:extLst>
              </p:cNvPr>
              <p:cNvSpPr txBox="1"/>
              <p:nvPr/>
            </p:nvSpPr>
            <p:spPr>
              <a:xfrm>
                <a:off x="176470" y="3436966"/>
                <a:ext cx="1510222" cy="916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EF91724-A3CA-E6A3-1381-B575E88CA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36966"/>
                <a:ext cx="1510222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260ECED-F000-1A29-2C49-FDBBF41E43EC}"/>
                  </a:ext>
                </a:extLst>
              </p:cNvPr>
              <p:cNvSpPr txBox="1"/>
              <p:nvPr/>
            </p:nvSpPr>
            <p:spPr>
              <a:xfrm>
                <a:off x="4882022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260ECED-F000-1A29-2C49-FDBBF41E4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3180166"/>
                <a:ext cx="250081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CD82894-1443-0CA7-48DA-8FF4ED375849}"/>
                  </a:ext>
                </a:extLst>
              </p:cNvPr>
              <p:cNvSpPr txBox="1"/>
              <p:nvPr/>
            </p:nvSpPr>
            <p:spPr>
              <a:xfrm>
                <a:off x="4882022" y="361586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CD82894-1443-0CA7-48DA-8FF4ED375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3615863"/>
                <a:ext cx="25008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27CCA2F-E8E1-4893-FCF6-16C4F606375E}"/>
                  </a:ext>
                </a:extLst>
              </p:cNvPr>
              <p:cNvSpPr txBox="1"/>
              <p:nvPr/>
            </p:nvSpPr>
            <p:spPr>
              <a:xfrm>
                <a:off x="4882022" y="405156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27CCA2F-E8E1-4893-FCF6-16C4F6063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4051560"/>
                <a:ext cx="250081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C38D1AE-8802-3B11-E4DB-30F6F6B277E9}"/>
                  </a:ext>
                </a:extLst>
              </p:cNvPr>
              <p:cNvSpPr txBox="1"/>
              <p:nvPr/>
            </p:nvSpPr>
            <p:spPr>
              <a:xfrm>
                <a:off x="7283985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C38D1AE-8802-3B11-E4DB-30F6F6B27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5" y="3180166"/>
                <a:ext cx="250081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98301B04-DB95-4918-712E-AE5C07AF9946}"/>
                  </a:ext>
                </a:extLst>
              </p:cNvPr>
              <p:cNvSpPr txBox="1"/>
              <p:nvPr/>
            </p:nvSpPr>
            <p:spPr>
              <a:xfrm>
                <a:off x="7283984" y="363955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98301B04-DB95-4918-712E-AE5C07AF9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4" y="3639553"/>
                <a:ext cx="250081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B98C3AB-9EFF-C8DA-10B6-3F632AD98787}"/>
                  </a:ext>
                </a:extLst>
              </p:cNvPr>
              <p:cNvSpPr txBox="1"/>
              <p:nvPr/>
            </p:nvSpPr>
            <p:spPr>
              <a:xfrm>
                <a:off x="7283984" y="407525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B98C3AB-9EFF-C8DA-10B6-3F632AD98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4" y="4075250"/>
                <a:ext cx="2500813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60BC845D-D019-A5C1-07FE-B525B9E405D7}"/>
                  </a:ext>
                </a:extLst>
              </p:cNvPr>
              <p:cNvSpPr txBox="1"/>
              <p:nvPr/>
            </p:nvSpPr>
            <p:spPr>
              <a:xfrm>
                <a:off x="9685946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60BC845D-D019-A5C1-07FE-B525B9E40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6" y="3180166"/>
                <a:ext cx="2500813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759030C6-1E25-9F6D-FCB9-8778271AFC26}"/>
                  </a:ext>
                </a:extLst>
              </p:cNvPr>
              <p:cNvSpPr txBox="1"/>
              <p:nvPr/>
            </p:nvSpPr>
            <p:spPr>
              <a:xfrm>
                <a:off x="9685945" y="363955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759030C6-1E25-9F6D-FCB9-8778271AF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5" y="3639553"/>
                <a:ext cx="2500813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91C56927-6E2B-B87C-64F4-A4A0DDD5812E}"/>
                  </a:ext>
                </a:extLst>
              </p:cNvPr>
              <p:cNvSpPr txBox="1"/>
              <p:nvPr/>
            </p:nvSpPr>
            <p:spPr>
              <a:xfrm>
                <a:off x="9685945" y="407525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91C56927-6E2B-B87C-64F4-A4A0DDD58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5" y="4075250"/>
                <a:ext cx="250081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F9F6DBF9-B99B-5DE8-4BED-C2ACB58DBEA4}"/>
                  </a:ext>
                </a:extLst>
              </p:cNvPr>
              <p:cNvSpPr txBox="1"/>
              <p:nvPr/>
            </p:nvSpPr>
            <p:spPr>
              <a:xfrm>
                <a:off x="9676273" y="4508669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F9F6DBF9-B99B-5DE8-4BED-C2ACB58DB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273" y="4508669"/>
                <a:ext cx="2500813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pole tekstowe 19">
            <a:extLst>
              <a:ext uri="{FF2B5EF4-FFF2-40B4-BE49-F238E27FC236}">
                <a16:creationId xmlns:a16="http://schemas.microsoft.com/office/drawing/2014/main" id="{012974FA-A936-D303-C8A1-B14EF4D6FDEA}"/>
              </a:ext>
            </a:extLst>
          </p:cNvPr>
          <p:cNvSpPr txBox="1"/>
          <p:nvPr/>
        </p:nvSpPr>
        <p:spPr>
          <a:xfrm>
            <a:off x="176468" y="4317022"/>
            <a:ext cx="3585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apply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252AB3F-6411-F9D7-D37B-D59D63C3D3E9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E637FA80-2219-4C7C-4E83-D6752D6AB7A3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C3485550-EB0A-2D99-2D68-F1F1431BB41E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C3485550-EB0A-2D99-2D68-F1F1431BB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14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pole tekstowe 22">
            <a:extLst>
              <a:ext uri="{FF2B5EF4-FFF2-40B4-BE49-F238E27FC236}">
                <a16:creationId xmlns:a16="http://schemas.microsoft.com/office/drawing/2014/main" id="{2A845DE1-F3CB-2C4C-27FF-745E2813D620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5A24C79D-84BB-9789-642B-DA544EF86649}"/>
              </a:ext>
            </a:extLst>
          </p:cNvPr>
          <p:cNvSpPr txBox="1"/>
          <p:nvPr/>
        </p:nvSpPr>
        <p:spPr>
          <a:xfrm>
            <a:off x="3245805" y="2975300"/>
            <a:ext cx="1138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Ways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641E6E73-21D6-3277-FF46-3C9B7C363026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1808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6F593-CCCF-7303-83C1-1A4E6EAB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0E020FB-8F5B-0F3C-7E6D-134B1F4E1EFF}"/>
                  </a:ext>
                </a:extLst>
              </p:cNvPr>
              <p:cNvSpPr txBox="1"/>
              <p:nvPr/>
            </p:nvSpPr>
            <p:spPr>
              <a:xfrm>
                <a:off x="176470" y="3436966"/>
                <a:ext cx="1510222" cy="916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0E020FB-8F5B-0F3C-7E6D-134B1F4E1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36966"/>
                <a:ext cx="1510222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2197FE9-5E86-B9AC-4675-71D8B072B967}"/>
                  </a:ext>
                </a:extLst>
              </p:cNvPr>
              <p:cNvSpPr txBox="1"/>
              <p:nvPr/>
            </p:nvSpPr>
            <p:spPr>
              <a:xfrm>
                <a:off x="4882022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2197FE9-5E86-B9AC-4675-71D8B072B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3180166"/>
                <a:ext cx="250081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FACCE6E-5B1B-2B1F-0E71-E5ADB91EA449}"/>
                  </a:ext>
                </a:extLst>
              </p:cNvPr>
              <p:cNvSpPr txBox="1"/>
              <p:nvPr/>
            </p:nvSpPr>
            <p:spPr>
              <a:xfrm>
                <a:off x="4882022" y="361586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FACCE6E-5B1B-2B1F-0E71-E5ADB91EA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3615863"/>
                <a:ext cx="25008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C11E8AE-C62B-2C8A-63C1-CC8313F72375}"/>
                  </a:ext>
                </a:extLst>
              </p:cNvPr>
              <p:cNvSpPr txBox="1"/>
              <p:nvPr/>
            </p:nvSpPr>
            <p:spPr>
              <a:xfrm>
                <a:off x="4882022" y="405156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C11E8AE-C62B-2C8A-63C1-CC8313F72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4051560"/>
                <a:ext cx="250081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0F05D718-DC44-5A40-8391-6B19822CFFF2}"/>
                  </a:ext>
                </a:extLst>
              </p:cNvPr>
              <p:cNvSpPr txBox="1"/>
              <p:nvPr/>
            </p:nvSpPr>
            <p:spPr>
              <a:xfrm>
                <a:off x="7283985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0F05D718-DC44-5A40-8391-6B19822CF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5" y="3180166"/>
                <a:ext cx="250081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8E66714-ACE9-C53A-61EC-9A261B6320B0}"/>
                  </a:ext>
                </a:extLst>
              </p:cNvPr>
              <p:cNvSpPr txBox="1"/>
              <p:nvPr/>
            </p:nvSpPr>
            <p:spPr>
              <a:xfrm>
                <a:off x="7283984" y="363955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8E66714-ACE9-C53A-61EC-9A261B632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4" y="3639553"/>
                <a:ext cx="250081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B4E3F87-21C9-A7A6-5A5A-3C5CA4F9BB97}"/>
                  </a:ext>
                </a:extLst>
              </p:cNvPr>
              <p:cNvSpPr txBox="1"/>
              <p:nvPr/>
            </p:nvSpPr>
            <p:spPr>
              <a:xfrm>
                <a:off x="7283984" y="407525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B4E3F87-21C9-A7A6-5A5A-3C5CA4F9B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4" y="4075250"/>
                <a:ext cx="2500813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44E35AC5-D58D-2F6C-55CC-0541949940BD}"/>
                  </a:ext>
                </a:extLst>
              </p:cNvPr>
              <p:cNvSpPr txBox="1"/>
              <p:nvPr/>
            </p:nvSpPr>
            <p:spPr>
              <a:xfrm>
                <a:off x="9685946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44E35AC5-D58D-2F6C-55CC-054194994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6" y="3180166"/>
                <a:ext cx="2500813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FFD1D84F-C7C0-10E0-E751-3FDB67EFC6A5}"/>
                  </a:ext>
                </a:extLst>
              </p:cNvPr>
              <p:cNvSpPr txBox="1"/>
              <p:nvPr/>
            </p:nvSpPr>
            <p:spPr>
              <a:xfrm>
                <a:off x="9685945" y="363955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FFD1D84F-C7C0-10E0-E751-3FDB67EFC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5" y="3639553"/>
                <a:ext cx="2500813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28FCBE86-6959-2F05-06E7-A2583D1121C0}"/>
                  </a:ext>
                </a:extLst>
              </p:cNvPr>
              <p:cNvSpPr txBox="1"/>
              <p:nvPr/>
            </p:nvSpPr>
            <p:spPr>
              <a:xfrm>
                <a:off x="9685945" y="407525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28FCBE86-6959-2F05-06E7-A2583D112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5" y="4075250"/>
                <a:ext cx="250081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9EE92FE9-D966-2480-2A41-2AC182D7B778}"/>
                  </a:ext>
                </a:extLst>
              </p:cNvPr>
              <p:cNvSpPr txBox="1"/>
              <p:nvPr/>
            </p:nvSpPr>
            <p:spPr>
              <a:xfrm>
                <a:off x="9676273" y="4508669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9EE92FE9-D966-2480-2A41-2AC182D7B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273" y="4508669"/>
                <a:ext cx="2500813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pole tekstowe 20">
            <a:extLst>
              <a:ext uri="{FF2B5EF4-FFF2-40B4-BE49-F238E27FC236}">
                <a16:creationId xmlns:a16="http://schemas.microsoft.com/office/drawing/2014/main" id="{4B20CF26-E10F-B05E-0823-AEBD906E76E7}"/>
              </a:ext>
            </a:extLst>
          </p:cNvPr>
          <p:cNvSpPr txBox="1"/>
          <p:nvPr/>
        </p:nvSpPr>
        <p:spPr>
          <a:xfrm>
            <a:off x="207044" y="4762843"/>
            <a:ext cx="5301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distinguishable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21786A2-D649-AA4E-BE79-7F1D2B4BDE09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921E448C-A37B-A8E5-0947-D530D152D54E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C36DBD05-593D-4266-EE3F-6196492FED1E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C36DBD05-593D-4266-EE3F-6196492FE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14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pole tekstowe 23">
            <a:extLst>
              <a:ext uri="{FF2B5EF4-FFF2-40B4-BE49-F238E27FC236}">
                <a16:creationId xmlns:a16="http://schemas.microsoft.com/office/drawing/2014/main" id="{7F342373-4824-30BF-68F5-56EF57359B69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469A46C9-6FCC-DA8B-B5C9-B14A66A19432}"/>
              </a:ext>
            </a:extLst>
          </p:cNvPr>
          <p:cNvSpPr txBox="1"/>
          <p:nvPr/>
        </p:nvSpPr>
        <p:spPr>
          <a:xfrm>
            <a:off x="176468" y="4317022"/>
            <a:ext cx="3585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apply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BECFF494-A9B7-5DD9-759A-7D44D7A5B1CC}"/>
              </a:ext>
            </a:extLst>
          </p:cNvPr>
          <p:cNvSpPr txBox="1"/>
          <p:nvPr/>
        </p:nvSpPr>
        <p:spPr>
          <a:xfrm>
            <a:off x="3245805" y="2975300"/>
            <a:ext cx="1138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Ways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E5B4EE3B-588C-3AD6-E404-8300FC19D57C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3459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C3E7F-0C93-4189-2458-F64050A00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C703EB3-C0D7-29A4-3684-02B34D2F80DF}"/>
                  </a:ext>
                </a:extLst>
              </p:cNvPr>
              <p:cNvSpPr txBox="1"/>
              <p:nvPr/>
            </p:nvSpPr>
            <p:spPr>
              <a:xfrm>
                <a:off x="176470" y="3436966"/>
                <a:ext cx="1510222" cy="916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C703EB3-C0D7-29A4-3684-02B34D2F8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36966"/>
                <a:ext cx="1510222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CADF5BD-7ECA-AFA0-BFD8-3C51650E15BC}"/>
                  </a:ext>
                </a:extLst>
              </p:cNvPr>
              <p:cNvSpPr txBox="1"/>
              <p:nvPr/>
            </p:nvSpPr>
            <p:spPr>
              <a:xfrm>
                <a:off x="4882022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CADF5BD-7ECA-AFA0-BFD8-3C51650E1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3180166"/>
                <a:ext cx="250081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D206950-5E08-94DC-98B0-FDDBD046C982}"/>
                  </a:ext>
                </a:extLst>
              </p:cNvPr>
              <p:cNvSpPr txBox="1"/>
              <p:nvPr/>
            </p:nvSpPr>
            <p:spPr>
              <a:xfrm>
                <a:off x="4882022" y="361586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D206950-5E08-94DC-98B0-FDDBD046C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3615863"/>
                <a:ext cx="25008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8D171DE-B4AA-93C2-19B6-FF29CD31B3A9}"/>
                  </a:ext>
                </a:extLst>
              </p:cNvPr>
              <p:cNvSpPr txBox="1"/>
              <p:nvPr/>
            </p:nvSpPr>
            <p:spPr>
              <a:xfrm>
                <a:off x="4882022" y="405156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8D171DE-B4AA-93C2-19B6-FF29CD31B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4051560"/>
                <a:ext cx="250081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A9F78BF-7D40-314B-C316-BA2E2E5070B5}"/>
                  </a:ext>
                </a:extLst>
              </p:cNvPr>
              <p:cNvSpPr txBox="1"/>
              <p:nvPr/>
            </p:nvSpPr>
            <p:spPr>
              <a:xfrm>
                <a:off x="7283985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A9F78BF-7D40-314B-C316-BA2E2E507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5" y="3180166"/>
                <a:ext cx="250081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ED8BA8C9-AD8C-8085-52BA-E889BE38E2C4}"/>
                  </a:ext>
                </a:extLst>
              </p:cNvPr>
              <p:cNvSpPr txBox="1"/>
              <p:nvPr/>
            </p:nvSpPr>
            <p:spPr>
              <a:xfrm>
                <a:off x="7283984" y="363955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ED8BA8C9-AD8C-8085-52BA-E889BE38E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4" y="3639553"/>
                <a:ext cx="250081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C1A9FFD-A625-9981-72F6-E65717A47C5A}"/>
                  </a:ext>
                </a:extLst>
              </p:cNvPr>
              <p:cNvSpPr txBox="1"/>
              <p:nvPr/>
            </p:nvSpPr>
            <p:spPr>
              <a:xfrm>
                <a:off x="7283984" y="407525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C1A9FFD-A625-9981-72F6-E65717A47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4" y="4075250"/>
                <a:ext cx="2500813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64F09E37-3E9B-D207-2EE7-36DCFFAC3612}"/>
                  </a:ext>
                </a:extLst>
              </p:cNvPr>
              <p:cNvSpPr txBox="1"/>
              <p:nvPr/>
            </p:nvSpPr>
            <p:spPr>
              <a:xfrm>
                <a:off x="9685946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64F09E37-3E9B-D207-2EE7-36DCFFAC3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6" y="3180166"/>
                <a:ext cx="2500813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A408F871-2C15-DC5C-CB85-D36AE58293D4}"/>
                  </a:ext>
                </a:extLst>
              </p:cNvPr>
              <p:cNvSpPr txBox="1"/>
              <p:nvPr/>
            </p:nvSpPr>
            <p:spPr>
              <a:xfrm>
                <a:off x="9685945" y="363955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A408F871-2C15-DC5C-CB85-D36AE5829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5" y="3639553"/>
                <a:ext cx="2500813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B18BC59C-1538-3640-5803-67C7503C6C32}"/>
                  </a:ext>
                </a:extLst>
              </p:cNvPr>
              <p:cNvSpPr txBox="1"/>
              <p:nvPr/>
            </p:nvSpPr>
            <p:spPr>
              <a:xfrm>
                <a:off x="9685945" y="407525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B18BC59C-1538-3640-5803-67C7503C6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5" y="4075250"/>
                <a:ext cx="250081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FE94E56B-CCDC-818F-2310-2CC3157F168F}"/>
                  </a:ext>
                </a:extLst>
              </p:cNvPr>
              <p:cNvSpPr txBox="1"/>
              <p:nvPr/>
            </p:nvSpPr>
            <p:spPr>
              <a:xfrm>
                <a:off x="9676273" y="4508669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FE94E56B-CCDC-818F-2310-2CC3157F1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273" y="4508669"/>
                <a:ext cx="2500813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pole tekstowe 20">
            <a:extLst>
              <a:ext uri="{FF2B5EF4-FFF2-40B4-BE49-F238E27FC236}">
                <a16:creationId xmlns:a16="http://schemas.microsoft.com/office/drawing/2014/main" id="{453A7CCC-1856-1ED0-1920-4AF8E8E2FEFC}"/>
              </a:ext>
            </a:extLst>
          </p:cNvPr>
          <p:cNvSpPr txBox="1"/>
          <p:nvPr/>
        </p:nvSpPr>
        <p:spPr>
          <a:xfrm>
            <a:off x="207044" y="4762843"/>
            <a:ext cx="5301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distinguishable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576301F8-643D-E1FB-7E8D-310596BDB871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A25C64F2-F7F2-D0BB-524E-61AA432E9687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0A75FC3A-7FDA-6460-23AF-88094DC420A6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0A75FC3A-7FDA-6460-23AF-88094DC42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14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pole tekstowe 24">
            <a:extLst>
              <a:ext uri="{FF2B5EF4-FFF2-40B4-BE49-F238E27FC236}">
                <a16:creationId xmlns:a16="http://schemas.microsoft.com/office/drawing/2014/main" id="{9CC95E4F-A304-10DD-39EC-77A8C4B5C42D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8039188E-0DBC-6959-6522-C4EA756E4CD1}"/>
              </a:ext>
            </a:extLst>
          </p:cNvPr>
          <p:cNvSpPr txBox="1"/>
          <p:nvPr/>
        </p:nvSpPr>
        <p:spPr>
          <a:xfrm>
            <a:off x="176468" y="4317022"/>
            <a:ext cx="3585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apply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E2ECA650-5808-B8BD-791A-4D26FEB14199}"/>
              </a:ext>
            </a:extLst>
          </p:cNvPr>
          <p:cNvSpPr txBox="1"/>
          <p:nvPr/>
        </p:nvSpPr>
        <p:spPr>
          <a:xfrm>
            <a:off x="3245805" y="2975300"/>
            <a:ext cx="1138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Ways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0F2253C3-9362-C978-39EE-3390AF80356D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pole tekstowe 28">
                <a:extLst>
                  <a:ext uri="{FF2B5EF4-FFF2-40B4-BE49-F238E27FC236}">
                    <a16:creationId xmlns:a16="http://schemas.microsoft.com/office/drawing/2014/main" id="{38E05219-6037-4DBC-1299-FC9A1F90A15E}"/>
                  </a:ext>
                </a:extLst>
              </p:cNvPr>
              <p:cNvSpPr txBox="1"/>
              <p:nvPr/>
            </p:nvSpPr>
            <p:spPr>
              <a:xfrm>
                <a:off x="207043" y="5188416"/>
                <a:ext cx="117135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order inside a given subset does not matter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3,4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4,3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pole tekstowe 28">
                <a:extLst>
                  <a:ext uri="{FF2B5EF4-FFF2-40B4-BE49-F238E27FC236}">
                    <a16:creationId xmlns:a16="http://schemas.microsoft.com/office/drawing/2014/main" id="{38E05219-6037-4DBC-1299-FC9A1F90A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43" y="5188416"/>
                <a:ext cx="11713591" cy="461665"/>
              </a:xfrm>
              <a:prstGeom prst="rect">
                <a:avLst/>
              </a:prstGeom>
              <a:blipFill>
                <a:blip r:embed="rId15"/>
                <a:stretch>
                  <a:fillRect l="-83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40636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6A9F8-9D71-88DF-FCD6-91BF8F4A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990A709-499F-0E69-0208-09AA0DA7DB8B}"/>
                  </a:ext>
                </a:extLst>
              </p:cNvPr>
              <p:cNvSpPr txBox="1"/>
              <p:nvPr/>
            </p:nvSpPr>
            <p:spPr>
              <a:xfrm>
                <a:off x="176470" y="3436966"/>
                <a:ext cx="1510222" cy="916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990A709-499F-0E69-0208-09AA0DA7D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36966"/>
                <a:ext cx="1510222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5C0E6D9-B2AF-BBC2-101C-22261F199716}"/>
                  </a:ext>
                </a:extLst>
              </p:cNvPr>
              <p:cNvSpPr txBox="1"/>
              <p:nvPr/>
            </p:nvSpPr>
            <p:spPr>
              <a:xfrm>
                <a:off x="4882022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5C0E6D9-B2AF-BBC2-101C-22261F199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3180166"/>
                <a:ext cx="250081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076C26D-872F-83AC-B3F5-D25D1E2C0CDC}"/>
                  </a:ext>
                </a:extLst>
              </p:cNvPr>
              <p:cNvSpPr txBox="1"/>
              <p:nvPr/>
            </p:nvSpPr>
            <p:spPr>
              <a:xfrm>
                <a:off x="4882022" y="361586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076C26D-872F-83AC-B3F5-D25D1E2C0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3615863"/>
                <a:ext cx="25008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6FB5F59-18F4-EBD4-6423-9B28060A45D5}"/>
                  </a:ext>
                </a:extLst>
              </p:cNvPr>
              <p:cNvSpPr txBox="1"/>
              <p:nvPr/>
            </p:nvSpPr>
            <p:spPr>
              <a:xfrm>
                <a:off x="4882022" y="405156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6FB5F59-18F4-EBD4-6423-9B28060A4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22" y="4051560"/>
                <a:ext cx="250081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705438A-26AB-C3D7-73E7-B12084AFDC1B}"/>
                  </a:ext>
                </a:extLst>
              </p:cNvPr>
              <p:cNvSpPr txBox="1"/>
              <p:nvPr/>
            </p:nvSpPr>
            <p:spPr>
              <a:xfrm>
                <a:off x="7283985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705438A-26AB-C3D7-73E7-B12084AFD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5" y="3180166"/>
                <a:ext cx="250081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B005CDE7-8E81-B2AB-080E-BAD169B8FFD0}"/>
                  </a:ext>
                </a:extLst>
              </p:cNvPr>
              <p:cNvSpPr txBox="1"/>
              <p:nvPr/>
            </p:nvSpPr>
            <p:spPr>
              <a:xfrm>
                <a:off x="7283984" y="363955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B005CDE7-8E81-B2AB-080E-BAD169B8F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4" y="3639553"/>
                <a:ext cx="250081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54A393E0-3191-AC27-5716-DF5A00922BED}"/>
                  </a:ext>
                </a:extLst>
              </p:cNvPr>
              <p:cNvSpPr txBox="1"/>
              <p:nvPr/>
            </p:nvSpPr>
            <p:spPr>
              <a:xfrm>
                <a:off x="7283984" y="407525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54A393E0-3191-AC27-5716-DF5A00922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4" y="4075250"/>
                <a:ext cx="2500813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6B90EE94-D086-E820-7BCF-317264830681}"/>
                  </a:ext>
                </a:extLst>
              </p:cNvPr>
              <p:cNvSpPr txBox="1"/>
              <p:nvPr/>
            </p:nvSpPr>
            <p:spPr>
              <a:xfrm>
                <a:off x="9685946" y="3180166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6B90EE94-D086-E820-7BCF-317264830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6" y="3180166"/>
                <a:ext cx="2500813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B272717A-797A-1029-269B-36D400EE43DA}"/>
                  </a:ext>
                </a:extLst>
              </p:cNvPr>
              <p:cNvSpPr txBox="1"/>
              <p:nvPr/>
            </p:nvSpPr>
            <p:spPr>
              <a:xfrm>
                <a:off x="9685945" y="3639553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B272717A-797A-1029-269B-36D400EE4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5" y="3639553"/>
                <a:ext cx="2500813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AF6AC7B0-5AA5-B94F-0967-4B63B482ECFD}"/>
                  </a:ext>
                </a:extLst>
              </p:cNvPr>
              <p:cNvSpPr txBox="1"/>
              <p:nvPr/>
            </p:nvSpPr>
            <p:spPr>
              <a:xfrm>
                <a:off x="9685945" y="4075250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AF6AC7B0-5AA5-B94F-0967-4B63B482E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945" y="4075250"/>
                <a:ext cx="250081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A8602C4D-8F7A-E62D-A828-8A28EC7DE1F3}"/>
                  </a:ext>
                </a:extLst>
              </p:cNvPr>
              <p:cNvSpPr txBox="1"/>
              <p:nvPr/>
            </p:nvSpPr>
            <p:spPr>
              <a:xfrm>
                <a:off x="9676273" y="4508669"/>
                <a:ext cx="250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A8602C4D-8F7A-E62D-A828-8A28EC7DE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273" y="4508669"/>
                <a:ext cx="2500813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EE24034-FBD7-32DD-A32D-2F828DC1AD42}"/>
                  </a:ext>
                </a:extLst>
              </p:cNvPr>
              <p:cNvSpPr txBox="1"/>
              <p:nvPr/>
            </p:nvSpPr>
            <p:spPr>
              <a:xfrm>
                <a:off x="207043" y="5188416"/>
                <a:ext cx="117135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order inside a given subset does not matter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3,4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4,3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EE24034-FBD7-32DD-A32D-2F828DC1A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43" y="5188416"/>
                <a:ext cx="11713591" cy="461665"/>
              </a:xfrm>
              <a:prstGeom prst="rect">
                <a:avLst/>
              </a:prstGeom>
              <a:blipFill>
                <a:blip r:embed="rId14"/>
                <a:stretch>
                  <a:fillRect l="-83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pole tekstowe 21">
            <a:extLst>
              <a:ext uri="{FF2B5EF4-FFF2-40B4-BE49-F238E27FC236}">
                <a16:creationId xmlns:a16="http://schemas.microsoft.com/office/drawing/2014/main" id="{92DBB6A8-00AC-6F5C-DBB9-FEDE9CFC098F}"/>
              </a:ext>
            </a:extLst>
          </p:cNvPr>
          <p:cNvSpPr txBox="1"/>
          <p:nvPr/>
        </p:nvSpPr>
        <p:spPr>
          <a:xfrm>
            <a:off x="176468" y="5852669"/>
            <a:ext cx="7181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the subsets does not matter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i.e.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DD94412A-3F13-25CE-0AC2-0BA7C1699E72}"/>
                  </a:ext>
                </a:extLst>
              </p:cNvPr>
              <p:cNvSpPr txBox="1"/>
              <p:nvPr/>
            </p:nvSpPr>
            <p:spPr>
              <a:xfrm>
                <a:off x="7283984" y="5850609"/>
                <a:ext cx="41760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DD94412A-3F13-25CE-0AC2-0BA7C1699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4" y="5850609"/>
                <a:ext cx="4176080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pole tekstowe 23">
            <a:extLst>
              <a:ext uri="{FF2B5EF4-FFF2-40B4-BE49-F238E27FC236}">
                <a16:creationId xmlns:a16="http://schemas.microsoft.com/office/drawing/2014/main" id="{0E127E96-AB5A-67F1-D7CE-04587B2B184A}"/>
              </a:ext>
            </a:extLst>
          </p:cNvPr>
          <p:cNvSpPr txBox="1"/>
          <p:nvPr/>
        </p:nvSpPr>
        <p:spPr>
          <a:xfrm>
            <a:off x="480520" y="-45720"/>
            <a:ext cx="1123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second kind</a:t>
            </a: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6534CFAC-B8CC-D974-B0B1-A94C3F6E1A8C}"/>
              </a:ext>
            </a:extLst>
          </p:cNvPr>
          <p:cNvSpPr txBox="1"/>
          <p:nvPr/>
        </p:nvSpPr>
        <p:spPr>
          <a:xfrm>
            <a:off x="176470" y="785277"/>
            <a:ext cx="823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97870AA0-C893-C1D9-7F33-777026AADE5A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empty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subsets is equal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97870AA0-C893-C1D9-7F33-777026AAD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541027" cy="897362"/>
              </a:xfrm>
              <a:prstGeom prst="rect">
                <a:avLst/>
              </a:prstGeom>
              <a:blipFill>
                <a:blip r:embed="rId16"/>
                <a:stretch>
                  <a:fillRect l="-810" t="-6122" r="-289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pole tekstowe 26">
            <a:extLst>
              <a:ext uri="{FF2B5EF4-FFF2-40B4-BE49-F238E27FC236}">
                <a16:creationId xmlns:a16="http://schemas.microsoft.com/office/drawing/2014/main" id="{802987B3-33E5-98D2-458E-8CDA1D7942F7}"/>
              </a:ext>
            </a:extLst>
          </p:cNvPr>
          <p:cNvSpPr txBox="1"/>
          <p:nvPr/>
        </p:nvSpPr>
        <p:spPr>
          <a:xfrm>
            <a:off x="176470" y="2144304"/>
            <a:ext cx="10323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place 5 distinguishable balls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4 boxes so that each box contains at least one ball?</a:t>
            </a:r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334ED533-3919-9FCA-A0AD-E6A9290D9046}"/>
              </a:ext>
            </a:extLst>
          </p:cNvPr>
          <p:cNvSpPr txBox="1"/>
          <p:nvPr/>
        </p:nvSpPr>
        <p:spPr>
          <a:xfrm>
            <a:off x="176468" y="4317022"/>
            <a:ext cx="3585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apply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4D8FEFFE-7051-6F0F-17BF-37FA42E3B187}"/>
              </a:ext>
            </a:extLst>
          </p:cNvPr>
          <p:cNvSpPr txBox="1"/>
          <p:nvPr/>
        </p:nvSpPr>
        <p:spPr>
          <a:xfrm>
            <a:off x="3245805" y="2975300"/>
            <a:ext cx="1138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Ways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B63D36D0-B7D2-D9E2-FDF2-C53DAB8A82D5}"/>
              </a:ext>
            </a:extLst>
          </p:cNvPr>
          <p:cNvSpPr txBox="1"/>
          <p:nvPr/>
        </p:nvSpPr>
        <p:spPr>
          <a:xfrm>
            <a:off x="176469" y="2975301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answer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5B168C53-ADE6-F193-DB1B-07845246333A}"/>
              </a:ext>
            </a:extLst>
          </p:cNvPr>
          <p:cNvSpPr txBox="1"/>
          <p:nvPr/>
        </p:nvSpPr>
        <p:spPr>
          <a:xfrm>
            <a:off x="207044" y="4762843"/>
            <a:ext cx="5301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distinguishable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55002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2447</TotalTime>
  <Words>3317</Words>
  <Application>Microsoft Office PowerPoint</Application>
  <PresentationFormat>Panoramiczny</PresentationFormat>
  <Paragraphs>380</Paragraphs>
  <Slides>55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55</vt:i4>
      </vt:variant>
    </vt:vector>
  </HeadingPairs>
  <TitlesOfParts>
    <vt:vector size="61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164</cp:revision>
  <dcterms:created xsi:type="dcterms:W3CDTF">2024-10-31T12:17:59Z</dcterms:created>
  <dcterms:modified xsi:type="dcterms:W3CDTF">2025-10-07T14:55:28Z</dcterms:modified>
</cp:coreProperties>
</file>