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1T08:01:39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2134 16334 0,'18'-18'32,"-36"18"46,18 18-47,-17-1-31,-19 54 31,-52 52 1,71-87-17,-19-19 1</inkml:trace>
  <inkml:trace contextRef="#ctx0" brushRef="#br0" timeOffset="330.51">1940 16334 0,'18'0'0,"-18"17"0,18 1 15,-1 0-15,36 87 16,0-16 0,-35-54-1,52 0 1</inkml:trace>
  <inkml:trace contextRef="#ctx0" brushRef="#br0" timeOffset="2287.91">2311 16722 0,'0'-18'16,"0"0"15,35-52 0,-17 17 0,-18 35-31,17-17 32,1 88-1,-18-35-31,0 105 31,35 1 0</inkml:trace>
  <inkml:trace contextRef="#ctx0" brushRef="#br0" timeOffset="2587.65">2505 16563 0,'0'-18'15,"53"18"17,35 36-1,-71-36-31,-17-18 0,18 18 16</inkml:trace>
  <inkml:trace contextRef="#ctx0" brushRef="#br0" timeOffset="2835.39">2575 16404 0,'18'-17'16,"17"34"15,18-34 1</inkml:trace>
  <inkml:trace contextRef="#ctx0" brushRef="#br0" timeOffset="3306.42">2928 16263 0,'0'-35'31,"0"35"0,0 17-15,0 1-16,-18 106 16,36-19 15,70-122 16,-52-1-32</inkml:trace>
  <inkml:trace contextRef="#ctx0" brushRef="#br0" timeOffset="3349.2">3087 16563 0,'0'18'0,"0"-36"0,0 71 0</inkml:trace>
  <inkml:trace contextRef="#ctx0" brushRef="#br0" timeOffset="4653.14">3087 16475 0,'-18'-18'31,"18"36"32,0-1-16,0 19-16,0-19-15,18 1-16,-18 70 15,17-17 1,-17-54-16,0 1 15,18 17 1</inkml:trace>
  <inkml:trace contextRef="#ctx0" brushRef="#br0" timeOffset="6178.24">4621 16669 0,'0'-18'0,"18"0"31,53-52 0,-1-36 0,-52 53-15,-18 36 0</inkml:trace>
  <inkml:trace contextRef="#ctx0" brushRef="#br0" timeOffset="6490.61">4639 16422 0,'18'35'31,"52"89"0,-52-107-31,35 71 32</inkml:trace>
  <inkml:trace contextRef="#ctx0" brushRef="#br0" timeOffset="7084.47">4921 16669 0,'18'0'31,"17"0"1,0 35-1,-35 36 0,0 34 0,0-87-31,71 0 32,-18-18-17,-35 0-15</inkml:trace>
  <inkml:trace contextRef="#ctx0" brushRef="#br0" timeOffset="7521.67">5168 16563 0,'53'18'32,"-106"-36"-32,194 71 31,-105-88-16</inkml:trace>
  <inkml:trace contextRef="#ctx0" brushRef="#br0" timeOffset="7744.25">5221 16439 0,'0'0'0,"35"0"16,18 18 15,-17 0-15</inkml:trace>
  <inkml:trace contextRef="#ctx0" brushRef="#br0" timeOffset="8571.16">5556 16298 0,'0'-17'16,"36"-1"15,-19 18-15,36-18-1,-18 18 1,-35 53 15,0-35-15,-17 35-1,17-35 1,17-1-16,19 1 16,-19-18-1,71 17 1,-70-17 0,17 71-1,-35-53 1,-53 87-1,36-87 1,-54 35 0,54-53-1,-19-18 1</inkml:trace>
  <inkml:trace contextRef="#ctx0" brushRef="#br0" timeOffset="9506.85">6597 16686 0,'35'-17'31,"71"-71"1,-88 70-32,-1 0 0,36-105 31</inkml:trace>
  <inkml:trace contextRef="#ctx0" brushRef="#br0" timeOffset="9802.34">6650 16475 0,'53'88'31,"-36"-70"-31,-17-1 15,89 107 17</inkml:trace>
  <inkml:trace contextRef="#ctx0" brushRef="#br0" timeOffset="10338.99">6914 16669 0,'0'0'0,"18"0"31,35 17 0,-35 1-15,-18 0 0,0 17-1,17-35-15,1 18 32,0-1-17,-1-17-15,1 36 31,-36 16-15,18-16 0,-88-54 15,70 18-31,1-18 16</inkml:trace>
  <inkml:trace contextRef="#ctx0" brushRef="#br0" timeOffset="10774.17">7126 16581 0,'18'-18'16,"-1"18"-16,36 35 31,-17-17-16,-36-36 1</inkml:trace>
  <inkml:trace contextRef="#ctx0" brushRef="#br0" timeOffset="11040.97">7073 16439 0,'35'18'15,"-17"-18"1,53 0-1,-54 0-15,1-18 16</inkml:trace>
  <inkml:trace contextRef="#ctx0" brushRef="#br0" timeOffset="11477.47">7373 16598 0,'35'-35'16,"18"-18"15,-35 18-16,17-1 1,-35 142 15,0-70-15,-17 16-16,17 72 16,17-124-1</inkml:trace>
  <inkml:trace contextRef="#ctx0" brushRef="#br0" timeOffset="12191.33">8255 16387 0,'-18'17'31,"18"18"-16,-17 1-15,-19 52 32,36-70-32,-35 17 15</inkml:trace>
  <inkml:trace contextRef="#ctx0" brushRef="#br0" timeOffset="12425.81">8132 16369 0,'0'-18'0,"0"36"0,17-36 15,-17 36-15,71 35 31,-36 0-15,-17-36-16,17 36 16</inkml:trace>
  <inkml:trace contextRef="#ctx0" brushRef="#br0" timeOffset="12950.16">8484 16545 0,'-17'0'0,"-1"71"32,18-54-32,0 36 31,53-88 0,18 0 0,-71 123 1,-18-17-1</inkml:trace>
  <inkml:trace contextRef="#ctx0" brushRef="#br0" timeOffset="13388.2">8784 16457 0,'18'0'0,"17"0"31,0 0 0</inkml:trace>
  <inkml:trace contextRef="#ctx0" brushRef="#br0" timeOffset="13618.94">8802 16334 0,'17'0'16,"36"0"15,-17 0-15,-19 0-16,1 0 15,0 0 1</inkml:trace>
  <inkml:trace contextRef="#ctx0" brushRef="#br0" timeOffset="13991.58">9084 16193 0,'18'-18'0,"35"18"32,-18 70-1,-53-52-16,-17 141 17,70-36-17,89-87 17,-89-54-17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1T08:08:06.0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10989 11977 0,'0'17'31,"0"1"47,0 35-47,0-35-15,0 35-1,0-36-15,0 1 16,0-1 0,18 1 15,17-18 0,0 0 0,-17 0-31,0 0 0,-18-18 16,70 18 15,-17 0 1,-18 18-1,-17-18-16,0-18-15,-1 18 32,-17-17-17,18-1 79,-18-35-78</inkml:trace>
  <inkml:trace contextRef="#ctx0" brushRef="#br0" timeOffset="977.19">11712 11959 0,'0'18'31,"0"35"-15,0 0 15,18 0 1,17-18-1,-17-18-16,-1 1 17,1-18-17,0 0-15,35 0 32,-18 18-1,18-36 0,-36 18-31,-17-18 16,53-17-1,-35 0 17,0 17-1,-18 1-31,0-1 15</inkml:trace>
  <inkml:trace contextRef="#ctx0" brushRef="#br0" timeOffset="1691.52">12559 11994 0,'0'0'0,"-35"89"32,35-72-32,0 36 31,17-35 16,19-18-16,-19 0-31,18 0 31,18 0-15,18 0 15,-36 17 0,-17-34 1,-18-1-17</inkml:trace>
  <inkml:trace contextRef="#ctx0" brushRef="#br0" timeOffset="1789.73">12823 12118 0,'0'-18'31,"-17"1"-15</inkml:trace>
  <inkml:trace contextRef="#ctx0" brushRef="#br0" timeOffset="3083.4">13247 11942 0,'0'17'47,"0"36"-16,0-35-31,0-1 15,17 19 1,1-19 15,-18 1-15,0 0 0,0-1-1,18 18 16,-1-35-15,19 18 15,-19-18-15,1 0 0,17 0-1,-17 0 1,-1 0-1,-17-18 1,36 18 0,-36-17-16,17 17 0,1-18 31,0 18 16,-36-17-16,18-1-15,18-53 15,-18 54-15,0-1-1,-18 36 1</inkml:trace>
  <inkml:trace contextRef="#ctx0" brushRef="#br0" timeOffset="3947">13847 12136 0,'-18'17'31,"18"54"0,18-36 0,-1-17-15,36-36 15,-18 18 0,-35-18-31,36 36 32,-1-18-1,-17 0 0,-1 0 0,-17-35 1,18-1-1,-18 19-31,0-18 31,0 17-31</inkml:trace>
  <inkml:trace contextRef="#ctx0" brushRef="#br0" timeOffset="4918.88">14446 12065 0,'-17'18'47,"17"70"-16,0-71-31,17 36 31,19-35 1,-19-36-32,36 1 31,-18 17 0,1 0 0,-19 0-31,1 0 32,0 0-17,-1 0 17,1-18-1,-1-35 0,-17-17 0</inkml:trace>
  <inkml:trace contextRef="#ctx0" brushRef="#br0" timeOffset="5915.97">14940 11994 0,'-17'71'31,"17"-53"-15,0-1-16,0 54 16,17-18-1,1-53-15,-18 17 16,35-34 0,-17 17-1,-1-18 1,1 18-1,0 0 17,-1 18-17,1-18-15,35-18 32,-36 18-17,1 18 16,0-18 1,-1 0-17,19-18 17,-36 0-1,0 1-16,0-54 17,-18 54-17,36-36 1</inkml:trace>
  <inkml:trace contextRef="#ctx0" brushRef="#br0" timeOffset="6888.6">15716 11994 0,'-17'36'47,"34"52"-16,-17-53-16,18-17 17,0-1-1,52 1 0,-52-18-31,52 0 31,-34 0-15,-1-18 15,-18 18-15,1 0 15,0 0 0,17-35 1,-35-18-1,0 36-31,-18-19 31,18 19-15,-17 17-1,17-18 1</inkml:trace>
  <inkml:trace contextRef="#ctx0" brushRef="#br0" timeOffset="7942.06">16475 11994 0,'0'18'0,"0"35"31,0-18-15,-18-17-16,36 17 31,-18-17-15,17-18-1,19 0 1,17 17 15,-18 19 1,-18-36-17,19 0 16,-19 0-15,19 0 0,-19 0 15,1-36 0,0 19-15,-18-36-1,0-35 17,0 70-17,0 0 1,-18 18 0</inkml:trace>
  <inkml:trace contextRef="#ctx0" brushRef="#br0" timeOffset="8957.01">17004 11994 0,'-18'-17'15,"18"34"32,0 1-31,18 53-1,-18-54 1,18 71 0,-18-70-1,17 17 1,1-35 15,-1 0-15,19 0-1,17 0 17,-36 0-17,36 0 1,-35 0 15,-1 0-15,1 0-1,0-17 17,-1-1-1,-17-35 0,0 36-15,0-36-1,0 35 1,-35 36 0</inkml:trace>
  <inkml:trace contextRef="#ctx0" brushRef="#br0" timeOffset="10164.32">17533 12047 0,'0'-17'47,"18"34"-15,-18 19-17,0 34 16,0-35-15,17-17 15,-17 0-15,18-18-16,0 0 31,-1 0-15,19 0 15,-19 0-15,18 0-1,-17 0 32,0 17-31,17-34 15,0-19 0,-35 19 32,18-1-63,-18-17 31,0 17-31,-18 1 31,1 34-15</inkml:trace>
  <inkml:trace contextRef="#ctx0" brushRef="#br0" timeOffset="11201.07">18239 12012 0,'0'-18'47,"0"71"-16,0 36 1,0-1-1,17-71 0,1 1-15,17-18 15,-17 0-15,52 0 15,-52-18-16,0 18-15,35-17 32,-36 17-1,1-18 0,-1-35 0,-17 18 1,-17 0-1</inkml:trace>
  <inkml:trace contextRef="#ctx0" brushRef="#br0" timeOffset="12265.99">19068 12012 0,'0'0'0,"0"18"47,0 17-32,0 18 1,0 17 15,0-52-31,0 0 0,17 17 31,-17 0 1,18-35-32,0-17 31,17-1 0,-18 18-31,54 0 31,0 0 1,-71-18-32,17 18 15,36 0 1,-35 0 15,-1 0-15,1 18 15,-18-36-15,18-17 15,-1 0-15,-17-18 15,-17-18 0,-1 71-31,18-17 16</inkml:trace>
  <inkml:trace contextRef="#ctx0" brushRef="#br0" timeOffset="14290.09">21678 15452 0,'-17'0'31,"-19"35"0,36-17-31,-17 17 0,-36 177 31,17-1-15,36-140-16,0-1 0,36 142 31,34-71-15</inkml:trace>
  <inkml:trace contextRef="#ctx0" brushRef="#br0" timeOffset="20555.16">21943 15558 0,'0'-18'0,"17"18"46,-17 18 33,0 34-64,0-34-15,0 0 16,18 35 15,0-53-15,-18-18-1,35-17 1,-17 17-16,-18 0 16,35-17-1,-35 18-15,18 52 47,-18 0-31,0-17-16,17-1 15,-17 36 1,0-35-16,0 0 16,0-1-16</inkml:trace>
  <inkml:trace contextRef="#ctx0" brushRef="#br0" timeOffset="20950.97">22225 15593 0,'35'17'31,"-17"-17"-15,35 18-1,-36-18 1,36 0 0,-53-18 15</inkml:trace>
  <inkml:trace contextRef="#ctx0" brushRef="#br0" timeOffset="21194.1">22348 15452 0,'-17'17'32,"17"1"-32,-18 17 0,18-17 15,0 17-15,0 71 16,0-71 0,18 36-1</inkml:trace>
  <inkml:trace contextRef="#ctx0" brushRef="#br0" timeOffset="21511.09">22543 15434 0,'17'0'0,"-34"0"0,34-18 15,-17 36 17,-35 123-1,17 18 0,18-71-15,0-70-1</inkml:trace>
  <inkml:trace contextRef="#ctx0" brushRef="#br0" timeOffset="21715.01">22613 15646 0,'-35'35'31,"17"-17"-31,18 87 32,53-52-17,35-70 16</inkml:trace>
  <inkml:trace contextRef="#ctx0" brushRef="#br0" timeOffset="21956.51">22860 15646 0,'0'0'0,"18"17"16,-1-17 0,19 0-1,-1 0 1</inkml:trace>
  <inkml:trace contextRef="#ctx0" brushRef="#br0" timeOffset="22286.95">23089 15646 0,'18'0'16,"-36"0"-16,54-18 16,-19 18-16,1 0 15,17-35 1,-17 17-16,-1 18 16,54-70-1,-53 52-15,-1 53 31,-17-17-31,-35 158 32,0-17-17,17-124 1</inkml:trace>
  <inkml:trace contextRef="#ctx0" brushRef="#br0" timeOffset="26789.34">22260 16334 0,'-17'0'31,"17"-18"0,0 0 0,35-17 1,-17 35-17,-18-18-15,35 1 16,-18 17 0,1 0-1,-18 17 1,0 54-1,0-53 1,18 35 0,17-53 15,-17-18-15,35-35 15,-18 35 0,-35 36-31,18 70 31,17-53-15,-18-52 0</inkml:trace>
  <inkml:trace contextRef="#ctx0" brushRef="#br0" timeOffset="27939.74">23548 15363 0,'18'36'47,"34"175"-16,-52 89 1,0-123-17,-52 52 17,34-158-17</inkml:trace>
  <inkml:trace contextRef="#ctx0" brushRef="#br0" timeOffset="37712.62">24007 16016 0,'17'0'0,"1"0"15,88 18 17,-89-18-32,89 17 31,-71-34-31</inkml:trace>
  <inkml:trace contextRef="#ctx0" brushRef="#br0" timeOffset="38009.01">24112 15857 0,'106'0'31,"35"18"1,-105-18-32</inkml:trace>
  <inkml:trace contextRef="#ctx0" brushRef="#br0" timeOffset="39597.73">24871 15452 0,'-18'0'16,"1"0"-1,-19 106 1,1 70 0,35-106-1,-35 283 1,52-300 0,72 141-1</inkml:trace>
  <inkml:trace contextRef="#ctx0" brushRef="#br0" timeOffset="41521.08">25083 15540 0,'0'18'32,"0"-1"-17,0 89 16,0-88-15,0-1-16,17-17 16,1 18-1,-18-36-15,53-35 32,-18 18-1,-17 53-16,-18-1-15,0 1 16,35 35 0,-35-35-16,18-18 15</inkml:trace>
  <inkml:trace contextRef="#ctx0" brushRef="#br0" timeOffset="41736.16">25400 15593 0,'18'0'0,"17"17"31,18 1-15,-36-18-16,1 0 15,35-18 1</inkml:trace>
  <inkml:trace contextRef="#ctx0" brushRef="#br0" timeOffset="41966.05">25541 15452 0,'0'0'0,"-18"88"16,18-53 0,0 89-1,0-89-15,18 18 31</inkml:trace>
  <inkml:trace contextRef="#ctx0" brushRef="#br0" timeOffset="42313.46">25823 15293 0,'0'0'0,"0"18"15,0-1-15,0 1 16,-17 105 0,17-70-16,-18-17 15,18 140 1,0-141-16,35 0 31</inkml:trace>
  <inkml:trace contextRef="#ctx0" brushRef="#br0" timeOffset="42493.22">25894 15558 0,'0'-18'0,"0"36"0,-35-18 16,35 17-16,0 1 15,17 52 1,71 1 15</inkml:trace>
  <inkml:trace contextRef="#ctx0" brushRef="#br0" timeOffset="42903.11">26123 15558 0,'18'-18'16,"35"36"15,-36-1-15,36-34-1</inkml:trace>
  <inkml:trace contextRef="#ctx0" brushRef="#br0" timeOffset="44025.47">26494 15610 0,'0'-17'31,"35"17"-15,-35-18-16,70-52 31,-52 52-31,35-70 31,0 52 1,-53 19-32,18 34 31,-71 230 0,35-194-31,0 106 31,36-141-31</inkml:trace>
  <inkml:trace contextRef="#ctx0" brushRef="#br0" timeOffset="45088.62">25682 16140 0,'0'-18'0,"0"0"63,18 18-32,-18-17 0,0 34 219,-18 1-234,1 35 15,17 0-15,-18-36-16,18 1 0,0 53 31,-35 17 0,35-71 0</inkml:trace>
  <inkml:trace contextRef="#ctx0" brushRef="#br0" timeOffset="45774.54">25876 16263 0,'-17'0'31,"-19"18"-15,19-18-16,-1 0 16,18 17-16,-18 1 15,1 0-15,34-18 16,19 53-1,-19-53-15,54 52 32,-71-34-32,18-18 0,-18 18 15,17-18-15</inkml:trace>
  <inkml:trace contextRef="#ctx0" brushRef="#br0" timeOffset="46078.61">26070 16281 0,'18'-18'16,"0"36"0,52-18 15,-35 0-15</inkml:trace>
  <inkml:trace contextRef="#ctx0" brushRef="#br0" timeOffset="46519.7">26300 16281 0,'0'0'0,"-18"0"15,36 0 1,-18-18-16,53-17 31,-18 17-15,53-88 0,-35 71-1,-53 106 16,-18 34-15,18-69-16,0 52 16,18-53-1</inkml:trace>
  <inkml:trace contextRef="#ctx0" brushRef="#br0" timeOffset="47060.34">26935 15328 0,'0'18'16,"0"-1"-1,0 19-15,0-1 0,35 177 16,-17 176 0,-18-282-1,-53 317 1,35-353-16,0-17 16,-123 71-1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1T08:11:24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26670 11307 0,'0'-18'31,"0"0"-15</inkml:trace>
  <inkml:trace contextRef="#ctx0" brushRef="#br0" timeOffset="2553.79">26688 11024 0,'-18'-35'15,"18"17"1,0 1 15,0-1-15,0 53 46,0 54-31,0-54-15,0 53 0,18-70-1,-18 52 1,-18-34 15,18-19-15,18-17-1,17 0 17,0-17-1,0 34 0,-17-17-15,0 35-1,-36 36 17,-52 0-1,-1-54 0,53-17-15,-17-53-1</inkml:trace>
  <inkml:trace contextRef="#ctx0" brushRef="#br0" timeOffset="2865.79">26793 10989 0,'18'0'16,"53"0"15,-54 18-31,72-1 31,-37 1-15</inkml:trace>
  <inkml:trace contextRef="#ctx0" brushRef="#br0" timeOffset="4647.97">27182 11342 0,'0'-35'31,"0"52"16,17 1-31,-34 17 15</inkml:trace>
  <inkml:trace contextRef="#ctx0" brushRef="#br0" timeOffset="5831.03">27534 10918 0,'0'-17'31,"-17"52"0,-36 106 0,17 18 1,36-141-32,53 35 31,36-18 0,-54-18-15,-17-17-16,-18 18 0,17 0 15,-52 70 17,0-53-17,17-17-15,-17-1 31,17-17-31,18-17 0,-18 17 16,18-53 0</inkml:trace>
  <inkml:trace contextRef="#ctx0" brushRef="#br0" timeOffset="6095.35">27605 10883 0,'53'-53'31,"-36"53"-31,54 18 31,-53-18-31,52 35 32,-52-17-32</inkml:trace>
  <inkml:trace contextRef="#ctx0" brushRef="#br0" timeOffset="6437.32">27993 11236 0,'18'-18'31,"17"18"0,-18 0-31</inkml:trace>
  <inkml:trace contextRef="#ctx0" brushRef="#br0" timeOffset="6816.08">28399 10936 0,'0'0'16,"-18"-18"0,-17 54 15,17 105 0,89-53 0,34-17 1,-87-54-32,-18 71 31,-18-70-31,-34 53 31,34-54-31,0-17 0,1 0 16,-19 0-1,19-17-15,-1-19 16</inkml:trace>
  <inkml:trace contextRef="#ctx0" brushRef="#br0" timeOffset="6970.25">28381 10989 0,'0'-18'0,"0"36"0,88-53 31,-70 35-31,-1 0 0,89 17 32,-88 1-32,0-18 15</inkml:trace>
  <inkml:trace contextRef="#ctx0" brushRef="#br0" timeOffset="7211.67">28804 11236 0,'-17'0'31,"34"0"-31,-17 0 31,18-18-15</inkml:trace>
  <inkml:trace contextRef="#ctx0" brushRef="#br0" timeOffset="7563.09">29122 10936 0,'0'0'0,"-18"0"15,18 18-15,-35 70 32,17-17-17,36-54 1,35 54-1,-18-71-15,53 53 32,-70-36-32,-18 1 15,0 52 1,-88 1 15,0-53 0,88-36-31</inkml:trace>
  <inkml:trace contextRef="#ctx0" brushRef="#br0" timeOffset="7707.96">29069 11165 0,'18'-70'0,"-36"140"0,88-246 31,-52 176-31,0-18 16,52 18-1,18 36 17</inkml:trace>
  <inkml:trace contextRef="#ctx0" brushRef="#br0" timeOffset="7937.94">29598 11113 0,'18'0'47,"-1"-18"-32</inkml:trace>
  <inkml:trace contextRef="#ctx0" brushRef="#br0" timeOffset="8318.15">29863 10901 0,'0'17'31,"-36"107"1,36-106-17,18 70 1,-18-71-16,18-17 15,35 36 1,-36-36-16,1 17 16,17 19-1,-35-19 1,0 1-16,0 17 16,-18 0-1,18-17-15,-17-18 16,-36-18-1,35 1 1</inkml:trace>
  <inkml:trace contextRef="#ctx0" brushRef="#br0" timeOffset="8455.4">29880 11024 0,'0'-17'16,"18"-1"-16,17-35 15,-17 53-15,-1-18 16,107 18-1,-18 18 17</inkml:trace>
  <inkml:trace contextRef="#ctx0" brushRef="#br0" timeOffset="8888.98">30392 11289 0,'0'0'15,"70"0"17,19 0-1,-72 0-31</inkml:trace>
  <inkml:trace contextRef="#ctx0" brushRef="#br0" timeOffset="9036.9">30462 11183 0,'18'0'31,"-36"0"-31,124 18 31,-71-18-31,-17-18 0,17 18 16</inkml:trace>
  <inkml:trace contextRef="#ctx0" brushRef="#br0" timeOffset="9420.9">30956 10971 0,'0'-17'0,"0"17"31,-53 141 1,36-123-32,34 105 31,-17-105-31,89 17 31,-54-35-15,-18 0-16,-17 53 31,-105 53 0,52-106 0</inkml:trace>
  <inkml:trace contextRef="#ctx0" brushRef="#br0" timeOffset="9588.93">30886 11007 0,'53'-53'31,"-106"106"-31,282-89 31,-141 89-15</inkml:trace>
  <inkml:trace contextRef="#ctx0" brushRef="#br0" timeOffset="10140.54">31485 10619 0,'18'-18'32,"0"18"-32,-18 18 0,35-18 31,-35 17-31,18-17 0,17 18 31,-17 0-15,-1-18-16,-17 35 31,-17 18-15,17-18-16,-18-17 0,-17 70 31,-1-35-15,36-36-16</inkml:trace>
  <inkml:trace contextRef="#ctx0" brushRef="#br0" timeOffset="10312.52">31503 10848 0,'0'-18'0,"0"36"0,35-36 16,-17 18-16,0 0 15,70 18 1,-53 17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customXml" Target="../ink/ink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customXml" Target="../ink/ink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0002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combinatorial principle, known under different names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", 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sticks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stones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", 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balls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allows us to solve many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counting problems, such as determining in how many ways we can 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indistinguishable balls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distinguishable boxes.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20F7F8-B542-4163-DDE7-7DC95F13E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00025" cy="1569660"/>
              </a:xfrm>
              <a:prstGeom prst="rect">
                <a:avLst/>
              </a:prstGeom>
              <a:blipFill>
                <a:blip r:embed="rId2"/>
                <a:stretch>
                  <a:fillRect l="-826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B8319218-0047-18FC-CF78-C39B8135EAE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1AB7-9122-1726-BB8F-29BCACC4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AFA3060-988C-9AA9-0788-5247E25F9FAF}"/>
              </a:ext>
            </a:extLst>
          </p:cNvPr>
          <p:cNvSpPr txBox="1"/>
          <p:nvPr/>
        </p:nvSpPr>
        <p:spPr>
          <a:xfrm>
            <a:off x="211825" y="2354937"/>
            <a:ext cx="10747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introduce this principle, following Wikipedia, with two examples.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9F65F31-2425-4D74-4098-69286F8DC53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7CD2A90-F04F-C928-DB82-3B3723B8BEB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80002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combinatorial principle, known under different names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", 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sticks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stones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", "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balls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allows us to solve many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counting problems, such as determining in how many ways we can 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indistinguishable balls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distinguishable boxes.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7CD2A90-F04F-C928-DB82-3B3723B8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800025" cy="1569660"/>
              </a:xfrm>
              <a:prstGeom prst="rect">
                <a:avLst/>
              </a:prstGeom>
              <a:blipFill>
                <a:blip r:embed="rId2"/>
                <a:stretch>
                  <a:fillRect l="-826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57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198D-FF6A-F926-5F45-6F786ECF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D815E00-0DCA-3D18-CB17-A799A160FF9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D815E00-0DCA-3D18-CB17-A799A160F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2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553E0967-F702-AB47-82E3-6AFAD53E1FE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B8EE-6E0F-2F52-4BDD-A64DE75F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2C1A0DDC-9346-62D9-839D-6B90CE989627}"/>
              </a:ext>
            </a:extLst>
          </p:cNvPr>
          <p:cNvSpPr txBox="1"/>
          <p:nvPr/>
        </p:nvSpPr>
        <p:spPr>
          <a:xfrm>
            <a:off x="176470" y="2420212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52854D8-36B6-6B37-E484-1B71421192E2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0A2588-E914-FE62-DCF9-3E26EE38BA1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0A2588-E914-FE62-DCF9-3E26EE38B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2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41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0936-255A-6975-2BAA-8ADAC3E6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8ABB589-6FF0-8D53-EDC6-E60BA63FD180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8ABB589-6FF0-8D53-EDC6-E60BA63F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blipFill>
                <a:blip r:embed="rId2"/>
                <a:stretch>
                  <a:fillRect l="-824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E45513D1-17F4-140A-8EA0-F2F9708C8BD1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31FE40E-8266-0312-E795-44330D2015A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31FE40E-8266-0312-E795-44330D201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58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F448-F485-4A50-2DC1-272B377A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2D6E3EB-EDB7-DF99-E35E-1BC0EA5B4A87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</a:t>
                </a:r>
              </a:p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=84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2D6E3EB-EDB7-DF99-E35E-1BC0EA5B4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blipFill>
                <a:blip r:embed="rId2"/>
                <a:stretch>
                  <a:fillRect l="-824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80EB850-176D-2616-A2C4-61380E07105F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077D92B-BED5-FD27-0A90-3B089BA84B4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077D92B-BED5-FD27-0A90-3B089BA84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68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59DB-93BB-E651-248C-EB24D8DB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A750011-5C65-6C39-C8A8-8017AB08FD3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A750011-5C65-6C39-C8A8-8017AB08F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2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4B7A1A3-AEFC-A9F2-CA45-7A4D425C9141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72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E670-ADCE-97ED-A190-3C937980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746A04-D851-2543-66B7-AD37EBB4635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7746A04-D851-2543-66B7-AD37EBB4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2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F1FF1E3C-8A9F-E434-9BFA-FDC1247F6F08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58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2134-F89C-AF60-DAE0-2EC5987C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6544420-2423-597A-CE07-F0C87C9B5E9D}"/>
              </a:ext>
            </a:extLst>
          </p:cNvPr>
          <p:cNvSpPr txBox="1"/>
          <p:nvPr/>
        </p:nvSpPr>
        <p:spPr>
          <a:xfrm>
            <a:off x="176470" y="2420212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EA8EB47-0C01-11B3-AD3D-9CEB7C7341C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BED3E10-6BA9-D32B-9C13-1F5184B6986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BED3E10-6BA9-D32B-9C13-1F5184B69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2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45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5E40-C432-4BB6-52EA-3BAE78F1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B4DBF74-7F77-1D3B-BBC7-512BC551EC4E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theorem gives the number of solutions to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10+4−1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B4DBF74-7F77-1D3B-BBC7-512BC551E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blipFill>
                <a:blip r:embed="rId2"/>
                <a:stretch>
                  <a:fillRect l="-824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2D73530E-D979-99AC-257D-E306768C2EF0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B67AFE3-2761-D609-2CD9-B71A33A5D41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B67AFE3-2761-D609-2CD9-B71A33A5D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77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C925-578F-9E4D-EA81-75DF3205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A356F27-69DE-6C93-D5DC-78556B86356E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</a:t>
                </a:r>
              </a:p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theorem gives the number of solutions to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=10</m:t>
                      </m:r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10+4−1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=286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A356F27-69DE-6C93-D5DC-78556B863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39060" cy="2768835"/>
              </a:xfrm>
              <a:prstGeom prst="rect">
                <a:avLst/>
              </a:prstGeom>
              <a:blipFill>
                <a:blip r:embed="rId2"/>
                <a:stretch>
                  <a:fillRect l="-824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EC37C9B7-6F3C-5C89-6B01-EBA809676F1E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1DE2E1C-B71D-7310-E7BC-FF029DDF65B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1DE2E1C-B71D-7310-E7BC-FF029DDF6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40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5376-A758-8C19-04F8-309230E9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A32FCAE-71BB-D8D7-BC2E-E6CDE3642067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F510A07-4A8B-524E-7CAF-728C7C31DAB1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D44CD2-F6F3-8950-F9A4-D9380FC8562D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D44CD2-F6F3-8950-F9A4-D9380FC8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2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526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A7F0-CD51-F605-66FC-43FB7FF9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0B83AC8-C4BD-95A6-CE01-4E83C7EC84E7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6A99D87-7D80-59AB-AABB-4006B8C23CC5}"/>
                  </a:ext>
                </a:extLst>
              </p:cNvPr>
              <p:cNvSpPr txBox="1"/>
              <p:nvPr/>
            </p:nvSpPr>
            <p:spPr>
              <a:xfrm>
                <a:off x="176470" y="2881877"/>
                <a:ext cx="1099775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6A99D87-7D80-59AB-AABB-4006B8C23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81877"/>
                <a:ext cx="10997754" cy="1200329"/>
              </a:xfrm>
              <a:prstGeom prst="rect">
                <a:avLst/>
              </a:prstGeom>
              <a:blipFill>
                <a:blip r:embed="rId2"/>
                <a:stretch>
                  <a:fillRect l="-887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3725D21-8C72-C62F-E507-F155797ED6B2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C32A1A-BB73-A15D-3B25-4E57D58BAF1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C32A1A-BB73-A15D-3B25-4E57D58BA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1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9AAA-16F2-8306-5A95-B8FF2C43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5D76BE9-7D1C-6443-289D-23844953A216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033D3D-990C-BC90-F312-278A62F7A99E}"/>
                  </a:ext>
                </a:extLst>
              </p:cNvPr>
              <p:cNvSpPr txBox="1"/>
              <p:nvPr/>
            </p:nvSpPr>
            <p:spPr>
              <a:xfrm>
                <a:off x="176470" y="2881877"/>
                <a:ext cx="1108130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033D3D-990C-BC90-F312-278A62F7A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81877"/>
                <a:ext cx="11081303" cy="1569660"/>
              </a:xfrm>
              <a:prstGeom prst="rect">
                <a:avLst/>
              </a:prstGeom>
              <a:blipFill>
                <a:blip r:embed="rId2"/>
                <a:stretch>
                  <a:fillRect l="-880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F9D58A5-9CC8-E541-57F8-26E871EB0BFA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E7398D3-D201-2DD4-3475-9314D7D51DC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E7398D3-D201-2DD4-3475-9314D7D51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01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BA12-0108-B230-0715-17BA2D13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EF0C229-8F96-0632-C83C-06BF3FC7842F}"/>
                  </a:ext>
                </a:extLst>
              </p:cNvPr>
              <p:cNvSpPr txBox="1"/>
              <p:nvPr/>
            </p:nvSpPr>
            <p:spPr>
              <a:xfrm>
                <a:off x="176470" y="2881877"/>
                <a:ext cx="1138798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EF0C229-8F96-0632-C83C-06BF3FC78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81877"/>
                <a:ext cx="11387989" cy="2308324"/>
              </a:xfrm>
              <a:prstGeom prst="rect">
                <a:avLst/>
              </a:prstGeom>
              <a:blipFill>
                <a:blip r:embed="rId2"/>
                <a:stretch>
                  <a:fillRect l="-857" t="-2381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CA0FE54-617F-0B18-5850-718D37A6D748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57847B7-A40D-53D5-71B6-65DCAD079452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F4DE9EF-FDD8-4E6E-F10E-5C80E7161FCD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F4DE9EF-FDD8-4E6E-F10E-5C80E7161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3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7BC6-41A1-CDF4-805F-34FA9B6B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C80DF2A-E349-101D-8EDF-57441A427781}"/>
                  </a:ext>
                </a:extLst>
              </p:cNvPr>
              <p:cNvSpPr txBox="1"/>
              <p:nvPr/>
            </p:nvSpPr>
            <p:spPr>
              <a:xfrm>
                <a:off x="176470" y="2881877"/>
                <a:ext cx="11387989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is: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C80DF2A-E349-101D-8EDF-57441A42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81877"/>
                <a:ext cx="11387989" cy="2677656"/>
              </a:xfrm>
              <a:prstGeom prst="rect">
                <a:avLst/>
              </a:prstGeom>
              <a:blipFill>
                <a:blip r:embed="rId2"/>
                <a:stretch>
                  <a:fillRect l="-857" t="-2050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4EA7DDE-572B-3E50-8173-CCBC0F944F49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B33D8CE-A945-1BBA-A7B0-A7166CF58B81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FF11F8-FDED-36D0-F1ED-8A49962BF5B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FF11F8-FDED-36D0-F1ED-8A49962BF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027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C9EE-A71A-C7C8-57CC-B7E926F5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05BE52-F3F7-0D22-EE07-57F3A479DE7E}"/>
                  </a:ext>
                </a:extLst>
              </p:cNvPr>
              <p:cNvSpPr txBox="1"/>
              <p:nvPr/>
            </p:nvSpPr>
            <p:spPr>
              <a:xfrm>
                <a:off x="176470" y="28818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05BE52-F3F7-0D22-EE07-57F3A479D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81877"/>
                <a:ext cx="11387989" cy="3046988"/>
              </a:xfrm>
              <a:prstGeom prst="rect">
                <a:avLst/>
              </a:prstGeom>
              <a:blipFill>
                <a:blip r:embed="rId2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EE256D7-4269-6B86-869A-4B34C1F9E55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80779E5-5FD8-2D38-36BA-2240251904BC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8F7C31A-4B66-5EF0-D3F3-14252932C2B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 1: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8F7C31A-4B66-5EF0-D3F3-14252932C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45707"/>
              </a:xfrm>
              <a:prstGeom prst="rect">
                <a:avLst/>
              </a:prstGeom>
              <a:blipFill>
                <a:blip r:embed="rId3"/>
                <a:stretch>
                  <a:fillRect l="-981" t="-2963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6EFCD07-1169-0EB9-A9C2-5DCA33F02D44}"/>
                  </a:ext>
                </a:extLst>
              </p14:cNvPr>
              <p14:cNvContentPartPr/>
              <p14:nvPr/>
            </p14:nvContentPartPr>
            <p14:xfrm>
              <a:off x="698400" y="5823000"/>
              <a:ext cx="2661120" cy="267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6EFCD07-1169-0EB9-A9C2-5DCA33F02D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9040" y="5813640"/>
                <a:ext cx="2679840" cy="2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432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D191-A978-80E3-1B08-826E40E6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704D349-24B4-C154-61BF-8E1ABC00ACB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704D349-24B4-C154-61BF-8E1ABC00A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2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941BA77-CD41-6EA7-2117-681ABA7B19AB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456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4D17-D532-2291-4717-3FAFDD84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11E573C-543E-6782-8D53-0805A3FC395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11E573C-543E-6782-8D53-0805A3FC3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2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6BF2A056-0BDE-0B7B-C7B1-06F59714A539}"/>
              </a:ext>
            </a:extLst>
          </p:cNvPr>
          <p:cNvSpPr txBox="1"/>
          <p:nvPr/>
        </p:nvSpPr>
        <p:spPr>
          <a:xfrm>
            <a:off x="176470" y="3832265"/>
            <a:ext cx="10978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 container can be empty, so there can be at most one bar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pair of dots.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E4737B6-447A-63A0-9B82-5014F8D5AC84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915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61BEA-B4BE-A57F-FFB1-FCFD1E16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5FF38BF-43AF-6D1C-8960-52B21405FC42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5FF38BF-43AF-6D1C-8960-52B21405F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2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C4ED86B-7B73-A96E-05FE-979203957C7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35FE8D7-2E96-9BDC-8183-FCF435D2017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35FE8D7-2E96-9BDC-8183-FCF435D20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3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927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56A6-D894-9C8F-68BA-8270B45F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D7A890A-74C8-87BA-ADF2-B7061FDA26C7}"/>
                  </a:ext>
                </a:extLst>
              </p:cNvPr>
              <p:cNvSpPr txBox="1"/>
              <p:nvPr/>
            </p:nvSpPr>
            <p:spPr>
              <a:xfrm>
                <a:off x="176470" y="5032594"/>
                <a:ext cx="106843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spaces between the dots (possible places for bars).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D7A890A-74C8-87BA-ADF2-B7061FDA2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2594"/>
                <a:ext cx="10684335" cy="461665"/>
              </a:xfrm>
              <a:prstGeom prst="rect">
                <a:avLst/>
              </a:prstGeom>
              <a:blipFill>
                <a:blip r:embed="rId2"/>
                <a:stretch>
                  <a:fillRect l="-913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9D533D1-01A2-3612-A618-16F517FE177C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B1D6302-EBC1-5898-4460-F8CCDEB62FE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B1D6302-EBC1-5898-4460-F8CCDEB62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3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1EF618D-A07C-90D3-4886-5FC4FE1D7B3F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1EF618D-A07C-90D3-4886-5FC4FE1D7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4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352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C0A2-E026-82FC-F8E6-72940B14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90BCA66-B294-22B7-EBF3-9C72C2510183}"/>
                  </a:ext>
                </a:extLst>
              </p:cNvPr>
              <p:cNvSpPr txBox="1"/>
              <p:nvPr/>
            </p:nvSpPr>
            <p:spPr>
              <a:xfrm>
                <a:off x="176470" y="5032594"/>
                <a:ext cx="105827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spaces between the dots (possible places for bars).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bars.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90BCA66-B294-22B7-EBF3-9C72C2510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2594"/>
                <a:ext cx="10582769" cy="830997"/>
              </a:xfrm>
              <a:prstGeom prst="rect">
                <a:avLst/>
              </a:prstGeom>
              <a:blipFill>
                <a:blip r:embed="rId2"/>
                <a:stretch>
                  <a:fillRect l="-922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86D7562-49FE-2E15-F769-A6B035A17A97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F54BF98-86EA-C1A8-19C3-005A1395F5C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F54BF98-86EA-C1A8-19C3-005A1395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3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6CA3B8-5823-F4E0-A428-521941E009B3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6CA3B8-5823-F4E0-A428-521941E00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4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06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A912-6F95-0136-63B5-ED7F055C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75A7818-2DCA-1A08-6C5F-3B95DC00AC60}"/>
                  </a:ext>
                </a:extLst>
              </p:cNvPr>
              <p:cNvSpPr txBox="1"/>
              <p:nvPr/>
            </p:nvSpPr>
            <p:spPr>
              <a:xfrm>
                <a:off x="176470" y="5032594"/>
                <a:ext cx="1058276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spaces between the dots (possible places for bars).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placing the bars does not matter.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75A7818-2DCA-1A08-6C5F-3B95DC00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2594"/>
                <a:ext cx="10582769" cy="1200329"/>
              </a:xfrm>
              <a:prstGeom prst="rect">
                <a:avLst/>
              </a:prstGeom>
              <a:blipFill>
                <a:blip r:embed="rId2"/>
                <a:stretch>
                  <a:fillRect l="-922" t="-459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00761480-7E47-9C5C-1274-05989AB13376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905136-3A12-E1B3-9126-CB3AC5A4295D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905136-3A12-E1B3-9126-CB3AC5A42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3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73C44FB-9229-D0A1-0F1F-0D10D32D80C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973C44FB-9229-D0A1-0F1F-0D10D32D8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4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568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3F54-E704-7426-EA70-F6EC27B9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245BD715-CE75-5DA2-56B0-4CB8EBE9160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17EA57-1B25-FBDA-99D1-0C7E53295AA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17EA57-1B25-FBDA-99D1-0C7E5329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2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7F8FBDB-E323-F20E-8E2B-BD279AD54023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7F8FBDB-E323-F20E-8E2B-BD279AD54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3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9002988-FD67-1354-92E5-3523045C23A9}"/>
                  </a:ext>
                </a:extLst>
              </p:cNvPr>
              <p:cNvSpPr txBox="1"/>
              <p:nvPr/>
            </p:nvSpPr>
            <p:spPr>
              <a:xfrm>
                <a:off x="176470" y="5032594"/>
                <a:ext cx="11754500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spaces between the dots (possible places for bars).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placing the bars does not matter.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positions.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9002988-FD67-1354-92E5-3523045C2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2594"/>
                <a:ext cx="11754500" cy="1569660"/>
              </a:xfrm>
              <a:prstGeom prst="rect">
                <a:avLst/>
              </a:prstGeom>
              <a:blipFill>
                <a:blip r:embed="rId4"/>
                <a:stretch>
                  <a:fillRect l="-830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130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3B7FB-9D0D-A959-BA1C-C57F0C65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CF15B80D-4EA9-BC85-FDF6-31CA2A4B8C84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86A01AD-876C-ABB0-E1D6-5003BB1F7E3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Assume 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objects (represented here by •),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we place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containers. The containers are distinguishable (e.g., colored),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the dots are not.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Configurations are therefore distinguishable 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number of dots (balls) in each container.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 such configuration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represented by dots and bars, where a bar indicates moving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next container.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possible arrangement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• • • •│• • •│•│• •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86A01AD-876C-ABB0-E1D6-5003BB1F7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387989" cy="3046988"/>
              </a:xfrm>
              <a:prstGeom prst="rect">
                <a:avLst/>
              </a:prstGeom>
              <a:blipFill>
                <a:blip r:embed="rId2"/>
                <a:stretch>
                  <a:fillRect l="-857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F112C66-70E3-81E4-FFFC-E17F7D310FA3}"/>
                  </a:ext>
                </a:extLst>
              </p:cNvPr>
              <p:cNvSpPr txBox="1"/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 container can be empty, so there can be at most one bar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between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pair of dots.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 and bars uniquely define the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F112C66-70E3-81E4-FFFC-E17F7D310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832265"/>
                <a:ext cx="10978134" cy="1200329"/>
              </a:xfrm>
              <a:prstGeom prst="rect">
                <a:avLst/>
              </a:prstGeom>
              <a:blipFill>
                <a:blip r:embed="rId3"/>
                <a:stretch>
                  <a:fillRect l="-88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7B050E6-FA46-96ED-0623-18DAD3174B31}"/>
                  </a:ext>
                </a:extLst>
              </p:cNvPr>
              <p:cNvSpPr txBox="1"/>
              <p:nvPr/>
            </p:nvSpPr>
            <p:spPr>
              <a:xfrm>
                <a:off x="176470" y="5032594"/>
                <a:ext cx="11754500" cy="1634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spaces between the dots (possible places for bars).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configuration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determined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placement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order of placing the bars does not matter.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combinations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7B050E6-FA46-96ED-0623-18DAD3174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032594"/>
                <a:ext cx="11754500" cy="1634935"/>
              </a:xfrm>
              <a:prstGeom prst="rect">
                <a:avLst/>
              </a:prstGeom>
              <a:blipFill>
                <a:blip r:embed="rId4"/>
                <a:stretch>
                  <a:fillRect l="-830" t="-3358" b="-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391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6625-CEFA-1226-F6A8-956E2F57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91D8C66-55C2-2A51-4BEA-0AD3E6C2BD31}"/>
              </a:ext>
            </a:extLst>
          </p:cNvPr>
          <p:cNvSpPr txBox="1"/>
          <p:nvPr/>
        </p:nvSpPr>
        <p:spPr>
          <a:xfrm>
            <a:off x="176470" y="242021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2F9BB38-8026-3A77-6E0E-04F10C08F48C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4F770CE-9A9C-E494-F139-FA1A5A33CFD0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4F770CE-9A9C-E494-F139-FA1A5A33C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2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137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2127-5F24-361B-D729-65A85BE8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935DA51-A484-A651-E323-DC95006C65FE}"/>
              </a:ext>
            </a:extLst>
          </p:cNvPr>
          <p:cNvSpPr txBox="1"/>
          <p:nvPr/>
        </p:nvSpPr>
        <p:spPr>
          <a:xfrm>
            <a:off x="176470" y="2420212"/>
            <a:ext cx="109163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Proof:</a:t>
            </a:r>
            <a:b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this case, weakening the condition to nonnegative 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 that containers may be empty. Therefore, several bars can be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placed next to each other.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BB53936-0A56-8DE0-B49D-4F3777C1BE6D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D73D65-B064-5CF7-EB39-D24D9D4275A3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D73D65-B064-5CF7-EB39-D24D9D427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2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150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61A1-D12D-5969-6D6E-F56F95B3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42D740-E827-A22D-C93D-B906CCD9A13F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95981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this case, weakening the condition to nonnegative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containers may be empty. Therefore, several bars can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placed next to each other.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4,0,3,3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42D740-E827-A22D-C93D-B906CCD9A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959812" cy="1938992"/>
              </a:xfrm>
              <a:prstGeom prst="rect">
                <a:avLst/>
              </a:prstGeom>
              <a:blipFill>
                <a:blip r:embed="rId2"/>
                <a:stretch>
                  <a:fillRect l="-815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0B45759A-49B4-A9C7-DA5C-33DD0D062EC2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23A3C9C-2624-AB4F-D02B-70F7CDBC8E9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23A3C9C-2624-AB4F-D02B-70F7CDBC8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448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59407-6203-BFD6-15D3-5877609C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41F50BE-87A2-4F06-4416-B8CE458128D9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this case, weakening the condition to nonnegative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containers may be empty. Therefore, several bars can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placed next to each other.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4,0,3,3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• • • •││• • •│• • •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41F50BE-87A2-4F06-4416-B8CE45812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blipFill>
                <a:blip r:embed="rId2"/>
                <a:stretch>
                  <a:fillRect l="-82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9FE5C8C0-D5E3-1F5E-06D1-A3B359C89A0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88EEE09-BBEB-43FC-3399-EDCD47F8D2B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88EEE09-BBEB-43FC-3399-EDCD47F8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132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C514-6FD5-40AC-BC7C-398DDC92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B729EBC-E05E-BDB9-61C9-891DBDDF32FA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this case, weakening the condition to nonnegative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containers may be empty. Therefore, several bars can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placed next to each other.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4,0,3,3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• • • •││• • •│• • •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B729EBC-E05E-BDB9-61C9-891DBDDF3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blipFill>
                <a:blip r:embed="rId2"/>
                <a:stretch>
                  <a:fillRect l="-82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E2AEDAD-8C2F-1B30-B223-BDBA955C5DF8}"/>
                  </a:ext>
                </a:extLst>
              </p:cNvPr>
              <p:cNvSpPr txBox="1"/>
              <p:nvPr/>
            </p:nvSpPr>
            <p:spPr>
              <a:xfrm>
                <a:off x="176470" y="4359204"/>
                <a:ext cx="1126346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 that each configuration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symbols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E2AEDAD-8C2F-1B30-B223-BDBA955C5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359204"/>
                <a:ext cx="11263468" cy="830997"/>
              </a:xfrm>
              <a:prstGeom prst="rect">
                <a:avLst/>
              </a:prstGeom>
              <a:blipFill>
                <a:blip r:embed="rId3"/>
                <a:stretch>
                  <a:fillRect l="-86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1A8EB9D-042C-3867-00B7-825304970002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0E83FDE-212F-CE42-CCE0-CC24A0542A5D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0E83FDE-212F-CE42-CCE0-CC24A0542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4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564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4C854-573A-1C7B-08EC-4688EB49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9220FA-7EBD-C8CB-2541-DA31EE4D1FAA}"/>
                  </a:ext>
                </a:extLst>
              </p:cNvPr>
              <p:cNvSpPr txBox="1"/>
              <p:nvPr/>
            </p:nvSpPr>
            <p:spPr>
              <a:xfrm>
                <a:off x="176470" y="4359204"/>
                <a:ext cx="1142755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 that each configuration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symbols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9220FA-7EBD-C8CB-2541-DA31EE4D1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359204"/>
                <a:ext cx="11427552" cy="1200329"/>
              </a:xfrm>
              <a:prstGeom prst="rect">
                <a:avLst/>
              </a:prstGeom>
              <a:blipFill>
                <a:blip r:embed="rId2"/>
                <a:stretch>
                  <a:fillRect l="-853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D8AC728-DBCB-7A6D-5C46-C7E25F4A10EC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6FE70BE-5A13-8D27-49F7-73025615439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6FE70BE-5A13-8D27-49F7-730256154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7164F25-4421-A982-21F0-8BE58A277D30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this case, weakening the condition to nonnegative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containers may be empty. Therefore, several bars can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placed next to each other.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4,0,3,3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• • • •││• • •│• • •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7164F25-4421-A982-21F0-8BE58A277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blipFill>
                <a:blip r:embed="rId4"/>
                <a:stretch>
                  <a:fillRect l="-82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993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2DD8-4F58-7748-B6A8-6FCBE44C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0E8692F-A222-5F4D-2EF6-1CC26EDB5321}"/>
                  </a:ext>
                </a:extLst>
              </p:cNvPr>
              <p:cNvSpPr txBox="1"/>
              <p:nvPr/>
            </p:nvSpPr>
            <p:spPr>
              <a:xfrm>
                <a:off x="176470" y="4359204"/>
                <a:ext cx="1142755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 that each configuration 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symbols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bars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positions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0E8692F-A222-5F4D-2EF6-1CC26EDB5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359204"/>
                <a:ext cx="11427552" cy="1569660"/>
              </a:xfrm>
              <a:prstGeom prst="rect">
                <a:avLst/>
              </a:prstGeom>
              <a:blipFill>
                <a:blip r:embed="rId2"/>
                <a:stretch>
                  <a:fillRect l="-85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DD04238-5979-736D-DC3E-747EF6541BF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5D21D6B-F4F6-AF8D-2E5A-A4CA22D6706B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2: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any two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sequences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5D21D6B-F4F6-AF8D-2E5A-A4CA22D67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9942530" cy="1654107"/>
              </a:xfrm>
              <a:prstGeom prst="rect">
                <a:avLst/>
              </a:prstGeom>
              <a:blipFill>
                <a:blip r:embed="rId3"/>
                <a:stretch>
                  <a:fillRect l="-981" t="-2952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9DA5E8F-A291-4BF8-D3C8-4557C301ABB1}"/>
                  </a:ext>
                </a:extLst>
              </p:cNvPr>
              <p:cNvSpPr txBox="1"/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</a:t>
                </a:r>
                <a:b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this case, weakening the condition to nonnegative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containers may be empty. Therefore, several bars can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placed next to each other.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4,0,3,3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represented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• • • •││• • •│• • •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9DA5E8F-A291-4BF8-D3C8-4557C301A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420212"/>
                <a:ext cx="11898898" cy="1938992"/>
              </a:xfrm>
              <a:prstGeom prst="rect">
                <a:avLst/>
              </a:prstGeom>
              <a:blipFill>
                <a:blip r:embed="rId4"/>
                <a:stretch>
                  <a:fillRect l="-820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0B944D3-DF9F-C9A0-75CD-6F45F9C0090E}"/>
                  </a:ext>
                </a:extLst>
              </p14:cNvPr>
              <p14:cNvContentPartPr/>
              <p14:nvPr/>
            </p14:nvContentPartPr>
            <p14:xfrm>
              <a:off x="3956040" y="4299120"/>
              <a:ext cx="5760000" cy="1752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0B944D3-DF9F-C9A0-75CD-6F45F9C009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46680" y="4289760"/>
                <a:ext cx="5778720" cy="177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3585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868F-47AD-579D-0578-E53F381A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C7082C2-6799-8442-91C3-C2488A031034}"/>
              </a:ext>
            </a:extLst>
          </p:cNvPr>
          <p:cNvSpPr txBox="1"/>
          <p:nvPr/>
        </p:nvSpPr>
        <p:spPr>
          <a:xfrm>
            <a:off x="176470" y="785277"/>
            <a:ext cx="9963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now on, we should be able to solve problems of the type: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CD40DF9-9128-7AEA-7B33-F22C9F90BA4C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663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F6D5-FF14-DE52-278B-C9D76245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F5DA624-CDB1-7736-8C82-69B4465C07C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F5DA624-CDB1-7736-8C82-69B4465C0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830997"/>
              </a:xfrm>
              <a:prstGeom prst="rect">
                <a:avLst/>
              </a:prstGeom>
              <a:blipFill>
                <a:blip r:embed="rId2"/>
                <a:stretch>
                  <a:fillRect l="-815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ECD2BE0F-4735-9FD7-9D97-4A262924287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74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8962-B608-0750-3CDE-0A68CF06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FA196B6-A472-7210-BBEF-94B3F039011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FA196B6-A472-7210-BBEF-94B3F0390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78E5C7DA-BC8A-E50F-6751-6286BF804911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683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C0DF-E9F7-B5B2-8392-2E522552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37B245-873A-14DA-B580-7FD98FAD935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37B245-873A-14DA-B580-7FD98FAD9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1938992"/>
              </a:xfrm>
              <a:prstGeom prst="rect">
                <a:avLst/>
              </a:prstGeom>
              <a:blipFill>
                <a:blip r:embed="rId2"/>
                <a:stretch>
                  <a:fillRect l="-815" t="-2516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7927AD65-8853-CF6D-EAFD-7E5EEE7E0B57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683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9EB9-4AAD-5500-F40C-04627A09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82D047-078B-1C1A-B84D-5EFF1E55C00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 that no container is empty?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82D047-078B-1C1A-B84D-5EFF1E55C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blipFill>
                <a:blip r:embed="rId2"/>
                <a:stretch>
                  <a:fillRect l="-815" t="-1822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0B4FD3C-DA9E-6C8C-E667-AC2C535FAC25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B6B3-864E-667D-B486-ED0E5741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1ACD96-211B-A893-F603-A93C15541D4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 that no container is empty?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61ACD96-211B-A893-F603-A93C15541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blipFill>
                <a:blip r:embed="rId2"/>
                <a:stretch>
                  <a:fillRect l="-815" t="-1822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CDB7AE0-060B-7038-8E83-D124F57D6BDF}"/>
                  </a:ext>
                </a:extLst>
              </p:cNvPr>
              <p:cNvSpPr txBox="1"/>
              <p:nvPr/>
            </p:nvSpPr>
            <p:spPr>
              <a:xfrm>
                <a:off x="176470" y="3462933"/>
                <a:ext cx="93742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not: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be placed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rooms?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CDB7AE0-060B-7038-8E83-D124F57D6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3"/>
                <a:ext cx="9374233" cy="830997"/>
              </a:xfrm>
              <a:prstGeom prst="rect">
                <a:avLst/>
              </a:prstGeom>
              <a:blipFill>
                <a:blip r:embed="rId3"/>
                <a:stretch>
                  <a:fillRect l="-1040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3D69416-4DD6-6CAD-57B8-63D8DAEFE08D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3A279466-B3C8-523B-51D3-3CB5B9F22B21}"/>
                  </a:ext>
                </a:extLst>
              </p14:cNvPr>
              <p14:cNvContentPartPr/>
              <p14:nvPr/>
            </p14:nvContentPartPr>
            <p14:xfrm>
              <a:off x="9582120" y="3816360"/>
              <a:ext cx="1829160" cy="3430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3A279466-B3C8-523B-51D3-3CB5B9F22B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2760" y="3807000"/>
                <a:ext cx="1847880" cy="3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3029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B75E-D423-2C03-9F9C-6AE945BC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3E1C75-416B-DE6A-524D-B762A02C406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now on, we should be able to solve problems of the type: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 many solutions does the equation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place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indistinguishable ping-pong balls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labeled containers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so that no container is empty?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03E1C75-416B-DE6A-524D-B762A02C4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961608" cy="2677656"/>
              </a:xfrm>
              <a:prstGeom prst="rect">
                <a:avLst/>
              </a:prstGeom>
              <a:blipFill>
                <a:blip r:embed="rId2"/>
                <a:stretch>
                  <a:fillRect l="-815" t="-1822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9495CB9-368E-B824-46FC-69C8718C1922}"/>
                  </a:ext>
                </a:extLst>
              </p:cNvPr>
              <p:cNvSpPr txBox="1"/>
              <p:nvPr/>
            </p:nvSpPr>
            <p:spPr>
              <a:xfrm>
                <a:off x="176470" y="3462933"/>
                <a:ext cx="932293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But not: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be placed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rooms?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be placed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rooms,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 that no room is empty?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9495CB9-368E-B824-46FC-69C8718C1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62933"/>
                <a:ext cx="9322937" cy="1569660"/>
              </a:xfrm>
              <a:prstGeom prst="rect">
                <a:avLst/>
              </a:prstGeom>
              <a:blipFill>
                <a:blip r:embed="rId3"/>
                <a:stretch>
                  <a:fillRect l="-1046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1F729969-A10C-7BF3-09E0-1E5095DAFCD3}"/>
              </a:ext>
            </a:extLst>
          </p:cNvPr>
          <p:cNvSpPr txBox="1"/>
          <p:nvPr/>
        </p:nvSpPr>
        <p:spPr>
          <a:xfrm>
            <a:off x="3738624" y="-45720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Stars and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bars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8466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4157</Words>
  <Application>Microsoft Office PowerPoint</Application>
  <PresentationFormat>Panoramiczny</PresentationFormat>
  <Paragraphs>174</Paragraphs>
  <Slides>40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142</cp:revision>
  <dcterms:created xsi:type="dcterms:W3CDTF">2024-10-31T12:17:59Z</dcterms:created>
  <dcterms:modified xsi:type="dcterms:W3CDTF">2025-10-01T08:35:57Z</dcterms:modified>
</cp:coreProperties>
</file>