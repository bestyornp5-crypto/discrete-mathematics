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72" r:id="rId30"/>
    <p:sldId id="273" r:id="rId31"/>
    <p:sldId id="274" r:id="rId32"/>
    <p:sldId id="275" r:id="rId33"/>
    <p:sldId id="276" r:id="rId34"/>
    <p:sldId id="289" r:id="rId35"/>
    <p:sldId id="290" r:id="rId36"/>
    <p:sldId id="291" r:id="rId37"/>
    <p:sldId id="292" r:id="rId38"/>
    <p:sldId id="293" r:id="rId39"/>
    <p:sldId id="295" r:id="rId40"/>
    <p:sldId id="296" r:id="rId41"/>
    <p:sldId id="298" r:id="rId42"/>
    <p:sldId id="299" r:id="rId43"/>
    <p:sldId id="300" r:id="rId44"/>
    <p:sldId id="301" r:id="rId45"/>
    <p:sldId id="302" r:id="rId46"/>
    <p:sldId id="307" r:id="rId47"/>
    <p:sldId id="304" r:id="rId48"/>
    <p:sldId id="305" r:id="rId49"/>
    <p:sldId id="306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6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6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10-02T07:27:07.3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5239 10654 0,'-18'0'94,"-17"-18"-63,-71 18 0,88 0-15,-70-17 15,71-1-31,-19 0 31,19 18-31,-1 0 32,36 71 14,-1 105-14,1-17-1,0 35 0,-18-159-31,0 106 31,-18-35 1,18-88-32,0 17 0,0-17 15,-18 123 17,1-123-32,-1 87 31,18-52-16,0-35-15,0 0 16,-18 52 0,18-17 15,18-18-15,-18 36 15,0-36 0,18-35-31,-18 18 16,35-18-1,-17 0-15,-18-18 16,88-17 0,-35 17-1,-36 1 1,36-19-1</inkml:trace>
  <inkml:trace contextRef="#ctx0" brushRef="#br0" timeOffset="716.29">5574 10601 0,'0'18'47,"-18"105"-16,36-52 0,17-54-15,53-34 15,-52 17-15,-1 53 15,-53-1-15,18-16-16,-35 34 31,17-52-31,-17-18 31</inkml:trace>
  <inkml:trace contextRef="#ctx0" brushRef="#br0" timeOffset="898.72">5627 10636 0,'0'-17'0,"0"34"0,53-52 16,-18 35-16,-17 0 15,87 0 1</inkml:trace>
  <inkml:trace contextRef="#ctx0" brushRef="#br0" timeOffset="1742.38">5627 11695 0,'17'-18'16,"1"18"-1,-18-18-15,53 1 31,-35 17-31,35 0 16,-53 17 0,0 36 15,-18-35-31,18 52 31,53-17 0,-18-35-15,-17 0-16,-36 35 31,-52 17 1,-1-52-17,18-89 16</inkml:trace>
  <inkml:trace contextRef="#ctx0" brushRef="#br0" timeOffset="2860.25">6085 10583 0,'18'0'16,"0"0"0,35 18-1,17-36 1,54-17 15,-107 35-15,1 0-16,17 53 31,-17 18-15,-18-36-16,35 176 31,0-52-15,-35-123-1,36 175 1,-19-176-1,-17 124 1,0-124 0,0 71-1,0-70-15,0-19 16,18 89 0,-18-88-1,0 70 1,18-35 15,-18-36-15,-18 36-1,18-35 17,-18-18-1,1 0-31,-36 0 31,-53 0 0,88 0-31,-17 0 16,-36-18 0,54 1-16,-36-54 31</inkml:trace>
  <inkml:trace contextRef="#ctx0" brushRef="#br0" timeOffset="3692.94">6862 11536 0,'17'0'0,"1"0"15,88 17 1,35 1 15,-106-18-15,0 0-16,36 0 31</inkml:trace>
  <inkml:trace contextRef="#ctx0" brushRef="#br0" timeOffset="4134.06">6879 11289 0,'71'-18'31,"-54"18"-31,107 36 32,88-19-1,-177-17-31</inkml:trace>
  <inkml:trace contextRef="#ctx0" brushRef="#br0" timeOffset="17555.87">7726 10548 0,'17'0'94,"1"0"-78,35-18 15,-35 18-15,-18 18-16,17-18 15,1 18 1,-18 35 0,-18-18-1,18 18 16,18-18 1,0-17-17,-18-1-15,17 36 32,-34-17-17,17-19-15,-18-17 16,-17 35-1,17-17 1,-35-53 0,53 17-1,-18-17 1</inkml:trace>
  <inkml:trace contextRef="#ctx0" brushRef="#br0" timeOffset="17927.36">8202 10636 0,'0'18'31,"0"-36"16</inkml:trace>
  <inkml:trace contextRef="#ctx0" brushRef="#br0" timeOffset="18537.5">8449 10495 0,'0'53'47,"-18"88"-15,54-53-1,52-52 0,-35-1 0,-36 0-15,-34 36 15,-71-18 0,70-53-31,-70-53 32</inkml:trace>
  <inkml:trace contextRef="#ctx0" brushRef="#br0" timeOffset="18728.93">8396 10566 0,'0'-18'16,"18"18"-16,17-35 16,-17 35-16,17 0 15,53 0 1,36 17 15,-107-17-15</inkml:trace>
  <inkml:trace contextRef="#ctx0" brushRef="#br0" timeOffset="19258.87">8890 10742 0,'35'0'16,"-17"0"-1,88 18 1,-71-36 15</inkml:trace>
  <inkml:trace contextRef="#ctx0" brushRef="#br0" timeOffset="19720.87">9296 10760 0,'70'-36'31,"-17"-34"0,18-36 0,-54 106-31,1 0 32,-18 88-17,-18 89 17,1-107-17,-1-52-15</inkml:trace>
  <inkml:trace contextRef="#ctx0" brushRef="#br0" timeOffset="20572">7726 11201 0,'53'17'16,"-36"-17"-1,89 0 1,-88 0-1,17 0-15,142-17 16,-142 17 0,176-18-1,-175 18 1,123-18 0,-124 18-1,88 0 1,-87 0-1,-1 0-15,88 0 32,54 0-17,34 0 32,-34 0-31,-160 0-1,124 18 17,-52-18-1,-107 0-31</inkml:trace>
  <inkml:trace contextRef="#ctx0" brushRef="#br0" timeOffset="21177.94">8731 11430 0,'0'-18'32,"0"36"-17,0 0-15,0 52 31,-17-35-31,-1 71 32,36-53-17,17-53 1,88-53 15,-105 142 0,-53 193 1,17-247-32,18-17 0,18-1 15</inkml:trace>
  <inkml:trace contextRef="#ctx0" brushRef="#br0" timeOffset="22371.92">10037 11218 0,'0'18'32,"0"-53"14</inkml:trace>
  <inkml:trace contextRef="#ctx0" brushRef="#br0" timeOffset="23134.35">10672 10583 0,'0'-17'0,"0"34"31,-18 19-15,0-1 0,-17 282-1,35-228 1,0 228 0,18-246-16,52 193 31,-52-228-16,-1-1-15</inkml:trace>
  <inkml:trace contextRef="#ctx0" brushRef="#br0" timeOffset="23779.18">11095 10548 0,'0'0'15,"0"-18"1,-18 54 15,18 52 0,53-53 1,-18-17-17,-17-1-15,0 36 32,-36 18-1,0-53-31,-34-18 31,16-36-15</inkml:trace>
  <inkml:trace contextRef="#ctx0" brushRef="#br0" timeOffset="23980.23">11095 10530 0,'88'-17'32,"-176"34"-32,282-34 31,-176 17-31,-1 0 0</inkml:trace>
  <inkml:trace contextRef="#ctx0" brushRef="#br0" timeOffset="24643.85">11060 11430 0,'0'0'0,"17"-18"16,1 1-16,35-1 31,-36 36-15,1 17 15,-36-17-15,18 35-1,0-18 1,18-18-16,35 36 31,-53-35-15,18 0-16,-1 17 15,-17-17 1,-35 35 0,17-36-16,-70 1 31,71-36-16,-36-52 1</inkml:trace>
  <inkml:trace contextRef="#ctx0" brushRef="#br0" timeOffset="25108.37">11553 10460 0,'18'-18'0,"0"54"31,35 87-15,-36-52-16,54 422 31,-71-387-31,-18 335 31,-52-264-15</inkml:trace>
  <inkml:trace contextRef="#ctx0" brushRef="#br0" timeOffset="26508.82">24271 3404 0,'0'18'15,"-18"17"-15,-17 106 16,-35 89 0,52-142-16,0-18 15,-17 248 1,70-54 15</inkml:trace>
  <inkml:trace contextRef="#ctx0" brushRef="#br0" timeOffset="27398.69">24659 3387 0,'0'-18'15,"0"0"16,-17 1-15,17 34 15,-18 1-15,0 35 0,18-35-1,0-1-15,18 19 16,0-36-1,34 17 1,-34-17 0,0 18-1,-36 52 17,0-52-17,18 0-15,-35 17 16,0-53 15</inkml:trace>
  <inkml:trace contextRef="#ctx0" brushRef="#br0" timeOffset="27676.25">24659 3351 0,'0'0'0,"35"-35"31,-17 35-31,70 0 32,-70 0-32,17 0 15</inkml:trace>
  <inkml:trace contextRef="#ctx0" brushRef="#br0" timeOffset="28368.41">24589 4233 0,'17'0'0,"1"0"0,17 0 31,-17 0-15,-18 18 0,0 0-1,-18-1 1,18 1 0,18 35-1,-1-18 1,1 36-1,-18-54 1,-18 54 0,-17-54-1,18-17-15,-72 18 16,72-18 0,-36-35-1,35 17-15,18 1 16</inkml:trace>
  <inkml:trace contextRef="#ctx0" brushRef="#br0" timeOffset="28871.57">25118 3228 0,'17'-18'15,"1"89"16,-18 387 1,0-352-32,-53 423 31,-17-176 0,-54-265 0</inkml:trace>
  <inkml:trace contextRef="#ctx0" brushRef="#br0" timeOffset="29265.16">25382 4075 0,'53'53'31,"-17"-36"-31,-19-17 16,71 35-1,-52-52 1</inkml:trace>
  <inkml:trace contextRef="#ctx0" brushRef="#br0" timeOffset="29450.76">25506 3881 0,'0'0'0,"35"0"16,-17 0-16,-1 0 0,89-18 31,-53 18-15</inkml:trace>
  <inkml:trace contextRef="#ctx0" brushRef="#br0" timeOffset="42946.28">26229 3228 0,'-18'18'125,"1"17"-110,-19 71 16,19-53 1,34-36-1,36-52 0,-17 35 0,-54 123 1,0-105-32,18 17 15,0 36 1</inkml:trace>
  <inkml:trace contextRef="#ctx0" brushRef="#br0" timeOffset="43272.18">26458 3422 0,'18'18'15,"-36"-18"32</inkml:trace>
  <inkml:trace contextRef="#ctx0" brushRef="#br0" timeOffset="43930.18">26793 3281 0,'0'0'0,"0"-18"16,-17 18-1,-1 35 17,18 54-1,53-36 0,-18 0 0,-17-36-15,-18 36 0,0-35-1,-18 17 16,-52-53 1</inkml:trace>
  <inkml:trace contextRef="#ctx0" brushRef="#br0" timeOffset="44068.41">26864 3298 0,'0'-17'15,"0"34"-15,18-34 0,52-1 32,36 36-1,-88-18-31</inkml:trace>
  <inkml:trace contextRef="#ctx0" brushRef="#br0" timeOffset="44744.42">26123 3933 0,'18'0'0,"-1"0"0,19 0 16,158 18-1,35-18 1,-158 0 0,264 0-1,-282 18 1,35-18-1</inkml:trace>
  <inkml:trace contextRef="#ctx0" brushRef="#br0" timeOffset="45748.71">26194 4445 0,'0'18'32,"17"-36"-1,72-17 0,-72 17-31,-17 0 16,71-34-1,-1-19 17,-70 106-1,-17 71-15,-1-71-16,0 142 31,36-142-16</inkml:trace>
  <inkml:trace contextRef="#ctx0" brushRef="#br0" timeOffset="46025.68">26688 4463 0,'17'0'0,"1"0"62,-18-18-46</inkml:trace>
  <inkml:trace contextRef="#ctx0" brushRef="#br0" timeOffset="46438.42">26899 4251 0,'18'0'0,"17"0"16,18 18 0,-35-18-1,52 70 1,-70-52 0,-17 105-1,-1-87 1,-17 105-1,141-88 17,35-89-1</inkml:trace>
  <inkml:trace contextRef="#ctx0" brushRef="#br0" timeOffset="47513.14">27570 4145 0,'17'0'0,"19"0"16,-1 0-1,-18 0-15,1 18 0,35-18 16,-35 0-1,17-18 1</inkml:trace>
  <inkml:trace contextRef="#ctx0" brushRef="#br0" timeOffset="47693.18">27658 3933 0,'0'0'0,"17"0"16,54 18 0,70-18 15</inkml:trace>
  <inkml:trace contextRef="#ctx0" brushRef="#br0" timeOffset="49494.08">28258 4128 0,'17'-18'31,"18"-35"-15,-17 35-16,17 1 15,54-72 1,-54 54-16,53-88 31,-53 70-15,-17 35-1,0 1 1,-36 105 15,0-35-15,1 0-16,-1-1 0,-17 143 16,17-143-16,36 125 31</inkml:trace>
  <inkml:trace contextRef="#ctx0" brushRef="#br0" timeOffset="49945.06">29016 3881 0,'18'-18'0,"-36"36"0,36-54 16,-36 36 0,18 18-1,-18 0-15,-17 123 31,35-88-31,35 123 16,124-141 15,-124-52-15,89-142 0,-107 124-1,-34-212 16,-1 211-31,-158-52 32,141 88-32,-124 124 31,124-71-31</inkml:trace>
  <inkml:trace contextRef="#ctx0" brushRef="#br0" timeOffset="51993.52">12153 11289 0,'18'0'16,"35"0"-1,-36 0-15,125 35 32,-107-35-17,-18 18-15,107-36 16</inkml:trace>
  <inkml:trace contextRef="#ctx0" brushRef="#br0" timeOffset="52214.58">12312 11201 0,'106'17'31,"-212"-34"-31,353-1 31</inkml:trace>
  <inkml:trace contextRef="#ctx0" brushRef="#br0" timeOffset="55259.46">13353 10636 0,'17'0'47,"1"-17"-16,35-72 0,-36 72-31,54-36 32,-53 35-17,17 89 17,-35 35-17,-18-71-15,18 0 0,0 0 16,-17 36-1,17-36 1</inkml:trace>
  <inkml:trace contextRef="#ctx0" brushRef="#br0" timeOffset="55747.64">13899 10407 0,'18'-18'32,"-18"36"-1,-18 35-15,1-18-1,-1 71 1,18-88-1,53 17 1,35-70 15,-70 52-15,-18 1-16,-18 17 16,-35 124-1,36-124 1,-1 53-1</inkml:trace>
  <inkml:trace contextRef="#ctx0" brushRef="#br0" timeOffset="56245.25">13282 11165 0,'71'-35'32,"-36"35"-32,0 0 0,159-17 31,124 17 0,-107 0 0</inkml:trace>
  <inkml:trace contextRef="#ctx0" brushRef="#br0" timeOffset="57086.83">13653 11395 0,'0'17'31,"-18"19"-15,0-19 0,-17 54-1,35-54 1,18 1 0,87-36 15,-69 18-16,-19 18-15,1 0 16,0 105 0,-18-70-16,0-18 15,17 89 1,1-124 0</inkml:trace>
  <inkml:trace contextRef="#ctx0" brushRef="#br0" timeOffset="57714.14">14411 11130 0</inkml:trace>
  <inkml:trace contextRef="#ctx0" brushRef="#br0" timeOffset="58212.78">14746 11165 0,'0'0'16,"53"-52"0,18-72 15,70-70 0,-106 159 0,-70 229 1,35-141-32,-36 229 31,54-176-15,0-71-16</inkml:trace>
  <inkml:trace contextRef="#ctx0" brushRef="#br0" timeOffset="58631.89">15593 10883 0,'0'0'0,"-71"106"31,36 176 1,70-211-17,-17-54-15,17 1 0,-17 0 16,70-71-1,-53 35-15,89-193 32,-124 87-17,-18 89-15,0-1 16,-87 36 0,69 36-16,1-1 15,0 18-15,-36 18 16,54-19-16,-19-16 15,19-19-15</inkml:trace>
  <inkml:trace contextRef="#ctx0" brushRef="#br0" timeOffset="60299.35">13494 11871 0,'17'0'0,"1"-18"15,70-52 1,-52 52-1,210-158 1,-193 140 0,124-87-1</inkml:trace>
  <inkml:trace contextRef="#ctx0" brushRef="#br0" timeOffset="60977.35">14058 11924 0,'0'-18'0,"0"36"0,53-53 31,-35 17-31,-1 18 16,107 18 15,-106-18-31,-1 88 31,-34-71-31,-1 107 31,18-106-31,35 52 32,36-105-17,-36 17-15,0-17 0</inkml:trace>
  <inkml:trace contextRef="#ctx0" brushRef="#br0" timeOffset="61668.09">13423 10760 0,'18'0'0,"-1"-18"15,142-70 1,71-53 15,-195 123-15,18-17-1</inkml:trace>
  <inkml:trace contextRef="#ctx0" brushRef="#br0" timeOffset="62370.65">14093 10001 0,'18'-17'0,"-36"34"0,89-34 16,-36-1-16,-17 18 0,70-18 31,-70 18-31,35-35 31,-53 70 0,-36 36-15,19-36-16,-36 124 31,0-53 0</inkml:trace>
  <inkml:trace contextRef="#ctx0" brushRef="#br0" timeOffset="62577.73">14146 10160 0,'124'-53'31,"-89"53"-31,0 0 16,71 0-1,-70 0 1</inkml:trace>
  <inkml:trace contextRef="#ctx0" brushRef="#br0" timeOffset="63978.06">14093 12259 0,'18'-18'0,"17"1"16,177-124 15,-159 88-31,0 17 16,123-87-1,-158 88 1</inkml:trace>
  <inkml:trace contextRef="#ctx0" brushRef="#br0" timeOffset="64370.18">14852 11448 0,'0'0'0,"35"-18"15,-17 0-15,194-70 16,-142 35 0,283-141-1,-300 177 1,17-36-1</inkml:trace>
  <inkml:trace contextRef="#ctx0" brushRef="#br0" timeOffset="65132.25">16245 11307 0,'18'0'0,"0"-18"16,70 18 15,-53 0-31,71 0 31,-53-35-15</inkml:trace>
  <inkml:trace contextRef="#ctx0" brushRef="#br0" timeOffset="65280.78">16369 11113 0,'18'-18'31,"-1"18"-31,71-18 31,-17-17-15</inkml:trace>
  <inkml:trace contextRef="#ctx0" brushRef="#br0" timeOffset="66401.12">16969 10742 0,'0'-18'16,"17"18"0,1 0-16,0 0 15,34 18 1,-16 0 0,17-18-1,-36 0-15,1 0 16,35 0-1,-36-18-15,1 18 32,-36 35-17,18-17 1,-52 105 0,34-70-16,-70 177 31,35-107 0,35-105-15</inkml:trace>
  <inkml:trace contextRef="#ctx0" brushRef="#br0" timeOffset="66587.64">16933 11130 0,'0'-17'0,"0"34"0,89-52 32,-72 35-32,18 0 15,54 0 1,-1-18 0,-71 1-16</inkml:trace>
  <inkml:trace contextRef="#ctx0" brushRef="#br0" timeOffset="66917.25">17551 11130 0,'0'0'0,"17"0"31</inkml:trace>
  <inkml:trace contextRef="#ctx0" brushRef="#br0" timeOffset="67293.36">17851 10883 0,'0'-17'31,"0"34"-31,-36 1 31,36-1-31,0 1 0,18 53 31,35-36-15,-36-17 0,89 52-1,-70 36 17,-54-53-17,0-35-15,1-1 16,-1 1-16,-53 17 15,-34-53 17,69-17-17</inkml:trace>
  <inkml:trace contextRef="#ctx0" brushRef="#br0" timeOffset="67438.88">17762 10936 0,'18'-18'0,"-36"36"0,107-124 15,-72 106-15,18-17 16,89 17 0,-89 0-16,1 0 15,105 17 1</inkml:trace>
  <inkml:trace contextRef="#ctx0" brushRef="#br0" timeOffset="68960.06">18450 11183 0,'18'0'0,"52"-18"15,-17 18 1,-17 0-16,-19 0 16,89 0-1,-71 0-15,-17 0 16,53-17 0</inkml:trace>
  <inkml:trace contextRef="#ctx0" brushRef="#br0" timeOffset="69276.5">18574 10954 0,'17'0'0,"-34"0"0,52 0 16,-17 0-16,105-18 15,-88 18 1,142-18-1,-160 18 1</inkml:trace>
  <inkml:trace contextRef="#ctx0" brushRef="#br0" timeOffset="70132.67">19262 10866 0,'0'-18'32,"35"0"-1,-17 1-31,52 17 16,-35 0-1,54 35 16,-54-17-15,-35 52 15,-18-35-15,-17 36 15,70 35 0,-17-89-31,35 36 32,-53 0-1,-18-53-31,1 18 0,-142 35 31,35-71 0,89 1-15</inkml:trace>
  <inkml:trace contextRef="#ctx0" brushRef="#br0" timeOffset="70820.61">20003 10813 0,'0'0'0,"-18"0"31,0 17-31,18 1 0,-35 70 31,17-70-31,18 17 16,36 106 15,-19-123-31,71 17 31,-35-17-15,-35-18-16,0 53 31,-54 35 0,-69-18 1,69-70-32,-52 0 31,70-17-31,1-1 0</inkml:trace>
  <inkml:trace contextRef="#ctx0" brushRef="#br0" timeOffset="70989.14">19844 10954 0,'0'0'0,"53"-36"15,-18 19-15,-17 17 0,17-18 16,159 1 15,-159 17-31,36 0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10-02T07:29:34.3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25030 3986 0,'17'0'16,"-17"-17"0,0-1 15,-17 0 0,-36 1 0,35 17-31,0-18 16,-52-17 0,17 0-1,35 35-15,-35-18 31,53 0-15,-17 18-16,-1 36 31,0 34-15,18-17-16,-17 194 31,-18 35 0,35-229-15,-36 88 0,36-105-16,-17 34 15,17-35-15,-36 54 32,36-72-17,0 1-15,36 17 16,-1-17-1,53 17 1,-17-35 0,-54 0-16,107-70 31</inkml:trace>
  <inkml:trace contextRef="#ctx0" brushRef="#br0" timeOffset="603.6">25541 3722 0,'0'-18'0,"0"36"0,0-53 15,0 17 1,-18 36 15,1-1-15,-18 54-1,35-18 1,52 0 15,1-36-15,-35 1 0,35 35-1,-88 70 16,17-35-15,18-70-16</inkml:trace>
  <inkml:trace contextRef="#ctx0" brushRef="#br0" timeOffset="1894.11">25506 4745 0,'-18'0'31,"1"0"109,-1-18-108,0 36 15,18 0-32,-17-1-15,-1 71 31,18-70-15,0 0-16,0 17 16,53 18-1,35-88 17,-17-36-17,-54 53-15,36-123 31,-141 71 1,53 87-17,-36 36 1,54-35-16,17 0 16,17 17-1</inkml:trace>
  <inkml:trace contextRef="#ctx0" brushRef="#br0" timeOffset="2746.19">26000 3739 0,'53'-35'15,"-36"35"1,1 0-16,0-17 16,70-1-1,-71 18 1,36 0-1,-53 35 17,0-17-17,0 123 17,0 35-17,0-105-15,0 264 31,36-17 1,-19-142-1,-17-70 0,-88-71 0,0-17-15,53-1-16,-18-17 16,-18-53 15,71-17-31</inkml:trace>
  <inkml:trace contextRef="#ctx0" brushRef="#br0" timeOffset="3113.28">26617 4374 0,'18'0'0,"17"18"15,-17-18-15,87 18 32,19-18-1</inkml:trace>
  <inkml:trace contextRef="#ctx0" brushRef="#br0" timeOffset="3309.87">26882 4233 0,'-36'53'16,"19"-35"0,17 17-16,-18 36 15,18 35 1,0-71-16,0-18 15</inkml:trace>
  <inkml:trace contextRef="#ctx0" brushRef="#br0" timeOffset="4213.16">27693 3739 0,'18'0'0,"-36"-17"32,0 17-17,-70-35 1,53 35-1,-53-36 17,70 36-32,-52 53 31,34 176 0,19-176-31,17 18 0,-18 194 31,0-213-31,1 266 32,-36 17-1,70-176 0,19-142-15,-1-17-16,106-88 31,-53-53-15</inkml:trace>
  <inkml:trace contextRef="#ctx0" brushRef="#br0" timeOffset="4766.22">28081 3775 0,'0'0'0,"18"-36"31,-18 19-31,-36 34 31,-16 89 0,52 53 1,17-141-32,54-1 31,-1-34 0,-105 140 0,17-35-15,18-52-16</inkml:trace>
  <inkml:trace contextRef="#ctx0" brushRef="#br0" timeOffset="5290.05">27905 4957 0,'35'-18'31,"-17"0"-15,70-52-1,18-36 17,-71 124-17,-35-1 1,-35 124 0,35-105-16,0-1 15,17 53 1</inkml:trace>
  <inkml:trace contextRef="#ctx0" brushRef="#br0" timeOffset="5922.31">28575 3616 0,'18'-18'31,"-1"18"-16,54 18 1,-54-18 0,72 18-1,-54 35 17,-53 123-1,18-123-16,-17 17-15,-1 230 16,0-212 0,18 177-1,0-212 1,0 0-16,0 123 16,0-140-1,0-1-15,18 53 16,-18-70-1,0 17 1,0-17 0,-18-18-16,-52-18 15,52 18 1,-17-18-16,-89-17 31,107 17-31,-1 1 0,18-71 31</inkml:trace>
  <inkml:trace contextRef="#ctx0" brushRef="#br0" timeOffset="6154.46">29104 4357 0,'0'0'16,"18"0"-1,52 17 17,-17-17-17,-35-17-15</inkml:trace>
  <inkml:trace contextRef="#ctx0" brushRef="#br0" timeOffset="6375.52">29281 4163 0,'-18'35'31,"0"-17"-31,-17 158 31,70-52 0</inkml:trace>
  <inkml:trace contextRef="#ctx0" brushRef="#br0" timeOffset="7121.37">29774 3828 0,'0'0'0,"-17"-36"31,-1 36-31,18-17 16,-17 17-16,-36-36 15,35 19-15,-35-18 31,35 35-15,1-18 0,17 36-1,0-1 1,-18 107 0,18-71-16,-17 211 31,17-211-16,-18 0-15,18 159 16,0-177 0,-18 194-1,18-193 1,-17 69 0,17-87-16,0 0 15,17 35 1,1-53-16,0 0 15,70 17 1,-53-17 0,71-53-1,-71 18-15,-17 17 16,17-17-16</inkml:trace>
  <inkml:trace contextRef="#ctx0" brushRef="#br0" timeOffset="7607.53">30198 3722 0,'17'-35'32,"-17"17"-32,-17 71 0,52-124 31,-53 124 0,-17 53-15,35 0 15,106-89 0,-18-52 0,-105 159 1,-1-89-32,-17 88 31</inkml:trace>
  <inkml:trace contextRef="#ctx0" brushRef="#br0" timeOffset="8026.95">30145 4621 0,'35'-53'32,"-17"36"-32,70 17 31,-53 88 0,-35-17-15,-17-36-16,34 71 31,142-124 0,-124 0-31</inkml:trace>
  <inkml:trace contextRef="#ctx0" brushRef="#br0" timeOffset="8688.62">30762 3634 0,'0'17'0,"36"1"15,16 0 1,-34-18 0,106 0-1,-89 0-15,-18 0 16,72-18 0,-72 18-16,1-18 15,0 36 1,-1 0-16,-52 158 31,35-106-15,-53 266-1,53-283 1,-18 229 15,18-247-31,18 18 0,0 88 16,-18-123-1,17 88 17,-34-106-32,-19 52 31,-105-34 0,124-18-31,-36-35 31,35-53-15</inkml:trace>
  <inkml:trace contextRef="#ctx0" brushRef="#br0" timeOffset="9223.12">31362 4339 0,'53'0'15,"-35"18"-15,17-18 16,18 17-1,53 1 1,-89-18 0,36-35-1</inkml:trace>
  <inkml:trace contextRef="#ctx0" brushRef="#br0" timeOffset="9422.2">31591 4128 0,'18'0'0,"-18"17"15,-18 54 1,1-36-16,17-17 16,-18 158-1,18-88 16</inkml:trace>
  <inkml:trace contextRef="#ctx0" brushRef="#br0" timeOffset="10091.91">32262 3722 0,'0'-18'0,"0"36"0,-89-71 31,72 35-31,-1 18 0,-52-35 32,17 70-1,53 1-31,-53 193 31,35-53-15,18-105-16,18 211 31,-54-17 0,36-230-31,-17 88 32,34-123-32,72 18 31,-1-36-16,106-87 17,-177 87-32</inkml:trace>
  <inkml:trace contextRef="#ctx0" brushRef="#br0" timeOffset="10577.22">32703 3651 0,'17'-35'32,"-70"70"-1,18 18-16,35-18-15,0-17 16,-18 53 0,36-54-16,-18 1 15,35 17 1,-17-17 0,-18 35-1,-53 88 16,18-18 1</inkml:trace>
  <inkml:trace contextRef="#ctx0" brushRef="#br0" timeOffset="11622.18">32508 4621 0,'0'-17'0,"18"17"15,35-18 17,0 18-1,-71 53 0,-17-18-15,35-17-16,0 53 31,53 17 0,-53-71-31,0 72 31,-106-37 1,88-52-32,-34-70 31,52-1-31</inkml:trace>
  <inkml:trace contextRef="#ctx0" brushRef="#br0" timeOffset="12260.75">32932 3581 0,'0'17'16,"35"-34"15,18-1-15,-35 18-16,-1-18 15,54-17 1,-54 35-16,36 35 31,-53 89-15,0-54-16,0 1 16,-53 546 15,53-546-31,0-1 15,-17 195 1,17-212-16,0 141 31,0-159-31,0 1 16,0 34 0,0-52-1,-18-1 1,1-17-16,-36 0 31,-88-35 0,105 35-31,1-18 16,-124-52 0,124 52-16</inkml:trace>
  <inkml:trace contextRef="#ctx0" brushRef="#br0" timeOffset="12904.76">27975 6174 0,'36'-18'0,"105"-35"31,106 53 0,-159 35 1</inkml:trace>
  <inkml:trace contextRef="#ctx0" brushRef="#br0" timeOffset="13077.67">28363 5874 0,'-53'70'31,"106"-140"-31,-176 387 31,105-281-31,18 16 0,0 1 16,0 18 0</inkml:trace>
  <inkml:trace contextRef="#ctx0" brushRef="#br0" timeOffset="13780.95">29245 5556 0,'0'-17'0,"-53"-36"31,-123-18 0,35 54 1,88 34-17,35-17-15,18 18 16,-53 70-1,36-53-15,17 1 16,-18 405 15,18-71 1,0-211-17,0-124-15,0 0 16,-18 53-1,36-52 1,35-1 15,106-35 1,-124 0-32,53-18 31</inkml:trace>
  <inkml:trace contextRef="#ctx0" brushRef="#br0" timeOffset="14980.95">29774 5450 0,'0'-17'0,"18"-1"32,0 18-1,-36 0-31,-17 53 31,17-35-31,-17 35 16,17 0-1,54-1 17,-1-52-17,18 36 16,-124 158 1,54-159-32,17 0 0,-18 1 15,18-19-15</inkml:trace>
  <inkml:trace contextRef="#ctx0" brushRef="#br0" timeOffset="15462.51">29722 6191 0,'0'0'0,"-18"18"16,-53 88 15,54-71-15,-1 36-1,53-36 1,-35-18-16,71 36 31,-53-53-15,-1 18-16,-34 53 15,-1-36 1</inkml:trace>
  <inkml:trace contextRef="#ctx0" brushRef="#br0" timeOffset="16356.56">30110 5433 0,'17'-18'31,"19"18"-15,87 18 15,-52-36 0,-54 36-15,1-1-1,-36 125 1,18 140 15,0-123-15,0 87 15,0-104-15,0-107-16,18 0 15,-1 89 1,1-54 15,-18-52-15,-53-18 15,-35 0-15,17 0-1,-34-18 1,69-70 15,36 70-31</inkml:trace>
  <inkml:trace contextRef="#ctx0" brushRef="#br0" timeOffset="17042.29">30745 6174 0,'17'0'31,"19"17"-15,-19 1-16,124 0 31,-17-36-15</inkml:trace>
  <inkml:trace contextRef="#ctx0" brushRef="#br0" timeOffset="17254.03">30762 6050 0,'36'18'32,"-19"-1"-32,1-17 15,211 0 17</inkml:trace>
  <inkml:trace contextRef="#ctx0" brushRef="#br0" timeOffset="17949.62">31521 5609 0,'17'-17'31,"-52"69"0,-18 37-15,-35 105 15,88-18 0,18-158-31,-1-18 0,1 17 16,141-52 15,-142 35-31,36 0 16,-53 35 0,-70 159-1,52-158 1,0 87-1</inkml:trace>
  <inkml:trace contextRef="#ctx0" brushRef="#br0" timeOffset="18360.64">32032 5380 0,'18'0'15,"-18"18"-15,-18 176 31,-17-18-15,-36 124 15,54-230-15</inkml:trace>
  <inkml:trace contextRef="#ctx0" brushRef="#br0" timeOffset="18546.7">31856 6456 0,'17'0'47,"-34"-18"-16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10-02T07:40:30.4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25894 2187 0,'0'-17'16,"0"-1"15,-18 18 16,1 53-16,-1-18-15,18-17-16,-35 193 15,17-158 1,18 212-1,35-18 17,-17-212-17,17 177 1,-35-177 0,18 53-1</inkml:trace>
  <inkml:trace contextRef="#ctx0" brushRef="#br0" timeOffset="801.33">26194 2311 0,'17'-18'16,"1"18"0,0-18-16,-1 18 15,36-52 1,0-19 15,-18 0 0,-17 71 1,-18 142-1,-18-107-31,18 141 31,0-123-15</inkml:trace>
  <inkml:trace contextRef="#ctx0" brushRef="#br0" timeOffset="1440.48">26247 3104 0,'0'0'16,"35"0"-1,-35-17 1,18 17-16,-1-18 0,71-52 31,-70 52-15,35-53-1,-35 71 1,-18-17-16,17 34 16,1 1-1,-36 158 1,1-140-1,17 158 17,17-194-32,1 17 15</inkml:trace>
  <inkml:trace contextRef="#ctx0" brushRef="#br0" timeOffset="2415.1">27058 2223 0,'0'-18'15,"35"-17"17,-17 35-17,35 0 1,-35 0-1,17 17 1,-18 19 0,-69 52-1,52-53 1,-53 53 0,70-70-1,36 52 1,-35-52-1,35 0 1</inkml:trace>
  <inkml:trace contextRef="#ctx0" brushRef="#br0" timeOffset="2954.12">27164 2928 0,'35'-18'16,"53"36"15,-35 35 1,-53-35-32,-35 105 31,35 36 0,18-142-31,140-17 31,-140-17-31</inkml:trace>
  <inkml:trace contextRef="#ctx0" brushRef="#br0" timeOffset="4689.59">27993 2223 0,'0'-18'16,"18"18"15,34-18 0,-34 18-31,0 0 0,-1 0 16,36 0-1,-35 36 17,-53 52-1,35-71-16,17 1 17,54 17-1,-53 1 0,-18-19-31,-18 1 16,-70 52 15,52-70-31,1 18 16,17-18-16</inkml:trace>
  <inkml:trace contextRef="#ctx0" brushRef="#br0" timeOffset="5343.1">28240 2928 0,'0'0'0,"-18"18"31,1-1-15,-19 72 0,36 16 15,89-105 0,-1-17 0,-88 70-15,-36 105 15,54-122-15</inkml:trace>
  <inkml:trace contextRef="#ctx0" brushRef="#br0" timeOffset="5953.88">28822 2170 0,'0'-18'0,"-18"36"62,18-1-46,-17-17-16,-1 53 16,53-18 15,-17-35-15,-18 18-16,53-18 15,-35 18 1,-36 123 15,18-124-15,18 89-1</inkml:trace>
  <inkml:trace contextRef="#ctx0" brushRef="#br0" timeOffset="6469.94">28875 3069 0,'0'18'0,"-35"-1"15,-1 54 1,36-53 0,53 35-1,-35-36 1,0-17-16,70 18 31,-71-1-31,36 19 16,-53-19-1,-17 54 1,-1-53 0,0-1-16,-87 19 15,87-54 1</inkml:trace>
  <inkml:trace contextRef="#ctx0" brushRef="#br0" timeOffset="6658">28857 3069 0,'106'-17'32,"35"-19"-1</inkml:trace>
  <inkml:trace contextRef="#ctx0" brushRef="#br0" timeOffset="7261.2">29439 2223 0,'18'0'0,"-18"-18"0,0 0 31,18 1-15,-36 17-1,0 53 1,-17 52 15,53-69-15,-1-19 0,72 19-1,-72-36 1,36 35-1,-35-35 1,-18 53 0,-18-53-16,18 17 15,-70 19 1,17-54 0</inkml:trace>
  <inkml:trace contextRef="#ctx0" brushRef="#br0" timeOffset="7391.27">29492 2258 0,'18'-18'0,"-36"36"16,54-53-16,-19 35 0,89-18 16,-88 0-1,123 54 1</inkml:trace>
  <inkml:trace contextRef="#ctx0" brushRef="#br0" timeOffset="8017.86">29475 3104 0,'0'0'15,"70"-17"16,18 52 1,-70 53-1,-53-17 0,88-1 0,0 1 1,-36-71-32,-34 106 31,-36-71-15,-106-17 15,106-36-16</inkml:trace>
  <inkml:trace contextRef="#ctx0" brushRef="#br0" timeOffset="8774.57">30021 2046 0,'18'0'0,"17"-18"16,54 160 15,-72-89-15,36 335-1,-53-300-15,0 0 16,-18 229 0,1-246-16,-71 176 31,35-194-16</inkml:trace>
  <inkml:trace contextRef="#ctx0" brushRef="#br0" timeOffset="26103.03">27376 7514 0,'0'-17'0,"-18"-1"31,-17-17 0,17 52 0,-17 71 1,17-52-17,0 281 1,1 142 15,17-371-15,70 247-1,-34-300 1,-1 71 0</inkml:trace>
  <inkml:trace contextRef="#ctx0" brushRef="#br0" timeOffset="28563.82">27570 7761 0,'17'-18'31,"1"1"-15,70-71 15,-53 52-16,-17 19-15,0-1 16,35-35 0,-36 36-16,18-36 31,-17 53-15,-36 88 15,1 53-16,-1 71 17,36-177-32</inkml:trace>
  <inkml:trace contextRef="#ctx0" brushRef="#br0" timeOffset="29732.6">27711 8378 0,'17'-17'31,"72"17"1,-72 0-32,1 0 15,17 0 1,-17 35-1,-36 0 1,-17 71 15,35-88-31,0 0 16,35 34 0,53 1 15,-70-35-16,-36 35 1,-35 0 0,36-36-16,-1-17 15,-88 0 1,89-35-16,-1 18 16</inkml:trace>
  <inkml:trace contextRef="#ctx0" brushRef="#br0" timeOffset="31354.36">29051 7620 0,'0'-18'16,"18"18"15,0 0-31,34 0 32,19 18-1,-71 0-16,-18 17 1,18-17 0,-53 34-1,71-16 17,17-19-17,-17 1-15,35 35 31,-53-35-15,0-1-16,0 1 16,-106 70-1,88-70-15,-70-18 32</inkml:trace>
  <inkml:trace contextRef="#ctx0" brushRef="#br0" timeOffset="31915.88">29051 8573 0,'36'-18'31,"-19"18"-31,1-18 0,52-35 32,-52 36-32,88-72 31,-89 89-31,1 53 31,-53 318 0,35-230-15</inkml:trace>
  <inkml:trace contextRef="#ctx0" brushRef="#br0" timeOffset="36612.8">28557 7497 0,'18'0'0,"0"-18"31,-1 36 0,1-18-15,-18 17-1,18 1 1,-1 17 15,-34 36 1,-1-54-32,18 1 15,-53 70 1,18-53-1,17 36 1,18-53 0,18 17-1,-1-35-15,19 0 16,52-18 0,-71 18-1</inkml:trace>
  <inkml:trace contextRef="#ctx0" brushRef="#br0" timeOffset="37523.92">29845 7514 0,'0'18'31,"-18"-18"-15,1 53-1,-71 88 17,70-53-1,36-70-16,-1-18-15,1 0 16,70-36 0,-70 36-16,17 18 31,-53 53-15,1-36-16,17 0 15,-18 53 1,18-35-1</inkml:trace>
  <inkml:trace contextRef="#ctx0" brushRef="#br0" timeOffset="39652.21">28681 8273 0,'-35'17'32,"35"1"-17,-53 52 1,17-17 0,36-35-16,-17 17 15,-1-17 1,36 17-1,-1-35 1,1 0-16,0 0 16,52-17-1,-52 34 1,-1 54 0,-34-36-16,17 0 0,-18 89 31,36-89-16</inkml:trace>
  <inkml:trace contextRef="#ctx0" brushRef="#br0" timeOffset="40811.94">29774 8431 0,'0'-17'0,"18"-1"32,0 0-1,17 36 0,0 17 0,-17 18 1,-71 53-1,-18 35 0,54-123-31,70 70 31,17-70-15,-34-18-16,-19 0 16,18 0-16</inkml:trace>
  <inkml:trace contextRef="#ctx0" brushRef="#br0" timeOffset="42722.13">30462 7532 0,'-17'17'47,"-36"19"-16,18 17 0,35-36-15,35 19 15,53-19 0,-70-17-31,-1 18 0,19-1 32,-36 72-1,-71-19 0,-17-34 0,70-36-31,1-18 16,-19 0 0</inkml:trace>
  <inkml:trace contextRef="#ctx0" brushRef="#br0" timeOffset="42990.53">30445 7497 0,'0'0'0,"35"-36"16,53 36 15,89 36 0,-142-19-15</inkml:trace>
  <inkml:trace contextRef="#ctx0" brushRef="#br0" timeOffset="43702.31">30374 8343 0,'0'18'0,"-35"17"16,35-17 0,-71 70-1,71-70 1,0 35-1,71-18 32,-18-18-31,0 36 0,-53-35-1,17 0-15,-34 52 31,-1-35-15,0-35-16,1 18 0,-54-36 31,54 18-31,-1-17 0</inkml:trace>
  <inkml:trace contextRef="#ctx0" brushRef="#br0" timeOffset="43879.83">30339 8396 0,'70'-70'31,"-52"70"-31,-106 70 0,282-140 32,-159 70-32,-17 0 15,52 0 1</inkml:trace>
  <inkml:trace contextRef="#ctx0" brushRef="#br0" timeOffset="44546.86">30903 7391 0,'18'-18'16,"0"53"15,-1-17-31,-17 17 16,0 1-16,0 140 15,-17 71 1,-1-177-16,-17 301 31,-1-107-15,-105 19 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1602DF-15F3-32C0-5653-6D90AB1FB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89E2829-A2EB-A0B8-9D24-B702184B2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8BDF41A-F7A2-BC2E-41EC-BB4821CE8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84AB8C7-AD18-5607-F1B2-8C40A0CE2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7AF1726-35D9-FD5E-5C12-D217A859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18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28637A-34C6-73B1-391C-FF265FB65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11E504D-F2E5-1598-E291-0738C7870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3749D38-8C0B-C097-46D0-0B80C3ED4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E1D191A-3653-E3CF-09AD-E14DC522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9DA5198-1AB5-BA47-BD10-464CB152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53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AB6CA9-6017-1BB4-C7A5-9E8523E75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76CBD0B-AE8F-8891-DA0C-27BA7738F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CE7F4C8-FD06-2810-02ED-4A606545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9636688-92FB-4B59-9DA5-D7EF92DE8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43E7F61-CF74-3049-D3B4-B754669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3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C480C9-E84B-31BA-3980-33100EF0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5B5349B-CF62-7098-7C92-4C537CFAD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368CF0A-45A4-041B-3F03-CF280BEB7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8CEAE56-9768-897B-4215-ED7EB3FD6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6101A25-A12F-9B64-49FE-EE333FAC6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970E7B1-61BB-1B22-0FCD-E4C4A928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1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5799AF-B88F-5806-0DD6-D95151602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ED73DD2-A3A5-E727-BF42-F7DA13E01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41E614B-A3D4-8008-D9A2-F229ED049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C57D030-0197-E7ED-08C3-C33D60BAD3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F43D19C5-F422-DCA8-4038-4D7A5767F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0F17B82E-5F19-3938-C62A-E5C4235B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AD6BC148-9BC6-0443-5DA9-7A67BA6DA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AFB79212-7699-A36F-F17C-79ED8E8E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32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83CE33-DEA2-89D3-97FA-1FB927E18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10E8A875-A5B1-BC3F-0927-71FF2D22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5A0324E-86AE-37E2-FD9A-0705E8DE7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8D90914-47D5-E88E-EA6A-D48E389D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96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9CA187A-07CE-977E-139F-9D0FFEA42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7FA9A22-68D2-122F-DA41-4C27A55FA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ECF5902-CEAB-CAC9-F009-A530528C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8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1F03C0-2B50-8E6B-FAA2-6734A9AB1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5214E5B-208E-4AF8-FA54-A95393109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99585DA-6E3D-4DBC-95DA-6A7F787F0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881BF01-5019-5D49-451C-45FF56351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62FC2D1-0493-9FF9-0533-864BE4973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708C30A-182D-16AF-4A5B-CE5A9A60B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2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8FB8336-170D-0819-3530-9E6A4AE2B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57F1CA56-81DC-24E7-1B55-34A8A0745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45419A6-ED03-F31E-5FE1-B711EDF5E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A04958D-4DDA-B584-F89A-CADEB31A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2D245F7-8EE8-30B8-A74D-DE3382BE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1238774-2E6A-07D0-0C00-FA78B387B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3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39443D6-928A-11E8-1FAA-A0B4D4590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AB6E564-68E6-5EA4-8EB0-CC7DE0374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3D87FEC-D3B9-0DF8-846D-96439A920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F8BE2A5-C9D3-B18C-9AF8-51D69A0C0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5A9DEFC-3B85-3032-7B02-04D9EBD8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0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412E531-2E63-09A6-C9BE-3F5788E9AD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065717D-9B83-1C7E-9B01-F8D039B13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E597EC6-3583-B563-9781-B1581A6E1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A926738-9B75-8892-939C-92723952F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769B65D-3E3D-99AC-B2FF-3044441B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78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F8B978D-FA44-7AF9-70F1-C017155AC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6081B83-5207-C25E-2F28-A86BBB0C1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09C408E-2C7B-7DC2-4B53-7779A2F68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0A4B1-F21E-453D-88CF-09F3B6FB3837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36747BD-7C08-B3AC-62C1-6B51B0F5C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B6C2DEE-2D49-2863-B539-E61103EB4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2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0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6.png"/><Relationship Id="rId7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23.png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customXml" Target="../ink/ink1.xml"/><Relationship Id="rId4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0.png"/><Relationship Id="rId4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26.png"/><Relationship Id="rId7" Type="http://schemas.openxmlformats.org/officeDocument/2006/relationships/image" Target="../media/image28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4" Type="http://schemas.openxmlformats.org/officeDocument/2006/relationships/image" Target="../media/image27.png"/><Relationship Id="rId9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0.png"/><Relationship Id="rId4" Type="http://schemas.openxmlformats.org/officeDocument/2006/relationships/image" Target="../media/image35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customXml" Target="../ink/ink3.xml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8665C47E-93F0-9AC2-21F4-50FBE16E13C5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</p:spTree>
    <p:extLst>
      <p:ext uri="{BB962C8B-B14F-4D97-AF65-F5344CB8AC3E}">
        <p14:creationId xmlns:p14="http://schemas.microsoft.com/office/powerpoint/2010/main" val="3325289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77AA3-B819-F4C0-582B-2126C9D9D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F720F7F8-B542-4163-DDE7-7DC95F13E78F}"/>
              </a:ext>
            </a:extLst>
          </p:cNvPr>
          <p:cNvSpPr txBox="1"/>
          <p:nvPr/>
        </p:nvSpPr>
        <p:spPr>
          <a:xfrm>
            <a:off x="176470" y="785277"/>
            <a:ext cx="96457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– two (three) types of special numbers that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were studied by James Stirling.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36C80271-6245-0BF9-AF21-F2C317C16ADC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</p:spTree>
    <p:extLst>
      <p:ext uri="{BB962C8B-B14F-4D97-AF65-F5344CB8AC3E}">
        <p14:creationId xmlns:p14="http://schemas.microsoft.com/office/powerpoint/2010/main" val="1022191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44AEC-0364-439D-8499-4EC87C593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58A280AA-1C67-41E9-1FA4-CC9DB41B2DAB}"/>
              </a:ext>
            </a:extLst>
          </p:cNvPr>
          <p:cNvSpPr txBox="1"/>
          <p:nvPr/>
        </p:nvSpPr>
        <p:spPr>
          <a:xfrm>
            <a:off x="176470" y="1616274"/>
            <a:ext cx="9478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denoted by the symbols: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B24617B9-7192-67F9-3BA8-07C36580EEC8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94E2BBBA-A410-181E-D6A2-EBFECB6B8D63}"/>
              </a:ext>
            </a:extLst>
          </p:cNvPr>
          <p:cNvSpPr txBox="1"/>
          <p:nvPr/>
        </p:nvSpPr>
        <p:spPr>
          <a:xfrm>
            <a:off x="176470" y="785277"/>
            <a:ext cx="96457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– two (three) types of special numbers that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were studied by James Stirling.</a:t>
            </a:r>
          </a:p>
        </p:txBody>
      </p:sp>
    </p:spTree>
    <p:extLst>
      <p:ext uri="{BB962C8B-B14F-4D97-AF65-F5344CB8AC3E}">
        <p14:creationId xmlns:p14="http://schemas.microsoft.com/office/powerpoint/2010/main" val="2596149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BE59B-8398-09F0-C6E6-DCD693687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CD1F04A-3F4B-87FA-2901-EDAA8FA76EAF}"/>
                  </a:ext>
                </a:extLst>
              </p:cNvPr>
              <p:cNvSpPr txBox="1"/>
              <p:nvPr/>
            </p:nvSpPr>
            <p:spPr>
              <a:xfrm>
                <a:off x="176470" y="2077939"/>
                <a:ext cx="11839060" cy="7248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CD1F04A-3F4B-87FA-2901-EDAA8FA76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77939"/>
                <a:ext cx="11839060" cy="7248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AAA9DBB6-121D-ECCB-5C04-D925AA6A3F7E}"/>
                  </a:ext>
                </a:extLst>
              </p:cNvPr>
              <p:cNvSpPr txBox="1"/>
              <p:nvPr/>
            </p:nvSpPr>
            <p:spPr>
              <a:xfrm>
                <a:off x="176470" y="2802753"/>
                <a:ext cx="44089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read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as: „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cycles”)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AAA9DBB6-121D-ECCB-5C04-D925AA6A3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802753"/>
                <a:ext cx="4408964" cy="461665"/>
              </a:xfrm>
              <a:prstGeom prst="rect">
                <a:avLst/>
              </a:prstGeom>
              <a:blipFill>
                <a:blip r:embed="rId3"/>
                <a:stretch>
                  <a:fillRect l="-2213" t="-11842" r="-1660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8113D0CD-06D9-9A67-7585-807B2DEF810A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397DF7CE-6609-33A5-6BAC-D8A5BD5D760E}"/>
              </a:ext>
            </a:extLst>
          </p:cNvPr>
          <p:cNvSpPr txBox="1"/>
          <p:nvPr/>
        </p:nvSpPr>
        <p:spPr>
          <a:xfrm>
            <a:off x="176470" y="1616274"/>
            <a:ext cx="9478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denoted by the symbols: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A838C09D-036B-F648-C5EE-EBCDF9CEC2C7}"/>
              </a:ext>
            </a:extLst>
          </p:cNvPr>
          <p:cNvSpPr txBox="1"/>
          <p:nvPr/>
        </p:nvSpPr>
        <p:spPr>
          <a:xfrm>
            <a:off x="176470" y="785277"/>
            <a:ext cx="96457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– two (three) types of special numbers that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were studied by James Stirling.</a:t>
            </a:r>
          </a:p>
        </p:txBody>
      </p:sp>
    </p:spTree>
    <p:extLst>
      <p:ext uri="{BB962C8B-B14F-4D97-AF65-F5344CB8AC3E}">
        <p14:creationId xmlns:p14="http://schemas.microsoft.com/office/powerpoint/2010/main" val="1538154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BC9D8-D3D9-D2B3-138D-AFAA7F8B0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EE3D012-B82B-9279-EFD5-63682B27335B}"/>
                  </a:ext>
                </a:extLst>
              </p:cNvPr>
              <p:cNvSpPr txBox="1"/>
              <p:nvPr/>
            </p:nvSpPr>
            <p:spPr>
              <a:xfrm>
                <a:off x="176470" y="2077939"/>
                <a:ext cx="11839060" cy="7248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EE3D012-B82B-9279-EFD5-63682B2733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77939"/>
                <a:ext cx="11839060" cy="7248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64960250-837D-0670-8DDD-0D82A76162EA}"/>
                  </a:ext>
                </a:extLst>
              </p:cNvPr>
              <p:cNvSpPr txBox="1"/>
              <p:nvPr/>
            </p:nvSpPr>
            <p:spPr>
              <a:xfrm>
                <a:off x="176470" y="2802753"/>
                <a:ext cx="105621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read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as: „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cycles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”)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 defined by the recurrence 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64960250-837D-0670-8DDD-0D82A76162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802753"/>
                <a:ext cx="10562122" cy="461665"/>
              </a:xfrm>
              <a:prstGeom prst="rect">
                <a:avLst/>
              </a:prstGeom>
              <a:blipFill>
                <a:blip r:embed="rId3"/>
                <a:stretch>
                  <a:fillRect l="-92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1CA702AA-7FAD-0602-A492-FE7EF21A8202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03A3DD2D-E173-19A3-2FD6-20F07BD67C2B}"/>
              </a:ext>
            </a:extLst>
          </p:cNvPr>
          <p:cNvSpPr txBox="1"/>
          <p:nvPr/>
        </p:nvSpPr>
        <p:spPr>
          <a:xfrm>
            <a:off x="176470" y="1616274"/>
            <a:ext cx="9478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denoted by the symbols: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8881C1A1-B76A-6AD4-7662-C0BACC1B5A20}"/>
              </a:ext>
            </a:extLst>
          </p:cNvPr>
          <p:cNvSpPr txBox="1"/>
          <p:nvPr/>
        </p:nvSpPr>
        <p:spPr>
          <a:xfrm>
            <a:off x="176470" y="785277"/>
            <a:ext cx="96457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– two (three) types of special numbers that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were studied by James Stirling.</a:t>
            </a:r>
          </a:p>
        </p:txBody>
      </p:sp>
    </p:spTree>
    <p:extLst>
      <p:ext uri="{BB962C8B-B14F-4D97-AF65-F5344CB8AC3E}">
        <p14:creationId xmlns:p14="http://schemas.microsoft.com/office/powerpoint/2010/main" val="1967217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6C3A0-C10C-3482-C387-CE88E9844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A0A8F024-75ED-1565-C852-D071CA734719}"/>
                  </a:ext>
                </a:extLst>
              </p:cNvPr>
              <p:cNvSpPr txBox="1"/>
              <p:nvPr/>
            </p:nvSpPr>
            <p:spPr>
              <a:xfrm>
                <a:off x="176470" y="2077939"/>
                <a:ext cx="11839060" cy="7248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A0A8F024-75ED-1565-C852-D071CA734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77939"/>
                <a:ext cx="11839060" cy="7248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72703DB0-2A3A-DA77-BA95-52261CA1870C}"/>
                  </a:ext>
                </a:extLst>
              </p:cNvPr>
              <p:cNvSpPr txBox="1"/>
              <p:nvPr/>
            </p:nvSpPr>
            <p:spPr>
              <a:xfrm>
                <a:off x="176470" y="3238967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72703DB0-2A3A-DA77-BA95-52261CA18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238967"/>
                <a:ext cx="11839060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050C31C2-FF48-458D-43F0-4123AC706242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A5CAB5C6-517F-933E-F201-BF6CF56198B2}"/>
              </a:ext>
            </a:extLst>
          </p:cNvPr>
          <p:cNvSpPr txBox="1"/>
          <p:nvPr/>
        </p:nvSpPr>
        <p:spPr>
          <a:xfrm>
            <a:off x="176470" y="1616274"/>
            <a:ext cx="9478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denoted by the symbols: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2F72EC8D-C2E9-BACC-5412-F49B9290AE32}"/>
              </a:ext>
            </a:extLst>
          </p:cNvPr>
          <p:cNvSpPr txBox="1"/>
          <p:nvPr/>
        </p:nvSpPr>
        <p:spPr>
          <a:xfrm>
            <a:off x="176470" y="785277"/>
            <a:ext cx="96457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– two (three) types of special numbers that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were studied by James Stirling.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A6C4E1B3-14FF-F7CB-896E-D294C890EA9F}"/>
                  </a:ext>
                </a:extLst>
              </p:cNvPr>
              <p:cNvSpPr txBox="1"/>
              <p:nvPr/>
            </p:nvSpPr>
            <p:spPr>
              <a:xfrm>
                <a:off x="176470" y="2802753"/>
                <a:ext cx="105621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read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as: „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cycles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”)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 defined by the recurrence 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A6C4E1B3-14FF-F7CB-896E-D294C890E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802753"/>
                <a:ext cx="10562122" cy="461665"/>
              </a:xfrm>
              <a:prstGeom prst="rect">
                <a:avLst/>
              </a:prstGeom>
              <a:blipFill>
                <a:blip r:embed="rId4"/>
                <a:stretch>
                  <a:fillRect l="-92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6773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01365-69CD-CC4F-1422-0284D145C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8BCB6C6-8B66-675C-85A9-D2008EDB236B}"/>
                  </a:ext>
                </a:extLst>
              </p:cNvPr>
              <p:cNvSpPr txBox="1"/>
              <p:nvPr/>
            </p:nvSpPr>
            <p:spPr>
              <a:xfrm>
                <a:off x="176470" y="2077939"/>
                <a:ext cx="11839060" cy="7248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8BCB6C6-8B66-675C-85A9-D2008EDB23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77939"/>
                <a:ext cx="11839060" cy="7248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00B85515-E182-B4FF-7B25-67F179E69725}"/>
                  </a:ext>
                </a:extLst>
              </p:cNvPr>
              <p:cNvSpPr txBox="1"/>
              <p:nvPr/>
            </p:nvSpPr>
            <p:spPr>
              <a:xfrm>
                <a:off x="176470" y="3238967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00B85515-E182-B4FF-7B25-67F179E697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238967"/>
                <a:ext cx="11839060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94064475-29E0-02D9-4948-E4ECF68078D2}"/>
              </a:ext>
            </a:extLst>
          </p:cNvPr>
          <p:cNvSpPr txBox="1"/>
          <p:nvPr/>
        </p:nvSpPr>
        <p:spPr>
          <a:xfrm>
            <a:off x="176470" y="4035082"/>
            <a:ext cx="12682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A0A0C507-DE8B-FFD6-ED23-5BB4BB47C822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536A2ECE-5418-6924-B66C-F02D238695A5}"/>
              </a:ext>
            </a:extLst>
          </p:cNvPr>
          <p:cNvSpPr txBox="1"/>
          <p:nvPr/>
        </p:nvSpPr>
        <p:spPr>
          <a:xfrm>
            <a:off x="176470" y="1616274"/>
            <a:ext cx="9478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denoted by the symbols: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BACC49BB-7D1F-F7FC-D6F5-7E2626125E02}"/>
              </a:ext>
            </a:extLst>
          </p:cNvPr>
          <p:cNvSpPr txBox="1"/>
          <p:nvPr/>
        </p:nvSpPr>
        <p:spPr>
          <a:xfrm>
            <a:off x="176470" y="785277"/>
            <a:ext cx="96457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– two (three) types of special numbers that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were studied by James Stirling.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21AD6BC2-832B-5456-AC27-368DA129C41C}"/>
                  </a:ext>
                </a:extLst>
              </p:cNvPr>
              <p:cNvSpPr txBox="1"/>
              <p:nvPr/>
            </p:nvSpPr>
            <p:spPr>
              <a:xfrm>
                <a:off x="176470" y="2802753"/>
                <a:ext cx="105621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read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as: „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cycles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”)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 defined by the recurrence 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21AD6BC2-832B-5456-AC27-368DA129C4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802753"/>
                <a:ext cx="10562122" cy="461665"/>
              </a:xfrm>
              <a:prstGeom prst="rect">
                <a:avLst/>
              </a:prstGeom>
              <a:blipFill>
                <a:blip r:embed="rId4"/>
                <a:stretch>
                  <a:fillRect l="-92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9156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33261-9AC5-B60E-B537-4BE5CEE9F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AD047E1-E191-158B-619B-607CE1C63E66}"/>
                  </a:ext>
                </a:extLst>
              </p:cNvPr>
              <p:cNvSpPr txBox="1"/>
              <p:nvPr/>
            </p:nvSpPr>
            <p:spPr>
              <a:xfrm>
                <a:off x="176470" y="2077939"/>
                <a:ext cx="11839060" cy="7248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𝑠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AD047E1-E191-158B-619B-607CE1C63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77939"/>
                <a:ext cx="11839060" cy="7248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FD947A2-796E-DD5A-3E24-DB9AE988E69C}"/>
                  </a:ext>
                </a:extLst>
              </p:cNvPr>
              <p:cNvSpPr txBox="1"/>
              <p:nvPr/>
            </p:nvSpPr>
            <p:spPr>
              <a:xfrm>
                <a:off x="176470" y="3238967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FD947A2-796E-DD5A-3E24-DB9AE988E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238967"/>
                <a:ext cx="11839060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C80866BC-2E71-3CCA-72ED-E7EEDE5DC80C}"/>
                  </a:ext>
                </a:extLst>
              </p:cNvPr>
              <p:cNvSpPr txBox="1"/>
              <p:nvPr/>
            </p:nvSpPr>
            <p:spPr>
              <a:xfrm>
                <a:off x="176470" y="4496747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0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0 </m:t>
                      </m:r>
                      <m:r>
                        <m:rPr>
                          <m:sty m:val="p"/>
                        </m:rP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for</m:t>
                      </m:r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&gt;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C80866BC-2E71-3CCA-72ED-E7EEDE5DC8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496747"/>
                <a:ext cx="11839060" cy="7961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88D28FBC-D796-5DAA-635E-5A76E67CC969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7290A810-2E44-28BB-1C75-9259CDCD70D2}"/>
              </a:ext>
            </a:extLst>
          </p:cNvPr>
          <p:cNvSpPr txBox="1"/>
          <p:nvPr/>
        </p:nvSpPr>
        <p:spPr>
          <a:xfrm>
            <a:off x="176470" y="4035082"/>
            <a:ext cx="12682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3676E81F-F27D-46C6-73E4-800ABD4A21D0}"/>
              </a:ext>
            </a:extLst>
          </p:cNvPr>
          <p:cNvSpPr txBox="1"/>
          <p:nvPr/>
        </p:nvSpPr>
        <p:spPr>
          <a:xfrm>
            <a:off x="176470" y="1616274"/>
            <a:ext cx="9478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denoted by the symbols:</a:t>
            </a: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46BC213E-3A34-755F-FD63-F8315ED42893}"/>
              </a:ext>
            </a:extLst>
          </p:cNvPr>
          <p:cNvSpPr txBox="1"/>
          <p:nvPr/>
        </p:nvSpPr>
        <p:spPr>
          <a:xfrm>
            <a:off x="176470" y="785277"/>
            <a:ext cx="96457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– two (three) types of special numbers that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were studied by James Stirling.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336724EB-2245-29CE-AA69-AF8E8E2E7955}"/>
                  </a:ext>
                </a:extLst>
              </p:cNvPr>
              <p:cNvSpPr txBox="1"/>
              <p:nvPr/>
            </p:nvSpPr>
            <p:spPr>
              <a:xfrm>
                <a:off x="176470" y="2802753"/>
                <a:ext cx="105621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read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as: „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cycles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”)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 defined by the recurrence 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336724EB-2245-29CE-AA69-AF8E8E2E7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802753"/>
                <a:ext cx="10562122" cy="461665"/>
              </a:xfrm>
              <a:prstGeom prst="rect">
                <a:avLst/>
              </a:prstGeom>
              <a:blipFill>
                <a:blip r:embed="rId5"/>
                <a:stretch>
                  <a:fillRect l="-92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8006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AC5E9-4918-B179-C7F4-0CF9766C2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7E9CC364-AE26-7C2C-C6AC-67758FD60D86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606628" cy="543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7E9CC364-AE26-7C2C-C6AC-67758FD60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606628" cy="543610"/>
              </a:xfrm>
              <a:prstGeom prst="rect">
                <a:avLst/>
              </a:prstGeom>
              <a:blipFill>
                <a:blip r:embed="rId2"/>
                <a:stretch>
                  <a:fillRect l="-2703" t="-4494" b="-14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735A18A0-E13F-EE10-84EB-09031A0302C1}"/>
                  </a:ext>
                </a:extLst>
              </p:cNvPr>
              <p:cNvSpPr txBox="1"/>
              <p:nvPr/>
            </p:nvSpPr>
            <p:spPr>
              <a:xfrm>
                <a:off x="7874107" y="618051"/>
                <a:ext cx="4317893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735A18A0-E13F-EE10-84EB-09031A030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107" y="618051"/>
                <a:ext cx="4317893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E6AFAC42-979F-1BD3-5DE8-7F017DBE0E6C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</p:spTree>
    <p:extLst>
      <p:ext uri="{BB962C8B-B14F-4D97-AF65-F5344CB8AC3E}">
        <p14:creationId xmlns:p14="http://schemas.microsoft.com/office/powerpoint/2010/main" val="209848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1120E-442A-9AF1-7D26-E56990C68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DB44ABE8-CFE3-F38E-729E-8C1FB2F64DBF}"/>
                  </a:ext>
                </a:extLst>
              </p:cNvPr>
              <p:cNvSpPr txBox="1"/>
              <p:nvPr/>
            </p:nvSpPr>
            <p:spPr>
              <a:xfrm>
                <a:off x="7874107" y="618051"/>
                <a:ext cx="4317893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DB44ABE8-CFE3-F38E-729E-8C1FB2F64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107" y="618051"/>
                <a:ext cx="4317893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A4C7ED49-EF3D-FD2F-CACE-97B1568BDB54}"/>
              </a:ext>
            </a:extLst>
          </p:cNvPr>
          <p:cNvSpPr txBox="1"/>
          <p:nvPr/>
        </p:nvSpPr>
        <p:spPr>
          <a:xfrm>
            <a:off x="176470" y="1327028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81D41301-2E6F-3F4A-9801-0B461416931A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571746A-92F8-6B07-9587-EDB768AD2049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606628" cy="543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571746A-92F8-6B07-9587-EDB768AD2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606628" cy="543610"/>
              </a:xfrm>
              <a:prstGeom prst="rect">
                <a:avLst/>
              </a:prstGeom>
              <a:blipFill>
                <a:blip r:embed="rId4"/>
                <a:stretch>
                  <a:fillRect l="-2703" t="-4494" b="-14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5308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B9BAD-60D3-A556-F9DE-4FBF119F0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B1B4DF8F-B41F-9256-41D1-31AD0A9D83D7}"/>
                  </a:ext>
                </a:extLst>
              </p:cNvPr>
              <p:cNvSpPr txBox="1"/>
              <p:nvPr/>
            </p:nvSpPr>
            <p:spPr>
              <a:xfrm>
                <a:off x="7874107" y="618051"/>
                <a:ext cx="4317893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B1B4DF8F-B41F-9256-41D1-31AD0A9D83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107" y="618051"/>
                <a:ext cx="4317893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689F6A4-7B65-8C0C-6D5F-7EA254CF5DE2}"/>
                  </a:ext>
                </a:extLst>
              </p:cNvPr>
              <p:cNvSpPr txBox="1"/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689F6A4-7B65-8C0C-6D5F-7EA254CF5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3AEA9AE2-562C-B434-10B2-8770373D83DF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7CD4127F-8FBC-EC19-BC12-90CF0DE0B0EB}"/>
              </a:ext>
            </a:extLst>
          </p:cNvPr>
          <p:cNvSpPr txBox="1"/>
          <p:nvPr/>
        </p:nvSpPr>
        <p:spPr>
          <a:xfrm>
            <a:off x="176470" y="1327028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A91A4448-A587-8507-BA35-90CA2C932475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606628" cy="543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A91A4448-A587-8507-BA35-90CA2C9324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606628" cy="543610"/>
              </a:xfrm>
              <a:prstGeom prst="rect">
                <a:avLst/>
              </a:prstGeom>
              <a:blipFill>
                <a:blip r:embed="rId5"/>
                <a:stretch>
                  <a:fillRect l="-2703" t="-4494" b="-14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2631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3B04B-3895-3436-D3CF-410A12C52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7CFCE2A7-89D7-DEC7-786F-7A9EC4E76DF9}"/>
                  </a:ext>
                </a:extLst>
              </p:cNvPr>
              <p:cNvSpPr txBox="1"/>
              <p:nvPr/>
            </p:nvSpPr>
            <p:spPr>
              <a:xfrm>
                <a:off x="7874107" y="618051"/>
                <a:ext cx="4317893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7CFCE2A7-89D7-DEC7-786F-7A9EC4E76D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107" y="618051"/>
                <a:ext cx="4317893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6090A9D-F6A7-9816-2793-EE9280A481C8}"/>
                  </a:ext>
                </a:extLst>
              </p:cNvPr>
              <p:cNvSpPr txBox="1"/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6090A9D-F6A7-9816-2793-EE9280A48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FA38E5FF-C39E-913B-47ED-FBE55130F463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AEABBC83-BA79-09CB-1453-0F9CB402E8D5}"/>
              </a:ext>
            </a:extLst>
          </p:cNvPr>
          <p:cNvSpPr txBox="1"/>
          <p:nvPr/>
        </p:nvSpPr>
        <p:spPr>
          <a:xfrm>
            <a:off x="176470" y="1327028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F5EA9992-1A6C-D84F-771B-4215B81A4E57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606628" cy="543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F5EA9992-1A6C-D84F-771B-4215B81A4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606628" cy="543610"/>
              </a:xfrm>
              <a:prstGeom prst="rect">
                <a:avLst/>
              </a:prstGeom>
              <a:blipFill>
                <a:blip r:embed="rId5"/>
                <a:stretch>
                  <a:fillRect l="-2703" t="-4494" b="-14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627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84C41-C104-AC7D-1A69-0898419CE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60509D2-BF9D-EBC8-C09A-D04E905E2F94}"/>
                  </a:ext>
                </a:extLst>
              </p:cNvPr>
              <p:cNvSpPr txBox="1"/>
              <p:nvPr/>
            </p:nvSpPr>
            <p:spPr>
              <a:xfrm>
                <a:off x="7874107" y="618051"/>
                <a:ext cx="4317893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60509D2-BF9D-EBC8-C09A-D04E905E2F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107" y="618051"/>
                <a:ext cx="4317893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D151241-DA65-E59C-73ED-450BA1E6D946}"/>
                  </a:ext>
                </a:extLst>
              </p:cNvPr>
              <p:cNvSpPr txBox="1"/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D151241-DA65-E59C-73ED-450BA1E6D9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AC82056E-BF55-6459-3EF1-AF04BED22558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D6899675-0406-A90E-9717-1EAFCD1AF696}"/>
              </a:ext>
            </a:extLst>
          </p:cNvPr>
          <p:cNvSpPr txBox="1"/>
          <p:nvPr/>
        </p:nvSpPr>
        <p:spPr>
          <a:xfrm>
            <a:off x="176470" y="1327028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ACCEF29B-DBD4-FC2F-C476-87489798B6EA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606628" cy="543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ACCEF29B-DBD4-FC2F-C476-87489798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606628" cy="543610"/>
              </a:xfrm>
              <a:prstGeom prst="rect">
                <a:avLst/>
              </a:prstGeom>
              <a:blipFill>
                <a:blip r:embed="rId5"/>
                <a:stretch>
                  <a:fillRect l="-2703" t="-4494" b="-14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1329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CC9ED-2788-A7B3-CEB5-35D0CBADC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59206DD5-7C40-CDDE-DB96-8DF0FDECDC52}"/>
                  </a:ext>
                </a:extLst>
              </p:cNvPr>
              <p:cNvSpPr txBox="1"/>
              <p:nvPr/>
            </p:nvSpPr>
            <p:spPr>
              <a:xfrm>
                <a:off x="7874107" y="618051"/>
                <a:ext cx="4317893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59206DD5-7C40-CDDE-DB96-8DF0FDECD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107" y="618051"/>
                <a:ext cx="4317893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BF1151BB-00F0-AA44-6F7F-C927E6729BB0}"/>
                  </a:ext>
                </a:extLst>
              </p:cNvPr>
              <p:cNvSpPr txBox="1"/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BF1151BB-00F0-AA44-6F7F-C927E6729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37AD5A8C-2C4E-89D2-0321-0523217FD6BD}"/>
                  </a:ext>
                </a:extLst>
              </p:cNvPr>
              <p:cNvSpPr txBox="1"/>
              <p:nvPr/>
            </p:nvSpPr>
            <p:spPr>
              <a:xfrm>
                <a:off x="176470" y="2707470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37AD5A8C-2C4E-89D2-0321-0523217FD6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707470"/>
                <a:ext cx="11839060" cy="7961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B556474A-8669-1183-F3E0-6A187328E147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2E6B1D53-E531-E21A-C834-029245761BB5}"/>
              </a:ext>
            </a:extLst>
          </p:cNvPr>
          <p:cNvSpPr txBox="1"/>
          <p:nvPr/>
        </p:nvSpPr>
        <p:spPr>
          <a:xfrm>
            <a:off x="176470" y="1327028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5CAEB073-E237-9101-34AF-42E0282395D8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606628" cy="543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5CAEB073-E237-9101-34AF-42E028239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606628" cy="543610"/>
              </a:xfrm>
              <a:prstGeom prst="rect">
                <a:avLst/>
              </a:prstGeom>
              <a:blipFill>
                <a:blip r:embed="rId6"/>
                <a:stretch>
                  <a:fillRect l="-2703" t="-4494" b="-14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87158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66EDF-32DD-4728-9F2C-911018572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131963D5-2F82-E0AC-5DC7-96AB76B33F83}"/>
                  </a:ext>
                </a:extLst>
              </p:cNvPr>
              <p:cNvSpPr txBox="1"/>
              <p:nvPr/>
            </p:nvSpPr>
            <p:spPr>
              <a:xfrm>
                <a:off x="7874107" y="618051"/>
                <a:ext cx="4317893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131963D5-2F82-E0AC-5DC7-96AB76B33F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107" y="618051"/>
                <a:ext cx="4317893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48B63CF5-EA69-C49B-C9A9-7B4AC86BAC23}"/>
                  </a:ext>
                </a:extLst>
              </p:cNvPr>
              <p:cNvSpPr txBox="1"/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48B63CF5-EA69-C49B-C9A9-7B4AC86BA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B0932B6F-7497-059C-EBAA-6CC4297503A2}"/>
                  </a:ext>
                </a:extLst>
              </p:cNvPr>
              <p:cNvSpPr txBox="1"/>
              <p:nvPr/>
            </p:nvSpPr>
            <p:spPr>
              <a:xfrm>
                <a:off x="176470" y="2707470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B0932B6F-7497-059C-EBAA-6CC429750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707470"/>
                <a:ext cx="11839060" cy="7961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E1E4DDF5-6743-0492-6C0D-D27F499D8CB2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D9B8FE48-8E1F-8F89-4A75-42E2FC684D0F}"/>
              </a:ext>
            </a:extLst>
          </p:cNvPr>
          <p:cNvSpPr txBox="1"/>
          <p:nvPr/>
        </p:nvSpPr>
        <p:spPr>
          <a:xfrm>
            <a:off x="176470" y="1327028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EA518BCC-D426-3615-CE8B-6026DACCCC08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606628" cy="543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EA518BCC-D426-3615-CE8B-6026DACCC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606628" cy="543610"/>
              </a:xfrm>
              <a:prstGeom prst="rect">
                <a:avLst/>
              </a:prstGeom>
              <a:blipFill>
                <a:blip r:embed="rId6"/>
                <a:stretch>
                  <a:fillRect l="-2703" t="-4494" b="-14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1994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EBC92-D8EA-D898-D90F-1652841DE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BD7B4C37-A289-0C40-8F7B-E17B83299A07}"/>
                  </a:ext>
                </a:extLst>
              </p:cNvPr>
              <p:cNvSpPr txBox="1"/>
              <p:nvPr/>
            </p:nvSpPr>
            <p:spPr>
              <a:xfrm>
                <a:off x="7874107" y="618051"/>
                <a:ext cx="4317893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BD7B4C37-A289-0C40-8F7B-E17B83299A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107" y="618051"/>
                <a:ext cx="4317893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CC097DB4-3BD6-BBEF-01F9-DBBABB222B76}"/>
                  </a:ext>
                </a:extLst>
              </p:cNvPr>
              <p:cNvSpPr txBox="1"/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CC097DB4-3BD6-BBEF-01F9-DBBABB222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3C69ECAC-A6A1-E8A6-E55B-D0A4D2BF0656}"/>
                  </a:ext>
                </a:extLst>
              </p:cNvPr>
              <p:cNvSpPr txBox="1"/>
              <p:nvPr/>
            </p:nvSpPr>
            <p:spPr>
              <a:xfrm>
                <a:off x="176470" y="2707470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3C69ECAC-A6A1-E8A6-E55B-D0A4D2BF0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707470"/>
                <a:ext cx="11839060" cy="7961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EF8426D7-B30F-DCD1-EB89-6B7D87CCF127}"/>
                  </a:ext>
                </a:extLst>
              </p:cNvPr>
              <p:cNvSpPr txBox="1"/>
              <p:nvPr/>
            </p:nvSpPr>
            <p:spPr>
              <a:xfrm>
                <a:off x="176470" y="3503585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EF8426D7-B30F-DCD1-EB89-6B7D87CCF1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503585"/>
                <a:ext cx="11839060" cy="79611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83987E29-B482-21F5-1B70-C58BDEF204C7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83249060-AB8C-CDB8-2A61-AA8DD8F3F345}"/>
              </a:ext>
            </a:extLst>
          </p:cNvPr>
          <p:cNvSpPr txBox="1"/>
          <p:nvPr/>
        </p:nvSpPr>
        <p:spPr>
          <a:xfrm>
            <a:off x="176470" y="1327028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434D02CB-DECF-5097-C0C2-13F979CC2EFE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606628" cy="543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434D02CB-DECF-5097-C0C2-13F979CC2E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606628" cy="543610"/>
              </a:xfrm>
              <a:prstGeom prst="rect">
                <a:avLst/>
              </a:prstGeom>
              <a:blipFill>
                <a:blip r:embed="rId7"/>
                <a:stretch>
                  <a:fillRect l="-2703" t="-4494" b="-14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86995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035B1-2457-5CE0-C759-F2348E7ED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67FC2BC2-74E6-30B2-318F-96F4C4AC062B}"/>
                  </a:ext>
                </a:extLst>
              </p:cNvPr>
              <p:cNvSpPr txBox="1"/>
              <p:nvPr/>
            </p:nvSpPr>
            <p:spPr>
              <a:xfrm>
                <a:off x="7874107" y="618051"/>
                <a:ext cx="4317893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67FC2BC2-74E6-30B2-318F-96F4C4AC06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107" y="618051"/>
                <a:ext cx="4317893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B8581D07-172A-0BAB-7824-FDB172D7BEC2}"/>
                  </a:ext>
                </a:extLst>
              </p:cNvPr>
              <p:cNvSpPr txBox="1"/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B8581D07-172A-0BAB-7824-FDB172D7B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6D9558B1-BF00-59D4-DF95-996F900520F9}"/>
                  </a:ext>
                </a:extLst>
              </p:cNvPr>
              <p:cNvSpPr txBox="1"/>
              <p:nvPr/>
            </p:nvSpPr>
            <p:spPr>
              <a:xfrm>
                <a:off x="176470" y="2707470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6D9558B1-BF00-59D4-DF95-996F90052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707470"/>
                <a:ext cx="11839060" cy="7961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EC2B0B49-B1CA-B36B-17E6-9D7D70164DB4}"/>
                  </a:ext>
                </a:extLst>
              </p:cNvPr>
              <p:cNvSpPr txBox="1"/>
              <p:nvPr/>
            </p:nvSpPr>
            <p:spPr>
              <a:xfrm>
                <a:off x="176470" y="3503585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EC2B0B49-B1CA-B36B-17E6-9D7D70164D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503585"/>
                <a:ext cx="11839060" cy="79611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78708E8D-9490-5BDB-DC1C-AB7CD48A3895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1FC5E16E-611D-8BE8-F8A7-F61F68D3B4D1}"/>
              </a:ext>
            </a:extLst>
          </p:cNvPr>
          <p:cNvSpPr txBox="1"/>
          <p:nvPr/>
        </p:nvSpPr>
        <p:spPr>
          <a:xfrm>
            <a:off x="176470" y="1327028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0F2462B3-8884-97D1-F3BD-82B935AC4BE6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606628" cy="543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0F2462B3-8884-97D1-F3BD-82B935AC4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606628" cy="543610"/>
              </a:xfrm>
              <a:prstGeom prst="rect">
                <a:avLst/>
              </a:prstGeom>
              <a:blipFill>
                <a:blip r:embed="rId7"/>
                <a:stretch>
                  <a:fillRect l="-2703" t="-4494" b="-14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20064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2CD8B-3073-CD67-9B90-715BE76F9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50367B4E-5309-DD87-BD33-BA67FA00AA14}"/>
                  </a:ext>
                </a:extLst>
              </p:cNvPr>
              <p:cNvSpPr txBox="1"/>
              <p:nvPr/>
            </p:nvSpPr>
            <p:spPr>
              <a:xfrm>
                <a:off x="7874107" y="618051"/>
                <a:ext cx="4317893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50367B4E-5309-DD87-BD33-BA67FA00AA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107" y="618051"/>
                <a:ext cx="4317893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3421C91E-5214-FEE9-24FE-01AF896712A6}"/>
                  </a:ext>
                </a:extLst>
              </p:cNvPr>
              <p:cNvSpPr txBox="1"/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3421C91E-5214-FEE9-24FE-01AF89671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781487B-B485-B8D5-B134-D0DDB2B49193}"/>
                  </a:ext>
                </a:extLst>
              </p:cNvPr>
              <p:cNvSpPr txBox="1"/>
              <p:nvPr/>
            </p:nvSpPr>
            <p:spPr>
              <a:xfrm>
                <a:off x="176470" y="2707470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781487B-B485-B8D5-B134-D0DDB2B49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707470"/>
                <a:ext cx="11839060" cy="7961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8A1502C8-7817-B354-0005-7B1DB59052CD}"/>
                  </a:ext>
                </a:extLst>
              </p:cNvPr>
              <p:cNvSpPr txBox="1"/>
              <p:nvPr/>
            </p:nvSpPr>
            <p:spPr>
              <a:xfrm>
                <a:off x="176470" y="3503585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8A1502C8-7817-B354-0005-7B1DB59052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503585"/>
                <a:ext cx="11839060" cy="79611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7A39FFDF-D41E-27C5-11B0-F0B0A024E8B5}"/>
                  </a:ext>
                </a:extLst>
              </p:cNvPr>
              <p:cNvSpPr txBox="1"/>
              <p:nvPr/>
            </p:nvSpPr>
            <p:spPr>
              <a:xfrm>
                <a:off x="176470" y="4299700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7A39FFDF-D41E-27C5-11B0-F0B0A024E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299700"/>
                <a:ext cx="11839060" cy="79611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DB64C4CD-B305-B239-172C-D31A4EC03541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22AFD54D-BDFC-748A-566E-F40B81468E2B}"/>
              </a:ext>
            </a:extLst>
          </p:cNvPr>
          <p:cNvSpPr txBox="1"/>
          <p:nvPr/>
        </p:nvSpPr>
        <p:spPr>
          <a:xfrm>
            <a:off x="176470" y="1327028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AD911546-5FDC-FDE0-2CA2-21C759F040D6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606628" cy="543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AD911546-5FDC-FDE0-2CA2-21C759F04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606628" cy="543610"/>
              </a:xfrm>
              <a:prstGeom prst="rect">
                <a:avLst/>
              </a:prstGeom>
              <a:blipFill>
                <a:blip r:embed="rId8"/>
                <a:stretch>
                  <a:fillRect l="-2703" t="-4494" b="-14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71482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92D31-6FB2-6F81-B247-6FFCD1C24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88CB7A13-2598-FD23-FF91-2431236067B4}"/>
                  </a:ext>
                </a:extLst>
              </p:cNvPr>
              <p:cNvSpPr txBox="1"/>
              <p:nvPr/>
            </p:nvSpPr>
            <p:spPr>
              <a:xfrm>
                <a:off x="7874107" y="618051"/>
                <a:ext cx="4317893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88CB7A13-2598-FD23-FF91-2431236067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107" y="618051"/>
                <a:ext cx="4317893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FD23A05-7A2B-36D7-EF9A-5D5C3E93DA22}"/>
                  </a:ext>
                </a:extLst>
              </p:cNvPr>
              <p:cNvSpPr txBox="1"/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FD23A05-7A2B-36D7-EF9A-5D5C3E93D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1C216B6D-9F79-6F50-B5C4-F262D73BB36A}"/>
                  </a:ext>
                </a:extLst>
              </p:cNvPr>
              <p:cNvSpPr txBox="1"/>
              <p:nvPr/>
            </p:nvSpPr>
            <p:spPr>
              <a:xfrm>
                <a:off x="176470" y="2707470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1C216B6D-9F79-6F50-B5C4-F262D73BB3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707470"/>
                <a:ext cx="11839060" cy="7961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10C9479C-5177-F1D2-E094-3F8B0B39B2B9}"/>
                  </a:ext>
                </a:extLst>
              </p:cNvPr>
              <p:cNvSpPr txBox="1"/>
              <p:nvPr/>
            </p:nvSpPr>
            <p:spPr>
              <a:xfrm>
                <a:off x="176470" y="3503585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10C9479C-5177-F1D2-E094-3F8B0B39B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503585"/>
                <a:ext cx="11839060" cy="79611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10693FBB-AF89-2579-DA6C-310601EF5DF3}"/>
                  </a:ext>
                </a:extLst>
              </p:cNvPr>
              <p:cNvSpPr txBox="1"/>
              <p:nvPr/>
            </p:nvSpPr>
            <p:spPr>
              <a:xfrm>
                <a:off x="176470" y="4299700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=1+0=</m:t>
                      </m:r>
                      <m:r>
                        <a:rPr lang="pl-PL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10693FBB-AF89-2579-DA6C-310601EF5D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299700"/>
                <a:ext cx="11839060" cy="79611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54D38AB0-0E53-144D-22EA-4D5B1CCC6F4F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5715A1D9-7A83-89DD-F73C-648FA4125364}"/>
              </a:ext>
            </a:extLst>
          </p:cNvPr>
          <p:cNvSpPr txBox="1"/>
          <p:nvPr/>
        </p:nvSpPr>
        <p:spPr>
          <a:xfrm>
            <a:off x="176470" y="1327028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CE0ECFB8-7CE6-A5C2-8C69-9A34A1BADB4A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606628" cy="543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CE0ECFB8-7CE6-A5C2-8C69-9A34A1BADB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606628" cy="543610"/>
              </a:xfrm>
              <a:prstGeom prst="rect">
                <a:avLst/>
              </a:prstGeom>
              <a:blipFill>
                <a:blip r:embed="rId8"/>
                <a:stretch>
                  <a:fillRect l="-2703" t="-4494" b="-14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63241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D2AB0-B637-E8E0-4ACA-488C38512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11DE2C39-E38F-2B19-FBAC-9CD6042008FD}"/>
                  </a:ext>
                </a:extLst>
              </p:cNvPr>
              <p:cNvSpPr txBox="1"/>
              <p:nvPr/>
            </p:nvSpPr>
            <p:spPr>
              <a:xfrm>
                <a:off x="7874107" y="618051"/>
                <a:ext cx="4317893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11DE2C39-E38F-2B19-FBAC-9CD604200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107" y="618051"/>
                <a:ext cx="4317893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7D88B89-2D41-A6C4-88E2-A45E1DAC10EE}"/>
                  </a:ext>
                </a:extLst>
              </p:cNvPr>
              <p:cNvSpPr txBox="1"/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7D88B89-2D41-A6C4-88E2-A45E1DAC1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3D724DA2-4965-E19A-0227-AA5C2E2DB2A6}"/>
                  </a:ext>
                </a:extLst>
              </p:cNvPr>
              <p:cNvSpPr txBox="1"/>
              <p:nvPr/>
            </p:nvSpPr>
            <p:spPr>
              <a:xfrm>
                <a:off x="176470" y="2707470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3D724DA2-4965-E19A-0227-AA5C2E2DB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707470"/>
                <a:ext cx="11839060" cy="7961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DB4209DF-ED1A-6BEF-DE14-8EC267B89887}"/>
                  </a:ext>
                </a:extLst>
              </p:cNvPr>
              <p:cNvSpPr txBox="1"/>
              <p:nvPr/>
            </p:nvSpPr>
            <p:spPr>
              <a:xfrm>
                <a:off x="176470" y="3503585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=2+</m:t>
                      </m:r>
                      <m:r>
                        <a:rPr lang="pl-PL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DB4209DF-ED1A-6BEF-DE14-8EC267B898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503585"/>
                <a:ext cx="11839060" cy="79611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9D3B38B9-6D4D-AB5A-E4F7-CF9C0852B55D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B16612CA-5405-28D4-0701-8D363A003596}"/>
              </a:ext>
            </a:extLst>
          </p:cNvPr>
          <p:cNvSpPr txBox="1"/>
          <p:nvPr/>
        </p:nvSpPr>
        <p:spPr>
          <a:xfrm>
            <a:off x="176470" y="1327028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2FDFFE5D-E79E-B50F-DF01-12F1E4E87034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606628" cy="543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2FDFFE5D-E79E-B50F-DF01-12F1E4E87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606628" cy="543610"/>
              </a:xfrm>
              <a:prstGeom prst="rect">
                <a:avLst/>
              </a:prstGeom>
              <a:blipFill>
                <a:blip r:embed="rId7"/>
                <a:stretch>
                  <a:fillRect l="-2703" t="-4494" b="-14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91580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12CE5-B20E-EA6E-5043-6CFF2597E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D9AC7D61-BBF3-A568-E429-3E8D092261EC}"/>
                  </a:ext>
                </a:extLst>
              </p:cNvPr>
              <p:cNvSpPr txBox="1"/>
              <p:nvPr/>
            </p:nvSpPr>
            <p:spPr>
              <a:xfrm>
                <a:off x="7874107" y="618051"/>
                <a:ext cx="4317893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D9AC7D61-BBF3-A568-E429-3E8D092261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107" y="618051"/>
                <a:ext cx="4317893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4A4840F4-7B1F-1121-F850-B0B82DCB8C55}"/>
                  </a:ext>
                </a:extLst>
              </p:cNvPr>
              <p:cNvSpPr txBox="1"/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4A4840F4-7B1F-1121-F850-B0B82DCB8C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5A6A5168-B9EF-E566-1AB4-D10D83619A76}"/>
                  </a:ext>
                </a:extLst>
              </p:cNvPr>
              <p:cNvSpPr txBox="1"/>
              <p:nvPr/>
            </p:nvSpPr>
            <p:spPr>
              <a:xfrm>
                <a:off x="176470" y="2707470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=3+</m:t>
                      </m:r>
                      <m:r>
                        <a:rPr lang="pl-PL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5A6A5168-B9EF-E566-1AB4-D10D83619A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707470"/>
                <a:ext cx="11839060" cy="7961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852AFB95-7819-38BE-BE52-046F1040CE30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D9806AAA-9DAB-C2C8-14B8-03EA2685DB9C}"/>
              </a:ext>
            </a:extLst>
          </p:cNvPr>
          <p:cNvSpPr txBox="1"/>
          <p:nvPr/>
        </p:nvSpPr>
        <p:spPr>
          <a:xfrm>
            <a:off x="176470" y="1327028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065A3FF3-4B5A-0AD1-C1EF-BDCBB8A17566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606628" cy="543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065A3FF3-4B5A-0AD1-C1EF-BDCBB8A17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606628" cy="543610"/>
              </a:xfrm>
              <a:prstGeom prst="rect">
                <a:avLst/>
              </a:prstGeom>
              <a:blipFill>
                <a:blip r:embed="rId6"/>
                <a:stretch>
                  <a:fillRect l="-2703" t="-4494" b="-14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26198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5CF7D-E34E-0908-6143-0EEE59D35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57A5B8D6-20FA-099F-C573-1DB9F085F6AB}"/>
                  </a:ext>
                </a:extLst>
              </p:cNvPr>
              <p:cNvSpPr txBox="1"/>
              <p:nvPr/>
            </p:nvSpPr>
            <p:spPr>
              <a:xfrm>
                <a:off x="7874107" y="618051"/>
                <a:ext cx="4317893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57A5B8D6-20FA-099F-C573-1DB9F085F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107" y="618051"/>
                <a:ext cx="4317893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5E506687-9EA5-6645-D7DF-95C80F077494}"/>
                  </a:ext>
                </a:extLst>
              </p:cNvPr>
              <p:cNvSpPr txBox="1"/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=24+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5E506687-9EA5-6645-D7DF-95C80F0774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16ECD537-E69C-D015-7636-650F4742A799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C00A9838-E8E8-37B2-7412-C031DEEC16CC}"/>
              </a:ext>
            </a:extLst>
          </p:cNvPr>
          <p:cNvSpPr txBox="1"/>
          <p:nvPr/>
        </p:nvSpPr>
        <p:spPr>
          <a:xfrm>
            <a:off x="176470" y="1327028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46BFECBC-55F3-D7AD-9B76-78DEDB4596BA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606628" cy="543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46BFECBC-55F3-D7AD-9B76-78DEDB4596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606628" cy="543610"/>
              </a:xfrm>
              <a:prstGeom prst="rect">
                <a:avLst/>
              </a:prstGeom>
              <a:blipFill>
                <a:blip r:embed="rId5"/>
                <a:stretch>
                  <a:fillRect l="-2703" t="-4494" b="-14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77137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36062-3824-F9AE-6402-87B225D1A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7DA1D2A8-EDAB-F06C-79A7-FAB6579334FF}"/>
                  </a:ext>
                </a:extLst>
              </p:cNvPr>
              <p:cNvSpPr txBox="1"/>
              <p:nvPr/>
            </p:nvSpPr>
            <p:spPr>
              <a:xfrm>
                <a:off x="7874107" y="618051"/>
                <a:ext cx="4317893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7DA1D2A8-EDAB-F06C-79A7-FAB6579334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107" y="618051"/>
                <a:ext cx="4317893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1FB6922E-86D0-54A8-84BE-9FE0B33E3620}"/>
                  </a:ext>
                </a:extLst>
              </p:cNvPr>
              <p:cNvSpPr txBox="1"/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=24+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1FB6922E-86D0-54A8-84BE-9FE0B33E36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7BC64F0F-40CD-6507-8A76-AAA21BF521C7}"/>
                  </a:ext>
                </a:extLst>
              </p:cNvPr>
              <p:cNvSpPr txBox="1"/>
              <p:nvPr/>
            </p:nvSpPr>
            <p:spPr>
              <a:xfrm>
                <a:off x="176470" y="2702918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7BC64F0F-40CD-6507-8A76-AAA21BF521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702918"/>
                <a:ext cx="11839060" cy="7961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4A032916-E372-3522-D344-86521691AAE4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668441F2-24EA-849E-8E81-ED8B8CD55032}"/>
              </a:ext>
            </a:extLst>
          </p:cNvPr>
          <p:cNvSpPr txBox="1"/>
          <p:nvPr/>
        </p:nvSpPr>
        <p:spPr>
          <a:xfrm>
            <a:off x="176470" y="1327028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1F27905E-B987-7416-042F-A82C60875091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606628" cy="543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1F27905E-B987-7416-042F-A82C608750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606628" cy="543610"/>
              </a:xfrm>
              <a:prstGeom prst="rect">
                <a:avLst/>
              </a:prstGeom>
              <a:blipFill>
                <a:blip r:embed="rId6"/>
                <a:stretch>
                  <a:fillRect l="-2703" t="-4494" b="-14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62692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EC2A0-60B9-C4C2-2A94-703DB0ACF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9E0E61A8-8D12-8FAA-5231-67628478F872}"/>
                  </a:ext>
                </a:extLst>
              </p:cNvPr>
              <p:cNvSpPr txBox="1"/>
              <p:nvPr/>
            </p:nvSpPr>
            <p:spPr>
              <a:xfrm>
                <a:off x="7874107" y="618051"/>
                <a:ext cx="4317893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9E0E61A8-8D12-8FAA-5231-67628478F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107" y="618051"/>
                <a:ext cx="4317893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54F08AE9-88AD-1413-FC5A-ED5F25A867FF}"/>
                  </a:ext>
                </a:extLst>
              </p:cNvPr>
              <p:cNvSpPr txBox="1"/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=24+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54F08AE9-88AD-1413-FC5A-ED5F25A86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A1B8D835-40A7-1D71-3598-B7F32CDE7A58}"/>
                  </a:ext>
                </a:extLst>
              </p:cNvPr>
              <p:cNvSpPr txBox="1"/>
              <p:nvPr/>
            </p:nvSpPr>
            <p:spPr>
              <a:xfrm>
                <a:off x="176470" y="2702918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</m:t>
                      </m:r>
                      <m:r>
                        <a:rPr lang="pl-PL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=9+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A1B8D835-40A7-1D71-3598-B7F32CDE7A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702918"/>
                <a:ext cx="11839060" cy="7961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3967C319-2617-622D-2043-1D3222EA5392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D87FB267-E2AF-8269-3DBD-920784598ECA}"/>
              </a:ext>
            </a:extLst>
          </p:cNvPr>
          <p:cNvSpPr txBox="1"/>
          <p:nvPr/>
        </p:nvSpPr>
        <p:spPr>
          <a:xfrm>
            <a:off x="176470" y="1327028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AC72B50C-A748-EC6A-037F-B306787CEFD6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606628" cy="543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AC72B50C-A748-EC6A-037F-B306787CE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606628" cy="543610"/>
              </a:xfrm>
              <a:prstGeom prst="rect">
                <a:avLst/>
              </a:prstGeom>
              <a:blipFill>
                <a:blip r:embed="rId6"/>
                <a:stretch>
                  <a:fillRect l="-2703" t="-4494" b="-14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51063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8929B-C29B-C372-C75C-29592EE87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EEFB5B43-9F45-274F-A0DE-AB7044BC689B}"/>
                  </a:ext>
                </a:extLst>
              </p:cNvPr>
              <p:cNvSpPr txBox="1"/>
              <p:nvPr/>
            </p:nvSpPr>
            <p:spPr>
              <a:xfrm>
                <a:off x="7874107" y="618051"/>
                <a:ext cx="4317893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EEFB5B43-9F45-274F-A0DE-AB7044BC68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107" y="618051"/>
                <a:ext cx="4317893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C8AAE94B-1EF0-84B2-4999-9424BB470867}"/>
                  </a:ext>
                </a:extLst>
              </p:cNvPr>
              <p:cNvSpPr txBox="1"/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=24+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C8AAE94B-1EF0-84B2-4999-9424BB4708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CCA20D54-6E48-E94B-5617-F9BB1AFE0AD3}"/>
                  </a:ext>
                </a:extLst>
              </p:cNvPr>
              <p:cNvSpPr txBox="1"/>
              <p:nvPr/>
            </p:nvSpPr>
            <p:spPr>
              <a:xfrm>
                <a:off x="176470" y="2702918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</m:t>
                      </m:r>
                      <m:r>
                        <a:rPr lang="pl-PL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=9+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CCA20D54-6E48-E94B-5617-F9BB1AFE0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702918"/>
                <a:ext cx="11839060" cy="7961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DA8E3292-E96D-3B00-03EE-426C5EB637E0}"/>
                  </a:ext>
                </a:extLst>
              </p:cNvPr>
              <p:cNvSpPr txBox="1"/>
              <p:nvPr/>
            </p:nvSpPr>
            <p:spPr>
              <a:xfrm>
                <a:off x="176470" y="3499033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l-PL" sz="240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DA8E3292-E96D-3B00-03EE-426C5EB637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499033"/>
                <a:ext cx="11839060" cy="79611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ECDC74D1-0E62-9C1D-4360-95952EFE63F5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DABDC641-4E2C-BB9E-D4A0-7DE6535000ED}"/>
              </a:ext>
            </a:extLst>
          </p:cNvPr>
          <p:cNvSpPr txBox="1"/>
          <p:nvPr/>
        </p:nvSpPr>
        <p:spPr>
          <a:xfrm>
            <a:off x="176470" y="1327028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66E05C3A-39FB-57DB-1817-99D219D38B51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606628" cy="543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66E05C3A-39FB-57DB-1817-99D219D38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606628" cy="543610"/>
              </a:xfrm>
              <a:prstGeom prst="rect">
                <a:avLst/>
              </a:prstGeom>
              <a:blipFill>
                <a:blip r:embed="rId7"/>
                <a:stretch>
                  <a:fillRect l="-2703" t="-4494" b="-14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0444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28163-5F70-02C4-0E9E-20D5BAFF2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4C2D9377-04D5-F6DB-622E-BCCA964C473E}"/>
                  </a:ext>
                </a:extLst>
              </p:cNvPr>
              <p:cNvSpPr txBox="1"/>
              <p:nvPr/>
            </p:nvSpPr>
            <p:spPr>
              <a:xfrm>
                <a:off x="7874107" y="618051"/>
                <a:ext cx="4317893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4C2D9377-04D5-F6DB-622E-BCCA964C47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107" y="618051"/>
                <a:ext cx="4317893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D7800DF-61E7-4F01-DDD1-99EE598A0B07}"/>
                  </a:ext>
                </a:extLst>
              </p:cNvPr>
              <p:cNvSpPr txBox="1"/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=24+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D7800DF-61E7-4F01-DDD1-99EE598A0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3808197-D5F1-21E6-BD50-DE5A8861082B}"/>
                  </a:ext>
                </a:extLst>
              </p:cNvPr>
              <p:cNvSpPr txBox="1"/>
              <p:nvPr/>
            </p:nvSpPr>
            <p:spPr>
              <a:xfrm>
                <a:off x="176470" y="2702918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</m:t>
                      </m:r>
                      <m:r>
                        <a:rPr lang="pl-PL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=9+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3808197-D5F1-21E6-BD50-DE5A886108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702918"/>
                <a:ext cx="11839060" cy="7961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11CB1525-014F-ED8C-0E83-8EC028416ED7}"/>
                  </a:ext>
                </a:extLst>
              </p:cNvPr>
              <p:cNvSpPr txBox="1"/>
              <p:nvPr/>
            </p:nvSpPr>
            <p:spPr>
              <a:xfrm>
                <a:off x="176470" y="3499033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l-PL" sz="240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=2⋅</m:t>
                      </m:r>
                      <m:r>
                        <a:rPr lang="pl-PL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+0=</m:t>
                      </m:r>
                      <m:r>
                        <a:rPr lang="pl-PL" sz="2400" b="0" i="1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11CB1525-014F-ED8C-0E83-8EC028416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499033"/>
                <a:ext cx="11839060" cy="79611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283458CA-94D9-A4C7-8360-51FABCA754CA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DC06D79D-7E74-B950-D47F-2C275D045BA6}"/>
              </a:ext>
            </a:extLst>
          </p:cNvPr>
          <p:cNvSpPr txBox="1"/>
          <p:nvPr/>
        </p:nvSpPr>
        <p:spPr>
          <a:xfrm>
            <a:off x="176470" y="1327028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4E8B2DDC-2D9E-3B50-CDD8-8146F6D21A67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606628" cy="543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4E8B2DDC-2D9E-3B50-CDD8-8146F6D21A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606628" cy="543610"/>
              </a:xfrm>
              <a:prstGeom prst="rect">
                <a:avLst/>
              </a:prstGeom>
              <a:blipFill>
                <a:blip r:embed="rId7"/>
                <a:stretch>
                  <a:fillRect l="-2703" t="-4494" b="-14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05546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80EE1-2ADD-C5D3-1899-A3E3650EF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83347D50-1507-77FD-F91F-76D0428AE19C}"/>
                  </a:ext>
                </a:extLst>
              </p:cNvPr>
              <p:cNvSpPr txBox="1"/>
              <p:nvPr/>
            </p:nvSpPr>
            <p:spPr>
              <a:xfrm>
                <a:off x="7874107" y="618051"/>
                <a:ext cx="4317893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83347D50-1507-77FD-F91F-76D0428AE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107" y="618051"/>
                <a:ext cx="4317893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7EC88F4-FC88-0DAC-C99A-BCD87E068CD3}"/>
                  </a:ext>
                </a:extLst>
              </p:cNvPr>
              <p:cNvSpPr txBox="1"/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=24+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7EC88F4-FC88-0DAC-C99A-BCD87E068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BBB83E3B-A431-0BB6-9A21-1CECD314E232}"/>
                  </a:ext>
                </a:extLst>
              </p:cNvPr>
              <p:cNvSpPr txBox="1"/>
              <p:nvPr/>
            </p:nvSpPr>
            <p:spPr>
              <a:xfrm>
                <a:off x="176470" y="2702918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=3⋅</m:t>
                      </m:r>
                      <m:r>
                        <a:rPr lang="pl-PL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=9+</m:t>
                      </m:r>
                      <m:r>
                        <a:rPr lang="pl-PL" sz="2400" b="0" i="1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11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BBB83E3B-A431-0BB6-9A21-1CECD314E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702918"/>
                <a:ext cx="11839060" cy="7961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7D130E86-7867-8030-B9FD-444A2B5D1D6A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5558B0F3-2C92-4065-92A9-F4EA0A7F8047}"/>
              </a:ext>
            </a:extLst>
          </p:cNvPr>
          <p:cNvSpPr txBox="1"/>
          <p:nvPr/>
        </p:nvSpPr>
        <p:spPr>
          <a:xfrm>
            <a:off x="176470" y="1327028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056F171B-BCBF-EA61-7D46-ECA037255E97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606628" cy="543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056F171B-BCBF-EA61-7D46-ECA037255E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606628" cy="543610"/>
              </a:xfrm>
              <a:prstGeom prst="rect">
                <a:avLst/>
              </a:prstGeom>
              <a:blipFill>
                <a:blip r:embed="rId6"/>
                <a:stretch>
                  <a:fillRect l="-2703" t="-4494" b="-14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66715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46742-91EB-68A0-0946-79110F19F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75DC7685-BF86-989C-2538-51644E38A7E3}"/>
                  </a:ext>
                </a:extLst>
              </p:cNvPr>
              <p:cNvSpPr txBox="1"/>
              <p:nvPr/>
            </p:nvSpPr>
            <p:spPr>
              <a:xfrm>
                <a:off x="7874107" y="618051"/>
                <a:ext cx="4317893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75DC7685-BF86-989C-2538-51644E38A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107" y="618051"/>
                <a:ext cx="4317893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32CB15D2-9365-6185-6DA0-93ACB9518768}"/>
                  </a:ext>
                </a:extLst>
              </p:cNvPr>
              <p:cNvSpPr txBox="1"/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=4⋅</m:t>
                      </m:r>
                      <m:r>
                        <a:rPr lang="pl-PL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=24+</m:t>
                      </m:r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11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=35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32CB15D2-9365-6185-6DA0-93ACB95187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788693"/>
                <a:ext cx="11839060" cy="9142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2979A94C-F137-AAF9-C780-5555C372750E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2606D19E-DD76-0A5F-75AE-96BA9715066D}"/>
              </a:ext>
            </a:extLst>
          </p:cNvPr>
          <p:cNvSpPr txBox="1"/>
          <p:nvPr/>
        </p:nvSpPr>
        <p:spPr>
          <a:xfrm>
            <a:off x="176470" y="1327028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AFB20CB6-AEA0-0868-FBBF-36034F9C1548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3606628" cy="543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AFB20CB6-AEA0-0868-FBBF-36034F9C15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3606628" cy="543610"/>
              </a:xfrm>
              <a:prstGeom prst="rect">
                <a:avLst/>
              </a:prstGeom>
              <a:blipFill>
                <a:blip r:embed="rId5"/>
                <a:stretch>
                  <a:fillRect l="-2703" t="-4494" b="-14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7741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01498-965B-EEE0-CF3A-A87E2CBAA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35AF555B-4C43-65F6-5107-11DF8ACA1D5D}"/>
              </a:ext>
            </a:extLst>
          </p:cNvPr>
          <p:cNvSpPr txBox="1"/>
          <p:nvPr/>
        </p:nvSpPr>
        <p:spPr>
          <a:xfrm>
            <a:off x="176470" y="785277"/>
            <a:ext cx="1885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7C4C496-DE8A-BADD-FD35-4DAA5538966F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</p:spTree>
    <p:extLst>
      <p:ext uri="{BB962C8B-B14F-4D97-AF65-F5344CB8AC3E}">
        <p14:creationId xmlns:p14="http://schemas.microsoft.com/office/powerpoint/2010/main" val="7168870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B3790-D319-AD70-280A-406574A94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C7A77F1-F770-F003-0F54-6591D77E47D9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C7A77F1-F770-F003-0F54-6591D77E4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7961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2E8E7F0E-C68E-71C1-2E29-3125AF0C4022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F49732EB-AB96-6DA4-8946-16CD65734C9C}"/>
              </a:ext>
            </a:extLst>
          </p:cNvPr>
          <p:cNvSpPr txBox="1"/>
          <p:nvPr/>
        </p:nvSpPr>
        <p:spPr>
          <a:xfrm>
            <a:off x="176470" y="785277"/>
            <a:ext cx="1885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177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10330-16AB-0F11-CD28-F07EDCEDA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1F345E5-5D65-FAD0-7E2C-C365D0C5E6D4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1F345E5-5D65-FAD0-7E2C-C365D0C5E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7961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7060B71-59E6-DC58-7000-00E15257E2FE}"/>
                  </a:ext>
                </a:extLst>
              </p:cNvPr>
              <p:cNvSpPr txBox="1"/>
              <p:nvPr/>
            </p:nvSpPr>
            <p:spPr>
              <a:xfrm>
                <a:off x="176470" y="2043057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=0,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=0 </m:t>
                      </m:r>
                      <m:r>
                        <m:rPr>
                          <m:sty m:val="p"/>
                        </m:rP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for</m:t>
                      </m:r>
                      <m:r>
                        <a:rPr lang="pl-PL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&gt;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7060B71-59E6-DC58-7000-00E15257E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43057"/>
                <a:ext cx="11839060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B599C313-66A8-D9A4-22F7-95B3D3F8A9C7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75889357-9E97-D9CB-CFEC-1A79F797DD2E}"/>
              </a:ext>
            </a:extLst>
          </p:cNvPr>
          <p:cNvSpPr txBox="1"/>
          <p:nvPr/>
        </p:nvSpPr>
        <p:spPr>
          <a:xfrm>
            <a:off x="176470" y="785277"/>
            <a:ext cx="1885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226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2AF55-1C9A-4F18-605B-BDBB413E3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B200E46-3C3C-7C51-F526-C6E2315A2AE8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B200E46-3C3C-7C51-F526-C6E2315A2A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7961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8ED065EC-0FB9-7DC5-BA06-5F921C1BE123}"/>
                  </a:ext>
                </a:extLst>
              </p:cNvPr>
              <p:cNvSpPr txBox="1"/>
              <p:nvPr/>
            </p:nvSpPr>
            <p:spPr>
              <a:xfrm>
                <a:off x="176470" y="2043057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=0,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=0</m:t>
                      </m:r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l-PL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for</m:t>
                      </m:r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&gt;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8ED065EC-0FB9-7DC5-BA06-5F921C1BE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43057"/>
                <a:ext cx="11839060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2F236E9-2CD4-3ED3-85DA-485BFAC6E0A1}"/>
                  </a:ext>
                </a:extLst>
              </p:cNvPr>
              <p:cNvSpPr txBox="1"/>
              <p:nvPr/>
            </p:nvSpPr>
            <p:spPr>
              <a:xfrm>
                <a:off x="176470" y="2839172"/>
                <a:ext cx="11839060" cy="786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!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−2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den>
                      </m:f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2F236E9-2CD4-3ED3-85DA-485BFAC6E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839172"/>
                <a:ext cx="11839060" cy="7862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FA8C96CE-1F57-7D3A-3401-64495F371612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32BAB5C2-78BB-ACC7-C4E9-C796059EA0CF}"/>
              </a:ext>
            </a:extLst>
          </p:cNvPr>
          <p:cNvSpPr txBox="1"/>
          <p:nvPr/>
        </p:nvSpPr>
        <p:spPr>
          <a:xfrm>
            <a:off x="176470" y="785277"/>
            <a:ext cx="1885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F879CB02-AC64-A28C-0F0D-151C11E2B024}"/>
                  </a:ext>
                </a:extLst>
              </p14:cNvPr>
              <p14:cNvContentPartPr/>
              <p14:nvPr/>
            </p14:nvContentPartPr>
            <p14:xfrm>
              <a:off x="1752480" y="1155600"/>
              <a:ext cx="8807760" cy="3258000"/>
            </p14:xfrm>
          </p:contentPart>
        </mc:Choice>
        <mc:Fallback xmlns=""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F879CB02-AC64-A28C-0F0D-151C11E2B02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43120" y="1146240"/>
                <a:ext cx="8826480" cy="327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75402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C392F-4CBD-EA3D-45EF-D5CDD44C9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98D3870-6A78-4FFA-9A53-7FE46FF615D5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98D3870-6A78-4FFA-9A53-7FE46FF615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7961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A483BC9D-1771-14BC-695D-A961F2C35451}"/>
                  </a:ext>
                </a:extLst>
              </p:cNvPr>
              <p:cNvSpPr txBox="1"/>
              <p:nvPr/>
            </p:nvSpPr>
            <p:spPr>
              <a:xfrm>
                <a:off x="176470" y="2043057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=0,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=0 </m:t>
                      </m:r>
                      <m:r>
                        <m:rPr>
                          <m:sty m:val="p"/>
                        </m:rP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for</m:t>
                      </m:r>
                      <m:r>
                        <a:rPr lang="pl-PL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&gt;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A483BC9D-1771-14BC-695D-A961F2C354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43057"/>
                <a:ext cx="11839060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CA4F3638-9266-FFBD-042F-2B54F2267BB2}"/>
                  </a:ext>
                </a:extLst>
              </p:cNvPr>
              <p:cNvSpPr txBox="1"/>
              <p:nvPr/>
            </p:nvSpPr>
            <p:spPr>
              <a:xfrm>
                <a:off x="176470" y="2839172"/>
                <a:ext cx="11839060" cy="786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!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−2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den>
                      </m:f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CA4F3638-9266-FFBD-042F-2B54F2267B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839172"/>
                <a:ext cx="11839060" cy="7862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9F28BC9-FDC8-8724-D871-F039BAD0B440}"/>
                  </a:ext>
                </a:extLst>
              </p:cNvPr>
              <p:cNvSpPr txBox="1"/>
              <p:nvPr/>
            </p:nvSpPr>
            <p:spPr>
              <a:xfrm>
                <a:off x="176470" y="3625413"/>
                <a:ext cx="11839060" cy="14634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𝑝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|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𝑝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𝑝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9F28BC9-FDC8-8724-D871-F039BAD0B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625413"/>
                <a:ext cx="11839060" cy="1463478"/>
              </a:xfrm>
              <a:prstGeom prst="rect">
                <a:avLst/>
              </a:prstGeom>
              <a:blipFill>
                <a:blip r:embed="rId5"/>
                <a:stretch>
                  <a:fillRect l="-824" t="-3750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7B87D2F6-C303-6777-A5D0-DDC5747233AC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49E9FEFA-F78B-23A2-BFAA-9DF8353822F6}"/>
              </a:ext>
            </a:extLst>
          </p:cNvPr>
          <p:cNvSpPr txBox="1"/>
          <p:nvPr/>
        </p:nvSpPr>
        <p:spPr>
          <a:xfrm>
            <a:off x="176470" y="785277"/>
            <a:ext cx="1885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9344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15E5D-29C6-8A7C-9443-B95D0DE86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2E4FE72-C9C0-68A0-A69E-A16032453643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2E4FE72-C9C0-68A0-A69E-A16032453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839060" cy="7961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F80A690A-0F31-3232-5C10-E8A6E5686689}"/>
                  </a:ext>
                </a:extLst>
              </p:cNvPr>
              <p:cNvSpPr txBox="1"/>
              <p:nvPr/>
            </p:nvSpPr>
            <p:spPr>
              <a:xfrm>
                <a:off x="176470" y="2043057"/>
                <a:ext cx="11839060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=0,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=1,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=0 </m:t>
                      </m:r>
                      <m:r>
                        <m:rPr>
                          <m:sty m:val="p"/>
                        </m:rP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for</m:t>
                      </m:r>
                      <m:r>
                        <a:rPr lang="pl-PL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𝑘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&gt;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F80A690A-0F31-3232-5C10-E8A6E5686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43057"/>
                <a:ext cx="11839060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6DA77E3D-869A-1F15-C48B-C187D6C35B28}"/>
                  </a:ext>
                </a:extLst>
              </p:cNvPr>
              <p:cNvSpPr txBox="1"/>
              <p:nvPr/>
            </p:nvSpPr>
            <p:spPr>
              <a:xfrm>
                <a:off x="176470" y="2839172"/>
                <a:ext cx="11839060" cy="786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!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−2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den>
                      </m:f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6DA77E3D-869A-1F15-C48B-C187D6C35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839172"/>
                <a:ext cx="11839060" cy="7862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F3527A6-BE8A-BA7D-ECF6-59CFE5017506}"/>
                  </a:ext>
                </a:extLst>
              </p:cNvPr>
              <p:cNvSpPr txBox="1"/>
              <p:nvPr/>
            </p:nvSpPr>
            <p:spPr>
              <a:xfrm>
                <a:off x="8259421" y="3806712"/>
                <a:ext cx="4330043" cy="1100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!</m:t>
                          </m:r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F3527A6-BE8A-BA7D-ECF6-59CFE5017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9421" y="3806712"/>
                <a:ext cx="4330043" cy="110087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DC94BAAC-CB74-C07D-7DA0-A57A2035BEF0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A6694456-85B1-4CF7-5E63-D795849737CC}"/>
              </a:ext>
            </a:extLst>
          </p:cNvPr>
          <p:cNvSpPr txBox="1"/>
          <p:nvPr/>
        </p:nvSpPr>
        <p:spPr>
          <a:xfrm>
            <a:off x="176470" y="785277"/>
            <a:ext cx="1885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5466CB20-B72F-5D8D-4EB4-17BF1A0B62AF}"/>
                  </a:ext>
                </a:extLst>
              </p:cNvPr>
              <p:cNvSpPr txBox="1"/>
              <p:nvPr/>
            </p:nvSpPr>
            <p:spPr>
              <a:xfrm>
                <a:off x="176470" y="3625413"/>
                <a:ext cx="11839060" cy="14634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𝑝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|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𝑝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1,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𝑝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5466CB20-B72F-5D8D-4EB4-17BF1A0B6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625413"/>
                <a:ext cx="11839060" cy="1463478"/>
              </a:xfrm>
              <a:prstGeom prst="rect">
                <a:avLst/>
              </a:prstGeom>
              <a:blipFill>
                <a:blip r:embed="rId7"/>
                <a:stretch>
                  <a:fillRect l="-824" t="-3750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57BFF5CB-BB1B-B265-0DAB-29A4686F3436}"/>
                  </a:ext>
                </a:extLst>
              </p14:cNvPr>
              <p14:cNvContentPartPr/>
              <p14:nvPr/>
            </p14:nvContentPartPr>
            <p14:xfrm>
              <a:off x="8839080" y="1263600"/>
              <a:ext cx="3111840" cy="1181520"/>
            </p14:xfrm>
          </p:contentPart>
        </mc:Choice>
        <mc:Fallback xmlns=""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57BFF5CB-BB1B-B265-0DAB-29A4686F343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829720" y="1254240"/>
                <a:ext cx="3130560" cy="120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373959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A32C7-3495-F2D3-8254-BEBDD7FE7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ole tekstowe 8">
            <a:extLst>
              <a:ext uri="{FF2B5EF4-FFF2-40B4-BE49-F238E27FC236}">
                <a16:creationId xmlns:a16="http://schemas.microsoft.com/office/drawing/2014/main" id="{CBA64CCF-8B03-7E6E-A23B-418E867683B9}"/>
              </a:ext>
            </a:extLst>
          </p:cNvPr>
          <p:cNvSpPr txBox="1"/>
          <p:nvPr/>
        </p:nvSpPr>
        <p:spPr>
          <a:xfrm>
            <a:off x="176470" y="785277"/>
            <a:ext cx="7724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 of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758F88F3-5560-2809-2A16-A92AA8AB5115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</p:spTree>
    <p:extLst>
      <p:ext uri="{BB962C8B-B14F-4D97-AF65-F5344CB8AC3E}">
        <p14:creationId xmlns:p14="http://schemas.microsoft.com/office/powerpoint/2010/main" val="37783185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88B90-1B76-30D9-CA7E-DAF33856A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C2099C8B-204D-F92B-C1DA-2B4C0FF277F1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0286277" cy="528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of ways to arrange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numbers 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cycles 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C2099C8B-204D-F92B-C1DA-2B4C0FF27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0286277" cy="528927"/>
              </a:xfrm>
              <a:prstGeom prst="rect">
                <a:avLst/>
              </a:prstGeom>
              <a:blipFill>
                <a:blip r:embed="rId2"/>
                <a:stretch>
                  <a:fillRect l="-830" t="-6977" b="-16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FCE07A2F-D05E-2575-2FDB-82E98809AF78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385BDB5F-670C-ADE2-DB0A-987420B25AFE}"/>
              </a:ext>
            </a:extLst>
          </p:cNvPr>
          <p:cNvSpPr txBox="1"/>
          <p:nvPr/>
        </p:nvSpPr>
        <p:spPr>
          <a:xfrm>
            <a:off x="176470" y="785277"/>
            <a:ext cx="7724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 of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4651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63682-AFAA-CABD-1BC8-963B4298F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62A0C4ED-9B8D-DC94-A639-FD1281476398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0031272" cy="898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of ways to arrange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numbers into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cycles 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Coefficients in falling factorial and rising factorial expansions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62A0C4ED-9B8D-DC94-A639-FD12814763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0031272" cy="898259"/>
              </a:xfrm>
              <a:prstGeom prst="rect">
                <a:avLst/>
              </a:prstGeom>
              <a:blipFill>
                <a:blip r:embed="rId2"/>
                <a:stretch>
                  <a:fillRect l="-851" t="-4082" b="-14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F2C3644C-4240-4B2C-A4D9-AAD312C2380E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4925DB8D-D987-69A5-7428-49E62C2B3C7D}"/>
              </a:ext>
            </a:extLst>
          </p:cNvPr>
          <p:cNvSpPr txBox="1"/>
          <p:nvPr/>
        </p:nvSpPr>
        <p:spPr>
          <a:xfrm>
            <a:off x="176470" y="785277"/>
            <a:ext cx="7724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 of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1609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69149-88DC-94F3-5F49-71932A777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5C03283A-9FF2-CA0E-67F7-E559C59C729F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1944194" cy="12675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of ways to arrange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numbers into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cycles 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Coefficients in falling factorial and rising factorial expansions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the formulas for Bell numbers and Stirling numbers of the second kind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5C03283A-9FF2-CA0E-67F7-E559C59C7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1944194" cy="1267591"/>
              </a:xfrm>
              <a:prstGeom prst="rect">
                <a:avLst/>
              </a:prstGeom>
              <a:blipFill>
                <a:blip r:embed="rId2"/>
                <a:stretch>
                  <a:fillRect l="-715" t="-2899" b="-10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D7BE9CFE-5D76-FDE2-B108-BB8625C7D5E9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2574682E-BEC3-FB43-969F-C5DC346F3177}"/>
              </a:ext>
            </a:extLst>
          </p:cNvPr>
          <p:cNvSpPr txBox="1"/>
          <p:nvPr/>
        </p:nvSpPr>
        <p:spPr>
          <a:xfrm>
            <a:off x="176470" y="785277"/>
            <a:ext cx="7724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 of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8317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4418B-3621-5ACB-9DF5-10222FAE6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1AE83070-E4DB-8C00-761A-264B195E2FC6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2046888" cy="12675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of ways to arrange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numbers into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cycles 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FFC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Coefficients in falling factorial and rising factorial expansions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the formulas for Bell numbers and Stirling numbers of the second kind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1AE83070-E4DB-8C00-761A-264B195E2F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2046888" cy="1267591"/>
              </a:xfrm>
              <a:prstGeom prst="rect">
                <a:avLst/>
              </a:prstGeom>
              <a:blipFill>
                <a:blip r:embed="rId2"/>
                <a:stretch>
                  <a:fillRect l="-709" t="-2899" b="-10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0F303A82-D9A3-F4FB-1354-6ED27DB6E92B}"/>
                  </a:ext>
                </a:extLst>
              </p:cNvPr>
              <p:cNvSpPr txBox="1"/>
              <p:nvPr/>
            </p:nvSpPr>
            <p:spPr>
              <a:xfrm>
                <a:off x="176469" y="2514533"/>
                <a:ext cx="4983223" cy="497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pos m:val="top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ba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…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0F303A82-D9A3-F4FB-1354-6ED27DB6E9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514533"/>
                <a:ext cx="4983223" cy="4974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E55193C7-EBCA-E5CA-5C07-3766BEB19FB6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9A02197B-ED8D-5392-0196-57BF39E29C15}"/>
              </a:ext>
            </a:extLst>
          </p:cNvPr>
          <p:cNvSpPr txBox="1"/>
          <p:nvPr/>
        </p:nvSpPr>
        <p:spPr>
          <a:xfrm>
            <a:off x="176470" y="785277"/>
            <a:ext cx="7724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 of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2558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7E719-72F4-F2FB-D929-A4219F36F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2D8670FB-D624-4BF6-EED0-94D8D4B03D32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2046888" cy="12675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of ways to arrange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numbers into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cycles 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FFC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Coefficients in falling factorial and rising factorial expansions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the formulas for Bell numbers and Stirling numbers of the second kind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2D8670FB-D624-4BF6-EED0-94D8D4B03D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2046888" cy="1267591"/>
              </a:xfrm>
              <a:prstGeom prst="rect">
                <a:avLst/>
              </a:prstGeom>
              <a:blipFill>
                <a:blip r:embed="rId2"/>
                <a:stretch>
                  <a:fillRect l="-709" t="-2899" b="-10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5F1B1AF3-8161-0D4B-B9B9-90C85049C7A0}"/>
                  </a:ext>
                </a:extLst>
              </p:cNvPr>
              <p:cNvSpPr txBox="1"/>
              <p:nvPr/>
            </p:nvSpPr>
            <p:spPr>
              <a:xfrm>
                <a:off x="176469" y="2514533"/>
                <a:ext cx="4983223" cy="497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pos m:val="top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ba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…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5F1B1AF3-8161-0D4B-B9B9-90C85049C7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514533"/>
                <a:ext cx="4983223" cy="4974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361C080A-0469-C60F-4657-29328A035310}"/>
                  </a:ext>
                </a:extLst>
              </p:cNvPr>
              <p:cNvSpPr txBox="1"/>
              <p:nvPr/>
            </p:nvSpPr>
            <p:spPr>
              <a:xfrm>
                <a:off x="176469" y="2976198"/>
                <a:ext cx="49832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ba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…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361C080A-0469-C60F-4657-29328A035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976198"/>
                <a:ext cx="498322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C3B0E6E5-54E4-B6A1-E8B4-07DF7AAED5D4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3ECF62CA-E68D-6DE7-64D7-C776E259F6AE}"/>
              </a:ext>
            </a:extLst>
          </p:cNvPr>
          <p:cNvSpPr txBox="1"/>
          <p:nvPr/>
        </p:nvSpPr>
        <p:spPr>
          <a:xfrm>
            <a:off x="176470" y="785277"/>
            <a:ext cx="7724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 of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4709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986D0-3839-AE99-004D-36D29DEF3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D411DF25-43AA-0D86-ABE7-3F4729CAE411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2046888" cy="12675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of ways to arrange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numbers into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cycles 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FFC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Coefficients in falling factorial and rising factorial expansions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the formulas for Bell numbers and Stirling numbers of the second kind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D411DF25-43AA-0D86-ABE7-3F4729CAE4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2046888" cy="1267591"/>
              </a:xfrm>
              <a:prstGeom prst="rect">
                <a:avLst/>
              </a:prstGeom>
              <a:blipFill>
                <a:blip r:embed="rId2"/>
                <a:stretch>
                  <a:fillRect l="-709" t="-2899" b="-10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A02C0799-DC81-6964-9F21-AFE3D44802E4}"/>
                  </a:ext>
                </a:extLst>
              </p:cNvPr>
              <p:cNvSpPr txBox="1"/>
              <p:nvPr/>
            </p:nvSpPr>
            <p:spPr>
              <a:xfrm>
                <a:off x="176469" y="2514533"/>
                <a:ext cx="4983223" cy="497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pos m:val="top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ba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…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A02C0799-DC81-6964-9F21-AFE3D4480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514533"/>
                <a:ext cx="4983223" cy="4974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F14842B-366A-5022-35DF-A005BA2FDB2B}"/>
                  </a:ext>
                </a:extLst>
              </p:cNvPr>
              <p:cNvSpPr txBox="1"/>
              <p:nvPr/>
            </p:nvSpPr>
            <p:spPr>
              <a:xfrm>
                <a:off x="176469" y="2976198"/>
                <a:ext cx="49832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ba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…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F14842B-366A-5022-35DF-A005BA2FD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976198"/>
                <a:ext cx="498322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30807BF-B5BD-2AD8-7A26-1415FBBB425D}"/>
                  </a:ext>
                </a:extLst>
              </p:cNvPr>
              <p:cNvSpPr txBox="1"/>
              <p:nvPr/>
            </p:nvSpPr>
            <p:spPr>
              <a:xfrm>
                <a:off x="176468" y="3429000"/>
                <a:ext cx="5046510" cy="532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pos m:val="top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e>
                          </m:ba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+2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+3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+4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30807BF-B5BD-2AD8-7A26-1415FBBB42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3429000"/>
                <a:ext cx="5046510" cy="532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DA58DD3E-F0B3-47A8-1275-8C21B1A6A9CE}"/>
                  </a:ext>
                </a:extLst>
              </p:cNvPr>
              <p:cNvSpPr txBox="1"/>
              <p:nvPr/>
            </p:nvSpPr>
            <p:spPr>
              <a:xfrm>
                <a:off x="144825" y="3899528"/>
                <a:ext cx="5046510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e>
                          </m:ba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−2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−3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−4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DA58DD3E-F0B3-47A8-1275-8C21B1A6A9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825" y="3899528"/>
                <a:ext cx="5046510" cy="46583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83A4CB31-1345-4E9A-A27A-DE2F98CA116C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75EA3559-6D00-5AC1-B0F4-B35786590083}"/>
              </a:ext>
            </a:extLst>
          </p:cNvPr>
          <p:cNvSpPr txBox="1"/>
          <p:nvPr/>
        </p:nvSpPr>
        <p:spPr>
          <a:xfrm>
            <a:off x="176470" y="785277"/>
            <a:ext cx="7724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 of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6788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5E8FB-F14B-B490-A273-1466B7619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E7CB8089-FB8D-3284-9A28-958C14B4308A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2046888" cy="12675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of ways to arrange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numbers into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cycles 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FFC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Coefficients in falling factorial and rising factorial expansions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the formulas for Bell numbers and Stirling numbers of the second kind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E7CB8089-FB8D-3284-9A28-958C14B43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2046888" cy="1267591"/>
              </a:xfrm>
              <a:prstGeom prst="rect">
                <a:avLst/>
              </a:prstGeom>
              <a:blipFill>
                <a:blip r:embed="rId2"/>
                <a:stretch>
                  <a:fillRect l="-709" t="-2899" b="-10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F3B6CED5-17F3-9D4B-0B9A-71B86950B407}"/>
                  </a:ext>
                </a:extLst>
              </p:cNvPr>
              <p:cNvSpPr txBox="1"/>
              <p:nvPr/>
            </p:nvSpPr>
            <p:spPr>
              <a:xfrm>
                <a:off x="176469" y="2514533"/>
                <a:ext cx="4983223" cy="497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pos m:val="top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ba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…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F3B6CED5-17F3-9D4B-0B9A-71B86950B4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514533"/>
                <a:ext cx="4983223" cy="4974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18650018-C7DA-2F0B-C2DA-DCA1FA5403D7}"/>
                  </a:ext>
                </a:extLst>
              </p:cNvPr>
              <p:cNvSpPr txBox="1"/>
              <p:nvPr/>
            </p:nvSpPr>
            <p:spPr>
              <a:xfrm>
                <a:off x="176469" y="2976198"/>
                <a:ext cx="49832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ba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…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18650018-C7DA-2F0B-C2DA-DCA1FA5403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976198"/>
                <a:ext cx="498322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69B0B8F-4F41-37D5-0338-224E6F96230A}"/>
                  </a:ext>
                </a:extLst>
              </p:cNvPr>
              <p:cNvSpPr txBox="1"/>
              <p:nvPr/>
            </p:nvSpPr>
            <p:spPr>
              <a:xfrm>
                <a:off x="176468" y="3429000"/>
                <a:ext cx="6024278" cy="532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pos m:val="top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e>
                          </m:ba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+2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+3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=…=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69B0B8F-4F41-37D5-0338-224E6F9623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3429000"/>
                <a:ext cx="6024278" cy="532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807D8BCF-0CF6-A702-DCDF-42C4E8730178}"/>
                  </a:ext>
                </a:extLst>
              </p:cNvPr>
              <p:cNvSpPr txBox="1"/>
              <p:nvPr/>
            </p:nvSpPr>
            <p:spPr>
              <a:xfrm>
                <a:off x="144825" y="3899528"/>
                <a:ext cx="6024278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e>
                          </m:ba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−2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−3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=…=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807D8BCF-0CF6-A702-DCDF-42C4E8730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825" y="3899528"/>
                <a:ext cx="6024278" cy="46583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99BEA651-C7C4-6CDB-A69D-04A71691592A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E9C3C464-9366-2373-7479-F022A1F7F40F}"/>
              </a:ext>
            </a:extLst>
          </p:cNvPr>
          <p:cNvSpPr txBox="1"/>
          <p:nvPr/>
        </p:nvSpPr>
        <p:spPr>
          <a:xfrm>
            <a:off x="176470" y="785277"/>
            <a:ext cx="7724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 of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75236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B408C-85A1-73F9-3288-89510D315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F4242776-912F-9C91-7C4D-526725187AC6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2046888" cy="12675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of ways to arrange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numbers into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cycles 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FFC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Coefficients in falling factorial and rising factorial expansions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the formulas for Bell numbers and Stirling numbers of the second kind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F4242776-912F-9C91-7C4D-526725187A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2046888" cy="1267591"/>
              </a:xfrm>
              <a:prstGeom prst="rect">
                <a:avLst/>
              </a:prstGeom>
              <a:blipFill>
                <a:blip r:embed="rId2"/>
                <a:stretch>
                  <a:fillRect l="-709" t="-2899" b="-10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6A2EFD4B-1454-4425-DDA1-8C8194BBA8A2}"/>
                  </a:ext>
                </a:extLst>
              </p:cNvPr>
              <p:cNvSpPr txBox="1"/>
              <p:nvPr/>
            </p:nvSpPr>
            <p:spPr>
              <a:xfrm>
                <a:off x="176469" y="2514533"/>
                <a:ext cx="4983223" cy="497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pos m:val="top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ba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…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6A2EFD4B-1454-4425-DDA1-8C8194BBA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514533"/>
                <a:ext cx="4983223" cy="4974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BBD83F95-37A3-A1B2-CC79-A07C24094697}"/>
                  </a:ext>
                </a:extLst>
              </p:cNvPr>
              <p:cNvSpPr txBox="1"/>
              <p:nvPr/>
            </p:nvSpPr>
            <p:spPr>
              <a:xfrm>
                <a:off x="176469" y="2976198"/>
                <a:ext cx="49832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ba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…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BBD83F95-37A3-A1B2-CC79-A07C24094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976198"/>
                <a:ext cx="498322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4FD51008-3D73-8CF0-532C-2AE24E51ADC7}"/>
                  </a:ext>
                </a:extLst>
              </p:cNvPr>
              <p:cNvSpPr txBox="1"/>
              <p:nvPr/>
            </p:nvSpPr>
            <p:spPr>
              <a:xfrm>
                <a:off x="176468" y="3429000"/>
                <a:ext cx="10397783" cy="532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pos m:val="top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e>
                          </m:ba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+2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+3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=…=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+10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+35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+50</m:t>
                      </m:r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+24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4FD51008-3D73-8CF0-532C-2AE24E51A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3429000"/>
                <a:ext cx="10397783" cy="532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FE28581E-B48A-451D-BF23-34E48FE220AF}"/>
                  </a:ext>
                </a:extLst>
              </p:cNvPr>
              <p:cNvSpPr txBox="1"/>
              <p:nvPr/>
            </p:nvSpPr>
            <p:spPr>
              <a:xfrm>
                <a:off x="144825" y="3899528"/>
                <a:ext cx="10397783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e>
                          </m:ba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−2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−3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=…=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10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+35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50</m:t>
                      </m:r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+24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FE28581E-B48A-451D-BF23-34E48FE22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825" y="3899528"/>
                <a:ext cx="10397783" cy="46583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0048C2FC-864F-812E-BE3A-4A972EFC12A7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981C010A-F758-89A4-2C1E-6612EBC1E5B8}"/>
              </a:ext>
            </a:extLst>
          </p:cNvPr>
          <p:cNvSpPr txBox="1"/>
          <p:nvPr/>
        </p:nvSpPr>
        <p:spPr>
          <a:xfrm>
            <a:off x="176470" y="785277"/>
            <a:ext cx="7724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 of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6095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5C906-A129-62CA-5805-417A51EAD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C9649262-4E5C-CF15-598E-0FE209557241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2046888" cy="12675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of ways to arrange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numbers into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cycles 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FFC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Coefficients in falling factorial and rising factorial expansions.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the formulas for Bell numbers and Stirling numbers of the second kind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C9649262-4E5C-CF15-598E-0FE209557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2046888" cy="1267591"/>
              </a:xfrm>
              <a:prstGeom prst="rect">
                <a:avLst/>
              </a:prstGeom>
              <a:blipFill>
                <a:blip r:embed="rId2"/>
                <a:stretch>
                  <a:fillRect l="-709" t="-2899" b="-10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30F8054C-A458-4244-2C99-C61FEFE28D03}"/>
                  </a:ext>
                </a:extLst>
              </p:cNvPr>
              <p:cNvSpPr txBox="1"/>
              <p:nvPr/>
            </p:nvSpPr>
            <p:spPr>
              <a:xfrm>
                <a:off x="176469" y="2514533"/>
                <a:ext cx="4983223" cy="497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pos m:val="top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ba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…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30F8054C-A458-4244-2C99-C61FEFE28D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514533"/>
                <a:ext cx="4983223" cy="4974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8F6F28F-AE2B-5776-AEE4-9FC2CC6E60F3}"/>
                  </a:ext>
                </a:extLst>
              </p:cNvPr>
              <p:cNvSpPr txBox="1"/>
              <p:nvPr/>
            </p:nvSpPr>
            <p:spPr>
              <a:xfrm>
                <a:off x="176469" y="2976198"/>
                <a:ext cx="49832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e>
                          </m:ba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−2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…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8F6F28F-AE2B-5776-AEE4-9FC2CC6E60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976198"/>
                <a:ext cx="498322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FA59F168-D1FD-19D5-7BD2-3B04262C147B}"/>
                  </a:ext>
                </a:extLst>
              </p:cNvPr>
              <p:cNvSpPr txBox="1"/>
              <p:nvPr/>
            </p:nvSpPr>
            <p:spPr>
              <a:xfrm>
                <a:off x="176468" y="3429000"/>
                <a:ext cx="11437810" cy="9142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pos m:val="top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e>
                          </m:ba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+2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+3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=…=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FA59F168-D1FD-19D5-7BD2-3B04262C14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3429000"/>
                <a:ext cx="11437810" cy="9142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79902B55-47E7-CDF9-B3DB-204E55ACD77E}"/>
                  </a:ext>
                </a:extLst>
              </p:cNvPr>
              <p:cNvSpPr txBox="1"/>
              <p:nvPr/>
            </p:nvSpPr>
            <p:spPr>
              <a:xfrm>
                <a:off x="176468" y="4698313"/>
                <a:ext cx="11437810" cy="9142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bar>
                            <m:bar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ba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e>
                          </m:ba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−2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−3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−4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=…=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p>
                      </m:sSup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p>
                      </m:sSup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𝑥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79902B55-47E7-CDF9-B3DB-204E55ACD7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4698313"/>
                <a:ext cx="11437810" cy="9142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1203F4B3-5C11-1DDD-25D3-58A46E1610BA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22ABA0D3-B5B5-E965-414E-5828644F096B}"/>
              </a:ext>
            </a:extLst>
          </p:cNvPr>
          <p:cNvSpPr txBox="1"/>
          <p:nvPr/>
        </p:nvSpPr>
        <p:spPr>
          <a:xfrm>
            <a:off x="176470" y="785277"/>
            <a:ext cx="7724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 of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69437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D6B35-743F-A844-DFAA-A168200EE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72A444FA-B60E-99DF-A5D8-AF1732FCE178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2046888" cy="12675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FFC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of ways to arrange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rgbClr val="FFC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numbers into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rgbClr val="FFC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cycles is</a:t>
                </a:r>
                <a:r>
                  <a:rPr lang="pl-PL" sz="2400" dirty="0">
                    <a:solidFill>
                      <a:srgbClr val="FFC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pl-PL" sz="24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Coefficients in falling factorial and rising factorial expansions.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the formulas for Bell numbers and Stirling numbers of the second kind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72A444FA-B60E-99DF-A5D8-AF1732FCE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2046888" cy="1267591"/>
              </a:xfrm>
              <a:prstGeom prst="rect">
                <a:avLst/>
              </a:prstGeom>
              <a:blipFill>
                <a:blip r:embed="rId2"/>
                <a:stretch>
                  <a:fillRect l="-709" t="-2899" b="-10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A39C9B81-2D5A-644D-E2AD-D363CCC6BF4B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5482F7F5-6869-F849-AAF8-3473F38AC378}"/>
              </a:ext>
            </a:extLst>
          </p:cNvPr>
          <p:cNvSpPr txBox="1"/>
          <p:nvPr/>
        </p:nvSpPr>
        <p:spPr>
          <a:xfrm>
            <a:off x="176470" y="785277"/>
            <a:ext cx="7724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 of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0742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CECFE-C774-0A7C-2F42-5CFD3713C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9C141DD9-9EBC-DFB5-297E-B15DE686F1E4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747306" cy="1106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cycle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any permutation of the form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𝜋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pl-PL" sz="2400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9C141DD9-9EBC-DFB5-297E-B15DE686F1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747306" cy="1106970"/>
              </a:xfrm>
              <a:prstGeom prst="rect">
                <a:avLst/>
              </a:prstGeom>
              <a:blipFill>
                <a:blip r:embed="rId2"/>
                <a:stretch>
                  <a:fillRect l="-830" t="-4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515E2899-7EDA-5078-3F4B-A3B020227C80}"/>
              </a:ext>
            </a:extLst>
          </p:cNvPr>
          <p:cNvSpPr txBox="1"/>
          <p:nvPr/>
        </p:nvSpPr>
        <p:spPr>
          <a:xfrm>
            <a:off x="176470" y="1881435"/>
            <a:ext cx="117473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This permutation consists of two disjoint cycles — one of length 2 and one of length 3.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DD67D6C-4BC3-3537-F7DA-C44B17EE8666}"/>
                  </a:ext>
                </a:extLst>
              </p:cNvPr>
              <p:cNvSpPr txBox="1"/>
              <p:nvPr/>
            </p:nvSpPr>
            <p:spPr>
              <a:xfrm>
                <a:off x="176470" y="2712432"/>
                <a:ext cx="11747306" cy="10849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can write it as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𝜋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l-PL" sz="2400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l-PL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l-PL" sz="2400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pl-PL" sz="2400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pl-PL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l-PL" sz="2400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pl-PL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l-PL" sz="2400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pl-PL" sz="2400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1,3</m:t>
                          </m:r>
                        </m:e>
                      </m:d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2,4,5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DD67D6C-4BC3-3537-F7DA-C44B17EE8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712432"/>
                <a:ext cx="11747306" cy="1084977"/>
              </a:xfrm>
              <a:prstGeom prst="rect">
                <a:avLst/>
              </a:prstGeom>
              <a:blipFill>
                <a:blip r:embed="rId3"/>
                <a:stretch>
                  <a:fillRect l="-830" t="-44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93E71E47-5C4E-CA21-9B64-6DF53A7EE45D}"/>
              </a:ext>
            </a:extLst>
          </p:cNvPr>
          <p:cNvSpPr txBox="1"/>
          <p:nvPr/>
        </p:nvSpPr>
        <p:spPr>
          <a:xfrm>
            <a:off x="176470" y="3880777"/>
            <a:ext cx="117473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permutation with no smaller cycles — that is, one that moves all elements in a single closed loop — is itself a single cycle.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92810CC0-69B7-C4A9-A300-AB4CA31215AB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</p:spTree>
    <p:extLst>
      <p:ext uri="{BB962C8B-B14F-4D97-AF65-F5344CB8AC3E}">
        <p14:creationId xmlns:p14="http://schemas.microsoft.com/office/powerpoint/2010/main" val="5536357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FAC07-7E17-92B2-0AB3-DA587BBAE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69DA459F-DC27-91FD-BBAA-400A7175049E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2046888" cy="12675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FFC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of ways to arrange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rgbClr val="FFC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numbers into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rgbClr val="FFC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cycles is</a:t>
                </a:r>
                <a:r>
                  <a:rPr lang="pl-PL" sz="2400" dirty="0">
                    <a:solidFill>
                      <a:srgbClr val="FFC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pl-PL" sz="24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Coefficients in falling factorial and rising factorial expansions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the formulas for Bell numbers and Stirling numbers of the second kind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69DA459F-DC27-91FD-BBAA-400A717504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2046888" cy="1267591"/>
              </a:xfrm>
              <a:prstGeom prst="rect">
                <a:avLst/>
              </a:prstGeom>
              <a:blipFill>
                <a:blip r:embed="rId2"/>
                <a:stretch>
                  <a:fillRect l="-709" t="-2899" b="-10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91786C8-3292-DBFF-1ED5-800F3320D004}"/>
                  </a:ext>
                </a:extLst>
              </p:cNvPr>
              <p:cNvSpPr txBox="1"/>
              <p:nvPr/>
            </p:nvSpPr>
            <p:spPr>
              <a:xfrm>
                <a:off x="176470" y="2514533"/>
                <a:ext cx="1174730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how many ways can we arrange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numbers 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cycles?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91786C8-3292-DBFF-1ED5-800F3320D0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514533"/>
                <a:ext cx="11747306" cy="461665"/>
              </a:xfrm>
              <a:prstGeom prst="rect">
                <a:avLst/>
              </a:prstGeom>
              <a:blipFill>
                <a:blip r:embed="rId3"/>
                <a:stretch>
                  <a:fillRect l="-830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693B8916-FE7B-D322-2C79-CAED3D748A03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BB7BAB53-F77D-2B72-8BC5-02242366DDEE}"/>
              </a:ext>
            </a:extLst>
          </p:cNvPr>
          <p:cNvSpPr txBox="1"/>
          <p:nvPr/>
        </p:nvSpPr>
        <p:spPr>
          <a:xfrm>
            <a:off x="176470" y="785277"/>
            <a:ext cx="7724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 of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9196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18FB0-E8D3-8719-8F20-B6B246DEC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BBBA803F-DF2B-5A10-E259-BAADFEE4FB81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2046888" cy="12675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FFC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of ways to arrange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rgbClr val="FFC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numbers into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rgbClr val="FFC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cycles is</a:t>
                </a:r>
                <a:r>
                  <a:rPr lang="pl-PL" sz="2400" dirty="0">
                    <a:solidFill>
                      <a:srgbClr val="FFC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pl-PL" sz="24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Coefficients in falling factorial and rising factorial expansions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the formulas for Bell numbers and Stirling numbers of the second kind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BBBA803F-DF2B-5A10-E259-BAADFEE4F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2046888" cy="1267591"/>
              </a:xfrm>
              <a:prstGeom prst="rect">
                <a:avLst/>
              </a:prstGeom>
              <a:blipFill>
                <a:blip r:embed="rId2"/>
                <a:stretch>
                  <a:fillRect l="-709" t="-2899" b="-10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BEBA8D0-76EF-5607-E50F-52DCCCA2635F}"/>
                  </a:ext>
                </a:extLst>
              </p:cNvPr>
              <p:cNvSpPr txBox="1"/>
              <p:nvPr/>
            </p:nvSpPr>
            <p:spPr>
              <a:xfrm>
                <a:off x="176470" y="2514533"/>
                <a:ext cx="1174730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how many ways can we arrange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numbers into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cycles?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BEBA8D0-76EF-5607-E50F-52DCCCA263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514533"/>
                <a:ext cx="11747306" cy="461665"/>
              </a:xfrm>
              <a:prstGeom prst="rect">
                <a:avLst/>
              </a:prstGeom>
              <a:blipFill>
                <a:blip r:embed="rId3"/>
                <a:stretch>
                  <a:fillRect l="-830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6F89B737-D57F-470D-3939-6E7D913BE542}"/>
                  </a:ext>
                </a:extLst>
              </p:cNvPr>
              <p:cNvSpPr txBox="1"/>
              <p:nvPr/>
            </p:nvSpPr>
            <p:spPr>
              <a:xfrm>
                <a:off x="176470" y="2976198"/>
                <a:ext cx="1174730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answer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35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6F89B737-D57F-470D-3939-6E7D913BE5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976198"/>
                <a:ext cx="11747306" cy="461665"/>
              </a:xfrm>
              <a:prstGeom prst="rect">
                <a:avLst/>
              </a:prstGeom>
              <a:blipFill>
                <a:blip r:embed="rId4"/>
                <a:stretch>
                  <a:fillRect l="-830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C109223B-7322-50CA-528D-2E414B7D4823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291169F9-0FE9-2EE4-A3B0-CC23F8C22105}"/>
              </a:ext>
            </a:extLst>
          </p:cNvPr>
          <p:cNvSpPr txBox="1"/>
          <p:nvPr/>
        </p:nvSpPr>
        <p:spPr>
          <a:xfrm>
            <a:off x="176470" y="785277"/>
            <a:ext cx="7724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 of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0795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0D8A8-A447-AE76-A1EF-4EDFB2836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EB3C55C6-D2A2-6E98-6003-A411F34E0BCD}"/>
                  </a:ext>
                </a:extLst>
              </p:cNvPr>
              <p:cNvSpPr txBox="1"/>
              <p:nvPr/>
            </p:nvSpPr>
            <p:spPr>
              <a:xfrm>
                <a:off x="176470" y="1246942"/>
                <a:ext cx="12046888" cy="12675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FFC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of ways to arrange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rgbClr val="FFC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numbers into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rgbClr val="FFC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cycles is</a:t>
                </a:r>
                <a:r>
                  <a:rPr lang="pl-PL" sz="2400" dirty="0">
                    <a:solidFill>
                      <a:srgbClr val="FFC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pl-PL" sz="24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Coefficients in falling factorial and rising factorial expansions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the formulas for Bell numbers and Stirling numbers of the second kind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EB3C55C6-D2A2-6E98-6003-A411F34E0B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246942"/>
                <a:ext cx="12046888" cy="1267591"/>
              </a:xfrm>
              <a:prstGeom prst="rect">
                <a:avLst/>
              </a:prstGeom>
              <a:blipFill>
                <a:blip r:embed="rId2"/>
                <a:stretch>
                  <a:fillRect l="-709" t="-2899" b="-10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523F2B60-56E4-EF86-5A96-682FB3C1F514}"/>
              </a:ext>
            </a:extLst>
          </p:cNvPr>
          <p:cNvSpPr txBox="1"/>
          <p:nvPr/>
        </p:nvSpPr>
        <p:spPr>
          <a:xfrm>
            <a:off x="176470" y="3437863"/>
            <a:ext cx="2187168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1: (1)∘(2)∘(3 4 5)</a:t>
            </a:r>
          </a:p>
          <a:p>
            <a:r>
              <a:rPr lang="pl-PL" sz="1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2: (1)∘(2)∘(3 5 4)</a:t>
            </a:r>
          </a:p>
          <a:p>
            <a:r>
              <a:rPr lang="pl-PL" sz="1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3: (1)∘(2 3)∘(4 5)</a:t>
            </a:r>
          </a:p>
          <a:p>
            <a:r>
              <a:rPr lang="pl-PL" sz="1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4: (1)∘(2 3 4)∘(5)</a:t>
            </a:r>
          </a:p>
          <a:p>
            <a:r>
              <a:rPr lang="pl-PL" sz="1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5: (1)∘(2 3 5)∘(4)</a:t>
            </a:r>
          </a:p>
          <a:p>
            <a:r>
              <a:rPr lang="pl-PL" sz="1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6: (1)∘(2 4 3)∘(5)</a:t>
            </a:r>
          </a:p>
          <a:p>
            <a:r>
              <a:rPr lang="pl-PL" sz="1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7: (1)∘(2 4 5)∘(3)</a:t>
            </a:r>
          </a:p>
          <a:p>
            <a:r>
              <a:rPr lang="pl-PL" sz="1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8: (1)∘(2 4)∘(3 5)</a:t>
            </a:r>
          </a:p>
          <a:p>
            <a:r>
              <a:rPr lang="pl-PL" sz="1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9: (1)∘(2 5 3)∘(4)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B019340A-2175-3902-30E9-05D6955B427A}"/>
              </a:ext>
            </a:extLst>
          </p:cNvPr>
          <p:cNvSpPr txBox="1"/>
          <p:nvPr/>
        </p:nvSpPr>
        <p:spPr>
          <a:xfrm>
            <a:off x="2659091" y="3437863"/>
            <a:ext cx="2266591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10: (1)∘(2 5 4)∘(3)</a:t>
            </a:r>
          </a:p>
          <a:p>
            <a:r>
              <a:rPr lang="pl-PL" sz="1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11: (1)∘(2 5)∘(3 4)</a:t>
            </a:r>
          </a:p>
          <a:p>
            <a:r>
              <a:rPr lang="pl-PL" sz="1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12: (1 2)∘(3)∘(4 5)</a:t>
            </a:r>
          </a:p>
          <a:p>
            <a:r>
              <a:rPr lang="pl-PL" sz="1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13: (1 2)∘(3 4)∘(5)</a:t>
            </a:r>
          </a:p>
          <a:p>
            <a:r>
              <a:rPr lang="pl-PL" sz="1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14: (1 2)∘(3 5)∘(4)</a:t>
            </a:r>
          </a:p>
          <a:p>
            <a:r>
              <a:rPr lang="pl-PL" sz="1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15: (1 2 3)∘(4)∘(5)</a:t>
            </a:r>
          </a:p>
          <a:p>
            <a:r>
              <a:rPr lang="pl-PL" sz="1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16: (1 2 4)∘(3)∘(5)</a:t>
            </a:r>
          </a:p>
          <a:p>
            <a:r>
              <a:rPr lang="pl-PL" sz="1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17: (1 2 5)∘(3)∘(4)</a:t>
            </a:r>
          </a:p>
          <a:p>
            <a:r>
              <a:rPr lang="pl-PL" sz="1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18: (1 3 2)∘(4)∘(5)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4D495B4B-A543-7C75-2FD1-E5C05DA31955}"/>
              </a:ext>
            </a:extLst>
          </p:cNvPr>
          <p:cNvSpPr txBox="1"/>
          <p:nvPr/>
        </p:nvSpPr>
        <p:spPr>
          <a:xfrm>
            <a:off x="5221135" y="3429000"/>
            <a:ext cx="2266591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19: (1 3)∘(2)∘(4 5)</a:t>
            </a:r>
          </a:p>
          <a:p>
            <a:r>
              <a:rPr lang="pl-PL" sz="1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20: (1 3 4)∘(2)∘(5)</a:t>
            </a:r>
          </a:p>
          <a:p>
            <a:r>
              <a:rPr lang="pl-PL" sz="1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21: (1 3 5)∘(2)∘(4)</a:t>
            </a:r>
          </a:p>
          <a:p>
            <a:r>
              <a:rPr lang="pl-PL" sz="1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22: (1 3)∘(2 4)∘(5)</a:t>
            </a:r>
          </a:p>
          <a:p>
            <a:r>
              <a:rPr lang="pl-PL" sz="1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23: (1 3)∘(2 5)∘(4)</a:t>
            </a:r>
          </a:p>
          <a:p>
            <a:r>
              <a:rPr lang="pl-PL" sz="1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24: (1 4 2)∘(3)∘(5)</a:t>
            </a:r>
          </a:p>
          <a:p>
            <a:r>
              <a:rPr lang="pl-PL" sz="1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25: (1 4 3)∘(2)∘(5)</a:t>
            </a:r>
          </a:p>
          <a:p>
            <a:r>
              <a:rPr lang="pl-PL" sz="1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26: (1 4 5)∘(2)∘(3)</a:t>
            </a:r>
          </a:p>
          <a:p>
            <a:r>
              <a:rPr lang="pl-PL" sz="1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27: (1 4)∘(2)∘(3 5)</a:t>
            </a:r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2B689BCD-B471-A819-34FD-96383E7459A6}"/>
              </a:ext>
            </a:extLst>
          </p:cNvPr>
          <p:cNvSpPr txBox="1"/>
          <p:nvPr/>
        </p:nvSpPr>
        <p:spPr>
          <a:xfrm>
            <a:off x="7783179" y="3437863"/>
            <a:ext cx="2266591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28: (1 4)∘(2 3)∘(5)</a:t>
            </a:r>
          </a:p>
          <a:p>
            <a:r>
              <a:rPr lang="pl-PL" sz="1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29: (1 4)∘(2 5)∘(3)</a:t>
            </a:r>
          </a:p>
          <a:p>
            <a:r>
              <a:rPr lang="pl-PL" sz="1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30: (1 5 2)∘(3)∘(4)</a:t>
            </a:r>
          </a:p>
          <a:p>
            <a:r>
              <a:rPr lang="pl-PL" sz="1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31: (1 5 3)∘(2)∘(4)</a:t>
            </a:r>
          </a:p>
          <a:p>
            <a:r>
              <a:rPr lang="pl-PL" sz="1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32: (1 5 4)∘(2)∘(3)</a:t>
            </a:r>
          </a:p>
          <a:p>
            <a:r>
              <a:rPr lang="pl-PL" sz="1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33: (1 5)∘(2)∘(3 4)</a:t>
            </a:r>
          </a:p>
          <a:p>
            <a:r>
              <a:rPr lang="pl-PL" sz="1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34: (1 5)∘(2 3)∘(4)</a:t>
            </a:r>
          </a:p>
          <a:p>
            <a:r>
              <a:rPr lang="pl-PL" sz="1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35: (1 5)∘(2 4)∘(3)</a:t>
            </a:r>
            <a:endParaRPr lang="en-US" sz="1700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BD7E402F-6A12-2B3F-9869-E88ECDFF77F2}"/>
              </a:ext>
            </a:extLst>
          </p:cNvPr>
          <p:cNvSpPr txBox="1"/>
          <p:nvPr/>
        </p:nvSpPr>
        <p:spPr>
          <a:xfrm>
            <a:off x="952605" y="-45720"/>
            <a:ext cx="10286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A3E9BD8B-4919-8B76-06D4-234DB706BEC4}"/>
              </a:ext>
            </a:extLst>
          </p:cNvPr>
          <p:cNvSpPr txBox="1"/>
          <p:nvPr/>
        </p:nvSpPr>
        <p:spPr>
          <a:xfrm>
            <a:off x="176470" y="785277"/>
            <a:ext cx="7724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Applications of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Stirling numbers of the first kind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2B901DC2-33A9-8517-A2EA-57D882377337}"/>
                  </a:ext>
                </a:extLst>
              </p:cNvPr>
              <p:cNvSpPr txBox="1"/>
              <p:nvPr/>
            </p:nvSpPr>
            <p:spPr>
              <a:xfrm>
                <a:off x="176470" y="2514533"/>
                <a:ext cx="1174730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how many ways can we arrange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numbers into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cycles?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2B901DC2-33A9-8517-A2EA-57D882377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514533"/>
                <a:ext cx="11747306" cy="461665"/>
              </a:xfrm>
              <a:prstGeom prst="rect">
                <a:avLst/>
              </a:prstGeom>
              <a:blipFill>
                <a:blip r:embed="rId3"/>
                <a:stretch>
                  <a:fillRect l="-830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36A2603F-436C-73F2-97F4-A91B35558C7B}"/>
                  </a:ext>
                </a:extLst>
              </p:cNvPr>
              <p:cNvSpPr txBox="1"/>
              <p:nvPr/>
            </p:nvSpPr>
            <p:spPr>
              <a:xfrm>
                <a:off x="176470" y="2976198"/>
                <a:ext cx="1174730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answer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35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36A2603F-436C-73F2-97F4-A91B35558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976198"/>
                <a:ext cx="11747306" cy="461665"/>
              </a:xfrm>
              <a:prstGeom prst="rect">
                <a:avLst/>
              </a:prstGeom>
              <a:blipFill>
                <a:blip r:embed="rId4"/>
                <a:stretch>
                  <a:fillRect l="-830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1202CC8A-717D-CFD8-7B07-BA9787F4B8F0}"/>
                  </a:ext>
                </a:extLst>
              </p14:cNvPr>
              <p14:cNvContentPartPr/>
              <p14:nvPr/>
            </p14:nvContentPartPr>
            <p14:xfrm>
              <a:off x="9283680" y="730080"/>
              <a:ext cx="1860840" cy="2489760"/>
            </p14:xfrm>
          </p:contentPart>
        </mc:Choice>
        <mc:Fallback xmlns=""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1202CC8A-717D-CFD8-7B07-BA9787F4B8F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274320" y="720720"/>
                <a:ext cx="1879560" cy="250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49205500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2301</TotalTime>
  <Words>2981</Words>
  <Application>Microsoft Office PowerPoint</Application>
  <PresentationFormat>Panoramiczny</PresentationFormat>
  <Paragraphs>317</Paragraphs>
  <Slides>49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49</vt:i4>
      </vt:variant>
    </vt:vector>
  </HeadingPairs>
  <TitlesOfParts>
    <vt:vector size="55" baseType="lpstr">
      <vt:lpstr>Arial</vt:lpstr>
      <vt:lpstr>Calibri</vt:lpstr>
      <vt:lpstr>Calibri Light</vt:lpstr>
      <vt:lpstr>Cambria Math</vt:lpstr>
      <vt:lpstr>Verdana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Karol Kurek</dc:creator>
  <cp:lastModifiedBy>Karol Kurek</cp:lastModifiedBy>
  <cp:revision>125</cp:revision>
  <dcterms:created xsi:type="dcterms:W3CDTF">2024-10-31T12:17:59Z</dcterms:created>
  <dcterms:modified xsi:type="dcterms:W3CDTF">2025-10-16T12:19:18Z</dcterms:modified>
</cp:coreProperties>
</file>