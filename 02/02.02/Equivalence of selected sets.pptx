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307" r:id="rId4"/>
    <p:sldId id="306" r:id="rId5"/>
    <p:sldId id="305" r:id="rId6"/>
    <p:sldId id="304" r:id="rId7"/>
    <p:sldId id="303" r:id="rId8"/>
    <p:sldId id="302" r:id="rId9"/>
    <p:sldId id="268" r:id="rId10"/>
    <p:sldId id="269" r:id="rId11"/>
    <p:sldId id="270" r:id="rId12"/>
    <p:sldId id="274" r:id="rId13"/>
    <p:sldId id="310" r:id="rId14"/>
    <p:sldId id="309" r:id="rId15"/>
    <p:sldId id="308" r:id="rId16"/>
    <p:sldId id="278" r:id="rId17"/>
    <p:sldId id="313" r:id="rId18"/>
    <p:sldId id="312" r:id="rId19"/>
    <p:sldId id="311" r:id="rId20"/>
    <p:sldId id="314" r:id="rId21"/>
    <p:sldId id="315" r:id="rId22"/>
    <p:sldId id="285" r:id="rId23"/>
    <p:sldId id="319" r:id="rId24"/>
    <p:sldId id="318" r:id="rId25"/>
    <p:sldId id="317" r:id="rId26"/>
    <p:sldId id="316" r:id="rId27"/>
    <p:sldId id="288" r:id="rId28"/>
    <p:sldId id="321" r:id="rId29"/>
    <p:sldId id="320" r:id="rId30"/>
    <p:sldId id="301" r:id="rId31"/>
    <p:sldId id="333" r:id="rId32"/>
    <p:sldId id="332" r:id="rId33"/>
    <p:sldId id="331" r:id="rId34"/>
    <p:sldId id="330" r:id="rId35"/>
    <p:sldId id="329" r:id="rId36"/>
    <p:sldId id="328" r:id="rId37"/>
    <p:sldId id="327" r:id="rId38"/>
    <p:sldId id="326" r:id="rId39"/>
    <p:sldId id="325" r:id="rId40"/>
    <p:sldId id="324" r:id="rId41"/>
    <p:sldId id="323" r:id="rId42"/>
    <p:sldId id="322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6-10T08:35:26.0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3369 10883 0,'0'18'125,"-18"-18"-109,18 17 15,-17-17 1,17 18-17,0 0 16,0-1-15,0 1 0,0 17 15,0-17-15,17-18-1,-34 35 16,17-17-15,0 35 15,0-36-15,-18 1 0,18-36 15</inkml:trace>
  <inkml:trace contextRef="#ctx0" brushRef="#br0" timeOffset="836.6">3193 11148 0,'17'17'78,"-17"1"-63,18 0 1,0-1 0,17 36 15,-18-35-15,-17 0-16,18-1 15,0 1 16,-1-18-15,1-35 0,0 17-1,17-53 1,-17 18 0,-1-17-1</inkml:trace>
  <inkml:trace contextRef="#ctx0" brushRef="#br0" timeOffset="5963.62">4145 10918 0,'-17'0'31,"17"36"78,0 34-93,0 1 0,0-18-1,0-18-15,0 0 16,0 18 0,17-35 15</inkml:trace>
  <inkml:trace contextRef="#ctx0" brushRef="#br0" timeOffset="6377.32">4022 11201 0,'17'35'15,"19"53"17,-19-35-17,1-35 1,17-1 0,18-52-1,-18-18 1,18-35-1,-17 35 1</inkml:trace>
  <inkml:trace contextRef="#ctx0" brushRef="#br0" timeOffset="7197.52">4886 10936 0,'0'18'62,"0"17"-46,0 0 0,0 36-1,-18 35 17,1-89-17</inkml:trace>
  <inkml:trace contextRef="#ctx0" brushRef="#br0" timeOffset="7634.68">4780 11130 0,'18'35'31,"17"54"0,-17-54-15,-1-17 0,1-1-1,17-34 1,18-19-1,-35 1 1,-1-36 0</inkml:trace>
  <inkml:trace contextRef="#ctx0" brushRef="#br0" timeOffset="8935.83">5680 10901 0,'17'35'62,"-17"-17"-46,-17 88-1,17-53 1,-18-18-16,-17 88 31,35-87-15,-18-1 0</inkml:trace>
  <inkml:trace contextRef="#ctx0" brushRef="#br0" timeOffset="9265.76">5592 11148 0,'17'0'16,"-17"17"0,18 36-1,-18 0 1,17 0 0,1 0-1,0-53 1,-1 0-1,72-141 1,-72 106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6-10T08:46:00.2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20408 8308 0,'0'-18'16,"0"1"15,18 17 1,-1 17-17,19 1 16,-1 17 1,-17 36-1,-18-54-15,17 54 15,19-53-16,-19-36 1,19-35 0,-19 0-1,1 0 1,-18 36-16,0-89 31,0 35-15,0 36-1,0 0 1,17-1 0,-17 19 15,18-1-15,17 18 15,1-18-16,-19 18 1,107 0 15,-54-17-15,-17 17 0,-35 0-16,52 0 31,-34 0-16,-1 17 1,18 1 15,-53 0-15,0-1 0,-18 72 15,18-72-31,-70 54 31</inkml:trace>
  <inkml:trace contextRef="#ctx0" brushRef="#br0" timeOffset="544.26">20796 8273 0,'36'-18'31,"16"18"0,-16 0-15,-1 35 15,-53 1-15,-17 16-1,0-16 1,35-19-16,0 54 31,53-53-15,0-36 0,-36 18-16</inkml:trace>
  <inkml:trace contextRef="#ctx0" brushRef="#br0" timeOffset="940.04">20373 8678 0,'88'18'31,"-176"-36"-31,458 36 31,-70-53 0,-176 35-15,-89 0 0</inkml:trace>
  <inkml:trace contextRef="#ctx0" brushRef="#br0" timeOffset="1466.86">20673 8855 0,'0'0'0,"17"-18"16,1 18-1,17 0 1,-17 0-16,35 0 31,-53 18-15,0-1 0,-18 19-1,54-19 1,-1 1-1,18 0 1,-36-18 0,-17 35-1,-123 35 17,52-34-17,18-54 1,53-53-1</inkml:trace>
  <inkml:trace contextRef="#ctx0" brushRef="#br0" timeOffset="2088.1">21713 8590 0,'0'0'0,"0"-17"15,0-19 17,-17 19-17,-18-1 16,-54 89 1,54-19-17,0 37 1,88 16 15,0-87-15,-18-53-1</inkml:trace>
  <inkml:trace contextRef="#ctx0" brushRef="#br0" timeOffset="2264.5">21519 8731 0,'53'0'16,"18"0"15,-53 0-15</inkml:trace>
  <inkml:trace contextRef="#ctx0" brushRef="#br0" timeOffset="3023.72">21819 8872 0,'18'0'16,"17"-53"15,18 1-15,-35 16-1,70-105 1,18-53 15,-71 88 0,-17 71-15,-18 70 31,0 71-31,0-71-16,-18 18 15,0 159 1,1-177-16,17 71 31,-18-106-15</inkml:trace>
  <inkml:trace contextRef="#ctx0" brushRef="#br0" timeOffset="3577.2">21978 8714 0,'18'0'16,"-1"0"-1,72 0 1,-19-18 0,-35 0-1,-17 18 1</inkml:trace>
  <inkml:trace contextRef="#ctx0" brushRef="#br0" timeOffset="7580.5">21696 9296 0,'0'-18'32,"-18"18"46,18-18-63,-17 18 1,-1-17 0,0 17-16,-35 0 31,0 0-16,18 35 1,-18 0 0,18 71 15,53-53-15,-1-35-16,1-1 15,0-17-15,17 18 16,-18-36-1</inkml:trace>
  <inkml:trace contextRef="#ctx0" brushRef="#br0" timeOffset="7905.99">21502 9366 0,'35'0'31,"-17"36"-15,52 16 15,-34-34-15</inkml:trace>
  <inkml:trace contextRef="#ctx0" brushRef="#br0" timeOffset="8546.28">21802 9631 0,'0'-18'0,"17"-35"31,1 18-16,35-36 1,0 1 0,-18 17-1,0-35 1,-17 70 0,-18-17-1,18 17 16,-18 36-15,0 0-16,0 34 16,0 72-1,-18 52 17</inkml:trace>
  <inkml:trace contextRef="#ctx0" brushRef="#br0" timeOffset="8749.58">21925 9525 0,'18'-18'31,"-36"36"-31,89-36 31,-71 36-15</inkml:trace>
  <inkml:trace contextRef="#ctx0" brushRef="#br0" timeOffset="9028.95">22137 9596 0,'35'-18'16,"-17"18"-1,-18 35 1,-18 18-1,18 0 1,0-18 0,35-35-1,18 0 1,-17-17-16</inkml:trace>
  <inkml:trace contextRef="#ctx0" brushRef="#br0" timeOffset="14068.59">23989 8008 0,'18'-18'31,"34"18"0,-34 0-31,17 0 32,-35 18-17,-35 35 1,-18 0-1,18 0 1,0 0 0,35-18-1,53-17 1,35-18 0,-18-18-1,-17 0 1</inkml:trace>
  <inkml:trace contextRef="#ctx0" brushRef="#br0" timeOffset="14436.26">23777 8431 0,'0'0'0,"141"36"32,106-36-1,-35-18 0,-194 18-15</inkml:trace>
  <inkml:trace contextRef="#ctx0" brushRef="#br0" timeOffset="14872.69">23865 8625 0,'0'0'0,"18"0"15,0 0-15,17 18 16,18-18-1,0 0 1,0 0 0,-18-18-1,-17 18-15,-54 18 32,-122 158-1,105-105-16,17-18 1,19-35 0</inkml:trace>
  <inkml:trace contextRef="#ctx0" brushRef="#br0" timeOffset="15035.29">23724 8819 0,'18'-17'15,"0"17"1,123 17 0,-53-17-1,18 0 1,-53-17 0</inkml:trace>
  <inkml:trace contextRef="#ctx0" brushRef="#br0" timeOffset="16768.11">24906 8255 0,'0'-18'0,"0"1"31,-18 17-15,-34 17-1,34 1 1,0 0-16,-35 87 31,53-34-15,0-53-1,36 52 1,34-70 15,-70-17-15</inkml:trace>
  <inkml:trace contextRef="#ctx0" brushRef="#br0" timeOffset="16935.54">24730 8467 0,'17'-18'15,"1"18"1,70-35 0,-53 35-1,1-18 1</inkml:trace>
  <inkml:trace contextRef="#ctx0" brushRef="#br0" timeOffset="18327.28">25065 8555 0,'0'-18'62,"35"1"-46,-17-36 0,17 0-1,18-18 1,-18-17-1,-17 35 1,17-17 0,0 17-1,-17 17 1,17 1 15,-35 53-15,-17 52-1,-1 1 1,0 176 15,1-159-15,17-35 15</inkml:trace>
  <inkml:trace contextRef="#ctx0" brushRef="#br0" timeOffset="18485.63">25118 8467 0,'35'0'31,"36"17"0,-54-17-15</inkml:trace>
  <inkml:trace contextRef="#ctx0" brushRef="#br0" timeOffset="19100.84">25435 8590 0,'18'-17'31,"0"34"-16,17 1 1,0-1 0,-17 1-1,-36 70 17,-17-35-17,35-18 1,17 1-1,36-54 1</inkml:trace>
  <inkml:trace contextRef="#ctx0" brushRef="#br0" timeOffset="22434.16">26917 7938 0,'0'-36'16,"0"19"0,0-1-1,0 0 1,0 36 15,-18 17-15,18 1-1,-70 193 1,70-176 0,0 88-1,0-124-15,106 36 32,-71-53-17,0-17-15</inkml:trace>
  <inkml:trace contextRef="#ctx0" brushRef="#br0" timeOffset="23763.57">27129 8308 0,'0'-35'31,"-18"52"16,-17 19-32,17 52 1,18-53 0,35 0-1,18-52 1,-35-1-16,35-17 16,-18-36-1,-53 36 1,-34-18-1,-72 88 17,106 36-17,18-54-15</inkml:trace>
  <inkml:trace contextRef="#ctx0" brushRef="#br0" timeOffset="24252.28">27411 8378 0,'-18'-35'31,"36"70"-31,-89-17 31,89 53 1,35-71-17,0-36 1,-18-17 0,-53-35 15,-17 88-16,-18 36 1,18 16 0,17 1-1</inkml:trace>
  <inkml:trace contextRef="#ctx0" brushRef="#br0" timeOffset="24530.19">27464 8396 0,'0'18'31,"-18"158"1,0-52-17,-17 34 16,-18-105-15,-35-70 15,70-36-15,18 17-16,-17-34 16</inkml:trace>
  <inkml:trace contextRef="#ctx0" brushRef="#br0" timeOffset="25833.56">27640 8520 0,'18'-18'15,"17"18"17,-17-18-17,17 18 1,-35 18-1,0-18 1,-18 18 0,1 17-1,-1-17 1,18 17 0,35 0-1,-17-35-15,0 18 16,17 35 15,-53-36-15,-35 1-1,18 0 1,17-18-16,-17-18 31</inkml:trace>
  <inkml:trace contextRef="#ctx0" brushRef="#br0" timeOffset="27114.16">28011 8061 0,'0'-18'16,"0"1"0,0-1-1,17 18 1,36 0-1,-18 18 1,1-1 0,-36 1-1,-18 35 1,-17 17 0,-18 19-1,53-36 1,53-1-1,0-34 1,-18 0 0</inkml:trace>
  <inkml:trace contextRef="#ctx0" brushRef="#br0" timeOffset="28299.72">28751 8202 0,'18'-18'15,"-18"1"1,0-1 0,0 1 15,-35 17-15,-36 52 15,18 19-16,36-18 1,17 17 0,0-52-1,70 35 1,1-71 0,-54 1-1</inkml:trace>
  <inkml:trace contextRef="#ctx0" brushRef="#br0" timeOffset="28499.04">28593 8290 0,'17'0'15,"1"0"1,52-17-1,1 17 1,-36 0 0,-17-18-16</inkml:trace>
  <inkml:trace contextRef="#ctx0" brushRef="#br0" timeOffset="29474.81">28945 8449 0,'0'-18'31,"18"1"-15,53-71 15,-18 35-15,52-106 15,-69 71-15,-19 52-1,19-34 1,-19 17 15,-17 106 0,0-18-31,-35 177 32,0-89-17,17-35 1,0-52-1,1-19 1</inkml:trace>
  <inkml:trace contextRef="#ctx0" brushRef="#br0" timeOffset="29670.15">29104 8308 0,'18'-18'31,"-36"36"-31,89-36 31,-36 18-15,-17 18 0</inkml:trace>
  <inkml:trace contextRef="#ctx0" brushRef="#br0" timeOffset="29983.1">29298 8396 0,'35'0'31,"-70"0"-31,88 53 31,-71-35-31,18-1 0,-35 54 32,35-18-17,53-18 1,35-17-1,1-18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6-10T08:49:26.4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19438 12735 0,'18'-17'0,"-1"-1"15,54-88 17,-53 71-17,-1 17-15,54-88 31,-36 36-15,0-1 0,53-17 15,-52 35-15,-19 18-1,1 17 1,0 1-1,-18 70 32,17 35-31,-34 53 0,17-18-1,0-17 1,0-53-1</inkml:trace>
  <inkml:trace contextRef="#ctx0" brushRef="#br0" timeOffset="233.86">19614 12506 0,'0'0'16,"89"18"15,-1-36-15,-18 18-1</inkml:trace>
  <inkml:trace contextRef="#ctx0" brushRef="#br0" timeOffset="3907.91">20197 12506 0,'35'18'47,"-18"-1"-31,1-17-16,17 18 15,18-18 1,0-18 0,-35 1-1</inkml:trace>
  <inkml:trace contextRef="#ctx0" brushRef="#br0" timeOffset="4126.21">20267 12435 0,'53'0'31,"-106"0"-31,124 18 16,-54-18-16,19 18 15,-19-18-15</inkml:trace>
  <inkml:trace contextRef="#ctx0" brushRef="#br0" timeOffset="5050.6">20937 11977 0,'-17'-18'31,"17"1"-15,-18 17 15,18 35-15,-18 53-1,-17 35 1,-35 124 15,52-176-15,0-53-1,1 17 1,34-88 15,19 18-15,17 70 15,-53 18-15,-18 53-1,-17 0 1,35-36 0,17 1-1,-17-54-15,18 1 16</inkml:trace>
  <inkml:trace contextRef="#ctx0" brushRef="#br0" timeOffset="10545.01">21149 12171 0,'0'-18'62,"0"36"-15,0 17-31,0 18-1,0-18 1,18 1-1,-18-19 1,35-70 15,0-53 1,-17 36-17,0-1 1,-18 54-1,17-71 1,1 52 0,-1 36-1,-17-17 1,36 17 0,-1 0-1,-17 0 1,87 17 15,-87-17-31,0 0 16,52 18-1,-34-18 1,-19 0 0,1 18-1,-18 17 1,0 18-1,0-18 1,-18 36 15</inkml:trace>
  <inkml:trace contextRef="#ctx0" brushRef="#br0" timeOffset="11124.36">21343 12153 0,'18'-17'16,"35"34"15,-18-17-16,-17 0-15,-1 18 16,1-1 0,-36 19-1,-17-1 1,35-17-16,-18 17 16,18 0-1,0-17-15,71 0 31,-54-36-15</inkml:trace>
  <inkml:trace contextRef="#ctx0" brushRef="#br0" timeOffset="11444.83">20990 12524 0,'0'0'0,"18"-18"16,105 36-1,-52-18 1,-36 0-16,1 17 16,105-17-1,-124 0-15,107-17 32</inkml:trace>
  <inkml:trace contextRef="#ctx0" brushRef="#br0" timeOffset="11967.23">21220 12735 0,'17'0'15,"1"0"1,35 18-1,-36 0 1,19-1 0,-54 18 15,18-17-15,-18 17-1,71 18 16,-35-35-15,-36 17 0,-52 1 15,35-19-15,17-34-16,0 17 15</inkml:trace>
  <inkml:trace contextRef="#ctx0" brushRef="#br0" timeOffset="12266.53">21872 12912 0,'-17'0'0,"-36"123"16,53-105-1,-36 52 1,54-70 0</inkml:trace>
  <inkml:trace contextRef="#ctx0" brushRef="#br0" timeOffset="13166.17">22260 12100 0,'0'-17'0,"18"17"31,17 0-15,-17 0-16,-1 0 15,54 17 1,-71 36 15,-35-18-15,-1 18 0,19-17-1,-1 34 1,53-17-1,18-35 1,-35-36 0</inkml:trace>
  <inkml:trace contextRef="#ctx0" brushRef="#br0" timeOffset="14030.89">22172 12594 0,'35'0'16,"1"18"-1,-1-18-15,-17 0 16,123 17-1,-106-34 1,88-1 0,-105 18-16</inkml:trace>
  <inkml:trace contextRef="#ctx0" brushRef="#br0" timeOffset="14481.43">22296 12806 0,'-18'0'16,"53"17"15,-17-17-15,52 18-1,1-18 1,-36-18 15,-52 54-15,-36 17-1,17-36 1,-69 124 0,105-123-1,-36 53 1</inkml:trace>
  <inkml:trace contextRef="#ctx0" brushRef="#br0" timeOffset="14639.8">22225 13053 0,'0'-18'0,"0"36"0,18-53 16,52 17-1,1 18 1,-36 18-16,89-36 31</inkml:trace>
  <inkml:trace contextRef="#ctx0" brushRef="#br0" timeOffset="15379.51">22913 12647 0,'0'18'0,"-35"123"31,17-88-15</inkml:trace>
  <inkml:trace contextRef="#ctx0" brushRef="#br0" timeOffset="16485.59">23372 12153 0,'-18'18'31,"-17"35"-15,35-18 0,0 0-1,88 1 16,-53-36-15,-17 0 0,-18 35-1,-36 0 1,1 0 0,0-17 15,17-36-16</inkml:trace>
  <inkml:trace contextRef="#ctx0" brushRef="#br0" timeOffset="16625.78">23389 12188 0,'18'-17'0,"-36"34"0,177-69 31,-71 69 0</inkml:trace>
  <inkml:trace contextRef="#ctx0" brushRef="#br0" timeOffset="16939.5">23178 12629 0,'0'0'0,"88"0"16,-35 0 0,52 18-1,-52-18-15,106-18 32</inkml:trace>
  <inkml:trace contextRef="#ctx0" brushRef="#br0" timeOffset="17397.8">23442 12859 0,'0'0'0,"-35"0"15,17 17-15,-88 107 31,106-89-15,0 89 0,36-107-1,-19-17-15,19 0 16,34-70 0,-123 34 15,-35 72-16,70-19 1,-17 36 0</inkml:trace>
  <inkml:trace contextRef="#ctx0" brushRef="#br0" timeOffset="18919.86">24077 12682 0,'0'53'31,"-35"18"-15,-36 52 15,71-105-31</inkml:trace>
  <inkml:trace contextRef="#ctx0" brushRef="#br0" timeOffset="20550.21">24518 12171 0,'0'-18'32,"-35"124"-1,0 35-16,17-35 1,18-71-16,0 53 16,0 18-1,18-88-15,17 0 16</inkml:trace>
  <inkml:trace contextRef="#ctx0" brushRef="#br0" timeOffset="20859.45">24642 12629 0,'-53'53'31,"106"-106"-31,-142 195 32,89-125-32,89 18 31,-19-70-16,-17 0 1,-35-36 0,-36 71-1,-53 0 1,54 18-16,-71 70 31,105-35-15</inkml:trace>
  <inkml:trace contextRef="#ctx0" brushRef="#br0" timeOffset="21157.94">24924 12718 0,'-36'17'31,"72"-34"-31,-54 105 32,89-106-1,-18-17-15,-36 17-16,-17 1 15,-106 17 16,53 53-15,36-18 0,-1 0-1</inkml:trace>
  <inkml:trace contextRef="#ctx0" brushRef="#br0" timeOffset="21406.16">25065 12753 0,'-18'0'0,"36"0"0,-53 0 16,17 18-1,0 70 1,18-35-16,-17 35 16,-1 53-1,-17-35 1,17-36-1,-35-70 1,-35 0 0</inkml:trace>
  <inkml:trace contextRef="#ctx0" brushRef="#br0" timeOffset="23398.27">25171 12841 0,'17'0'187,"1"0"-171,0 18 0,-1-1 15,-34 1-15,-1 0-1,0-1 1,1 1-1,34-18 1,1 0 0,0 18-1,-1-18-15,19 35 32,-54 0-17,-35 0 16,35-35-15,1-17 0</inkml:trace>
  <inkml:trace contextRef="#ctx0" brushRef="#br0" timeOffset="24375.15">25435 12347 0,'0'-17'31,"18"-1"1,0 0-1,-1 36-15,1 0-1,17 17 1,-35 71 15,-70 0 0,70-89-31,-18 18 16,18 18 0,18 18-1,70-36 16,-71-35-31</inkml:trace>
  <inkml:trace contextRef="#ctx0" brushRef="#br0" timeOffset="30892.04">25929 12788 0,'18'0'0,"-18"-17"31,0 52 47,-18 18-62,1-18-16,-36 124 31,35-142-16</inkml:trace>
  <inkml:trace contextRef="#ctx0" brushRef="#br0" timeOffset="32749.47">26317 12347 0,'18'0'63,"17"-17"-48,-17-1-15,88-70 31,-36 17 1,-52 36-17,-1 17 1,-34 106 15,-1 1-15,18-19-1,18-52 1</inkml:trace>
  <inkml:trace contextRef="#ctx0" brushRef="#br0" timeOffset="32968.14">26370 12471 0,'35'17'31,"-70"-34"-31,194 52 32,-141-35-32,17 0 15,0 0-15</inkml:trace>
  <inkml:trace contextRef="#ctx0" brushRef="#br0" timeOffset="33310.44">26423 12735 0,'71'18'31,"-18"17"0,-36 0-15,-17 1-1,0-1 1,18 0 0,52-52-1,1-1 1,-18 0-16</inkml:trace>
  <inkml:trace contextRef="#ctx0" brushRef="#br0" timeOffset="33747.19">27058 12735 0,'0'0'0,"-35"106"16,0 0-1,35-18 16,17-88-31</inkml:trace>
  <inkml:trace contextRef="#ctx0" brushRef="#br0" timeOffset="34192.56">27287 12365 0,'-17'18'15,"34"-18"1,19-18 0,34 0-1,1-17 1,-1-18 0,-34 18-1,-19 35-15,-17 35 31,-17 18-15,17-18-16,0 53 31</inkml:trace>
  <inkml:trace contextRef="#ctx0" brushRef="#br0" timeOffset="34389.4">27305 12559 0,'0'18'16,"0"-36"-16,18 53 16,70-17-1,-18-18 1,19-18 15</inkml:trace>
  <inkml:trace contextRef="#ctx0" brushRef="#br0" timeOffset="34812.04">27446 12788 0,'53'0'31,"-35"0"-31,-89 0 0,212 18 31,-123-18-31,-18 17 16,-35 19 0,-1-1-1,19 0 1,70 18 15,-18-35-15,-35 17 15,-71-17-15,18-1-1,0-34 1,53-1 0</inkml:trace>
  <inkml:trace contextRef="#ctx0" brushRef="#br0" timeOffset="35765.69">27993 12859 0,'-18'35'16,"1"36"0,-1-54-16,-35 107 31,71-124-16</inkml:trace>
  <inkml:trace contextRef="#ctx0" brushRef="#br0" timeOffset="36347.43">28381 12383 0,'18'0'31,"17"-18"0,0-17-15,89-36 15,-89 36-15,-35 17-16,53-35 31,-71 88 0,1 54-15,-19 69 15,36-122-15</inkml:trace>
  <inkml:trace contextRef="#ctx0" brushRef="#br0" timeOffset="36563.91">28363 12647 0,'53'18'15,"124"-1"17,-19-17-17,-105-17 1,-35 17-16</inkml:trace>
  <inkml:trace contextRef="#ctx0" brushRef="#br0" timeOffset="36937.8">28646 12806 0,'0'0'0,"-36"35"47,-17 71-16,53-88-31,0 17 16,36 0-1,17-35 1,-18 0-1,-18 18 1,-34 35 0,-36 17 15,71-52-31</inkml:trace>
  <inkml:trace contextRef="#ctx0" brushRef="#br0" timeOffset="37298.67">29175 12771 0,'-36'70'31,"-69"142"1,105-177-17,35-35 1</inkml:trace>
  <inkml:trace contextRef="#ctx0" brushRef="#br0" timeOffset="37752.76">29457 12471 0,'18'0'31,"17"0"0,35-36-15,19 1 0,34-71 15,-70 71-16,-53 17-15,0 18 32,-35 53-17,-18 53 1,18 18 0,-1-36 15</inkml:trace>
  <inkml:trace contextRef="#ctx0" brushRef="#br0" timeOffset="37901.9">29475 12682 0,'35'36'31,"124"-19"0,-89-17-15,-17-17 0</inkml:trace>
  <inkml:trace contextRef="#ctx0" brushRef="#br0" timeOffset="38269.9">29580 12929 0,'0'0'0,"-35"18"16,-18 88 15,71-53-16,17-36 1,36 1 0,-36 0-1,0-1 1,-52 19 0,-1-1-1,0-35-15,-70 17 31,35-34-15,36-18 0</inkml:trace>
  <inkml:trace contextRef="#ctx0" brushRef="#br0" timeOffset="38405.83">29528 13018 0,'17'-18'0,"-34"36"0,87-89 15,-52 71-15,88-18 31,-1 18-15,1-17 15</inkml:trace>
  <inkml:trace contextRef="#ctx0" brushRef="#br0" timeOffset="38748.98">30215 12929 0,'-17'36'31,"-71"140"0,70-105-15,18-36-1,18-35-15</inkml:trace>
  <inkml:trace contextRef="#ctx0" brushRef="#br0" timeOffset="39017.04">30621 12894 0,'18'0'31,"-18"0"0</inkml:trace>
  <inkml:trace contextRef="#ctx0" brushRef="#br0" timeOffset="39153.93">30745 12912 0,'35'-18'63</inkml:trace>
  <inkml:trace contextRef="#ctx0" brushRef="#br0" timeOffset="39296.26">30974 12894 0,'18'18'31,"-36"-36"-31,53 53 32,0-88-1</inkml:trace>
  <inkml:trace contextRef="#ctx0" brushRef="#br0" timeOffset="40500.08">31362 12118 0,'18'0'0,"-18"-18"15,17 1 16,1 34-15,-36 89 15,-17-18-15,0 18 0,35 106 15,35-177-16,0-17 1,-17-18-16,17-36 31,-35 19-15,-17-1-16,-19 1 31,1 34-15,17-17-16,18 53 15,-17-35-15,34 211 32,-17-105-17,-17-89-15,-1 71 16,-17-18 0,-36-18-1,1-17 1,-54-53-1</inkml:trace>
  <inkml:trace contextRef="#ctx0" brushRef="#br0" timeOffset="46392.12">19844 14111 0,'0'-18'16,"-18"1"15,-17 34-15,-18 1 15,-18 0-16,18 35 1,-17 17 0,52-17-1,1 53 1,17-71-16,17 18 16,89 0-1,-71-35-15,159-36 31</inkml:trace>
  <inkml:trace contextRef="#ctx0" brushRef="#br0" timeOffset="48987.23">20249 14358 0,'18'0'0,"0"0"31,52 18 1,-34-1-17,34-17 16</inkml:trace>
  <inkml:trace contextRef="#ctx0" brushRef="#br0" timeOffset="49217.88">20355 14199 0,'36'0'31,"69"36"0,-87-36-15</inkml:trace>
  <inkml:trace contextRef="#ctx0" brushRef="#br0" timeOffset="50297.57">20849 13829 0,'18'0'0,"-18"-18"31,0 36 0,-18 0 1,1-1-17,-1 54 1,-35 17-1,35-53 1,-35 71 0,53-88-16,-35 35 15,18-18 1,17-17 0,-18-1-1,36-34 1,-1-1-1,1 18 1,35 0 0,-36 18-1,1 70 1,-18-53-16,-35 106 31,17-70-15,0 17-1,18-53 1,0 53 0,53-52-1</inkml:trace>
  <inkml:trace contextRef="#ctx0" brushRef="#br0" timeOffset="52483.76">21114 14058 0,'17'18'32,"1"-1"-17,-18 19 1,18 34 0,-18-52-16,35 35 31,-17-53-16,17-35 1,-17-89 0,-18-35 15,0 71 0,35 71 0,-18 17-15,72 17 0,16 18 15,-16-35 0,-72-17-15,19-1-1,-36 53 17,-36 124-1,19-35 0,17-142-15</inkml:trace>
  <inkml:trace contextRef="#ctx0" brushRef="#br0" timeOffset="52953.22">21308 14270 0,'0'0'0,"35"0"47,0-18-31,-17 18 0,0 18-1,-36 52 16,0 19 1,71-72-1,-35-34-15,17-1-1</inkml:trace>
  <inkml:trace contextRef="#ctx0" brushRef="#br0" timeOffset="53263.23">21061 14587 0,'106'0'32,"-212"0"-32,441 36 31,-264-54-16,17 18 1</inkml:trace>
  <inkml:trace contextRef="#ctx0" brushRef="#br0" timeOffset="53717.65">21290 14764 0,'0'-18'31,"53"18"0,-18 18-15,-17 35 15,-36-18 1,36-17-1,0 17-16,-1 0 1,1 0 0,-36-17-1,-52 17 1,-36-17 0,53 0-1,35-36-15</inkml:trace>
  <inkml:trace contextRef="#ctx0" brushRef="#br0" timeOffset="54411.28">21890 14534 0,'0'36'31,"0"52"-16,-35 53 17,52-123-17</inkml:trace>
  <inkml:trace contextRef="#ctx0" brushRef="#br0" timeOffset="54793.9">22366 13935 0,'53'0'32,"-106"0"-32,141 88 31,-123 0-15,-36 36 15,89-1 0,141-123 0,-141-18-31</inkml:trace>
  <inkml:trace contextRef="#ctx0" brushRef="#br0" timeOffset="55188.59">22190 14587 0,'35'-17'15,"36"17"1,158 35 15,-35-35 0</inkml:trace>
  <inkml:trace contextRef="#ctx0" brushRef="#br0" timeOffset="55529.52">22366 14781 0,'18'18'47,"88"-18"-16,-71 18-15,-17 17 0,-71 106 15,0-35-16,-18-36 1,18-52 15</inkml:trace>
  <inkml:trace contextRef="#ctx0" brushRef="#br0" timeOffset="55669.55">22243 15046 0,'0'0'0,"35"-35"16,88 35 15,36-36 0,-124 19-31,1-1 0</inkml:trace>
  <inkml:trace contextRef="#ctx0" brushRef="#br0" timeOffset="55997.61">23001 14711 0,'0'0'16,"-35"106"15,0-36-15,35-34-1,17-54-15</inkml:trace>
  <inkml:trace contextRef="#ctx0" brushRef="#br0" timeOffset="56435.65">23442 13935 0,'-70'53'31,"140"-106"-31,-193 229 31,140-141-31,36 18 31,18-35-15,-54 0-16,1-1 16,17 19-1,-70 34 16,0-52-15,-1-36 0,1-17-1</inkml:trace>
  <inkml:trace contextRef="#ctx0" brushRef="#br0" timeOffset="56546.65">23407 14005 0,'88'-53'31,"88"71"0,-140-18-31</inkml:trace>
  <inkml:trace contextRef="#ctx0" brushRef="#br0" timeOffset="56887.93">23266 14534 0,'106'-17'32,"-212"34"-32,370 19 31,-246-36-31,70 17 31,-70-34-31</inkml:trace>
  <inkml:trace contextRef="#ctx0" brushRef="#br0" timeOffset="57263.59">23530 14746 0,'-53'35'32,"-35"71"-1,88-35-16,53 35 17,0-124-17,-35 0-15,35-87 32,-89 69-17,19 36-15,-19 0 16,-52 71-1,53-36 1,35-17-16</inkml:trace>
  <inkml:trace contextRef="#ctx0" brushRef="#br0" timeOffset="57565.7">23918 14834 0,'18'0'0,"-36"0"0,36 106 32,-124 71-1,89-177-15</inkml:trace>
  <inkml:trace contextRef="#ctx0" brushRef="#br0" timeOffset="58423.11">24377 14146 0,'18'-17'15,"-36"52"1,18 18 0,-71 212 15,54-142-16,52 18 17,-17-123-32,17-1 15,-17-17-15</inkml:trace>
  <inkml:trace contextRef="#ctx0" brushRef="#br0" timeOffset="58737.26">24589 14587 0,'-18'0'31,"36"0"-31,-71 53 32,53 35-1,35-70-16,0-36 1,18-34 0,-35-19-1,-124 36 17,53 70-17,18 18 1,52-18-1</inkml:trace>
  <inkml:trace contextRef="#ctx0" brushRef="#br0" timeOffset="59203.23">24818 14640 0,'-53'0'31,"35"18"0,71 35 1,-17-36-17,16-52 1,-34-53 15,-36 53-15,-17 35-1,35 70 17,-17 18-17,17 36 1,-36 105 15,1-176-15,-18-18-1,0-87 17,53 34-32</inkml:trace>
  <inkml:trace contextRef="#ctx0" brushRef="#br0" timeOffset="60085.94">25065 14746 0,'18'-18'31,"-1"18"-16,-17 18 1,0 17 0,-53 18 15,53-17-15,53-19-1,18 19 16,-89 34 1,0-52-17,-52-1 1,52-17 0,1-17-16,-19-19 15</inkml:trace>
  <inkml:trace contextRef="#ctx0" brushRef="#br0" timeOffset="60687.82">25329 14376 0,'0'0'16,"53"-18"15,18 71 1,-71-35-32,18 87 31,-36-69-16,-17 52 1,105-18 15,18-87-15,-35-1-16</inkml:trace>
  <inkml:trace contextRef="#ctx0" brushRef="#br0" timeOffset="62342.42">21308 13212 0,'17'0'0,"-17"-18"32,-17 36-1,17 17 0,0 18-15,17 0-1,-34 70 17,17-105-32,0 17 15</inkml:trace>
  <inkml:trace contextRef="#ctx0" brushRef="#br0" timeOffset="62876.81">21220 13370 0,'0'18'31,"0"17"-15,17 53 0,1-35-1,70 18 17,-53-89-17,71-52 16,-106 52-15</inkml:trace>
  <inkml:trace contextRef="#ctx0" brushRef="#br0" timeOffset="65046.5">22401 13317 0,'0'-17'31,"18"34"0,-18 124 0,0-52-15,-18-36 0,1-18-1</inkml:trace>
  <inkml:trace contextRef="#ctx0" brushRef="#br0" timeOffset="65376.62">22313 13511 0,'0'36'31,"35"87"0,1-70-15,17-18-1,-36-35-15,36 0 16,18-35 0,-1-88 15</inkml:trace>
  <inkml:trace contextRef="#ctx0" brushRef="#br0" timeOffset="66672.78">23583 13300 0,'0'-18'31,"0"36"32,0 35-48,0-36-15,-35 213 31,17-160-15,18-52 0</inkml:trace>
  <inkml:trace contextRef="#ctx0" brushRef="#br0" timeOffset="66952.86">23495 13494 0,'0'53'15,"0"88"16,18-88-15,-1 0 0,1-53-16,52-18 15,19-53 1,-19 1 0</inkml:trace>
  <inkml:trace contextRef="#ctx0" brushRef="#br0" timeOffset="68314.06">24642 13388 0,'0'-18'0,"-18"1"31,18 70 0,18 35-15,-18 18-1,17 52 17,-17-105-17</inkml:trace>
  <inkml:trace contextRef="#ctx0" brushRef="#br0" timeOffset="68608.89">24553 13635 0,'0'18'31,"0"-36"-31,18 106 16,0-53-16,17 89 31,0-71-15,18-36 0,106-158 15,-142 106-31,-17 17 15</inkml:trace>
  <inkml:trace contextRef="#ctx0" brushRef="#br0" timeOffset="70718.38">26000 14693 0,'0'-17'31,"0"34"-15,0 18 0,-18 54-1,-35 69 17,36-105-17</inkml:trace>
  <inkml:trace contextRef="#ctx0" brushRef="#br0" timeOffset="74189.31">26529 14288 0,'-18'0'15,"1"17"1,-72 107 15,54-36-15,18 18-1,17-36 1,35-35 0,35-52-1,36-71 1,-71 70 0,36-176-1,-89 88 1,-35 36-1,36 70 1,-54 35 0,36 53-1,53 18 1</inkml:trace>
  <inkml:trace contextRef="#ctx0" brushRef="#br0" timeOffset="75934.66">26811 14764 0,'-35'35'47,"0"53"-32,-1 18 1,1 0 15</inkml:trace>
  <inkml:trace contextRef="#ctx0" brushRef="#br0" timeOffset="78514.38">27146 14340 0,'36'-17'78,"-1"-18"-62,53-71 15,-70 70-15,-18 19 15,0 52-15,-36 141 15,54-123-16,-18-35 1</inkml:trace>
  <inkml:trace contextRef="#ctx0" brushRef="#br0" timeOffset="78740.06">27199 14517 0,'124'0'31,"-248"0"-31,265 0 16,-123 0-16,17 0 15</inkml:trace>
  <inkml:trace contextRef="#ctx0" brushRef="#br0" timeOffset="79036.48">27252 14676 0,'18'17'16,"17"36"15,-17-18-15,-18 1-1,-18-19 1,18 1-16,18 53 31,35-54-15,-1-17-1</inkml:trace>
  <inkml:trace contextRef="#ctx0" brushRef="#br0" timeOffset="79427.1">27728 14711 0,'0'17'0,"0"-34"0,-35 105 15,-18 88 16,36-105-15,52-53 0</inkml:trace>
  <inkml:trace contextRef="#ctx0" brushRef="#br0" timeOffset="79827.53">27993 14376 0,'0'-18'16,"35"0"15,18-17-15,18-35 15,-36 52-16,-17 0-15,-18 54 32,-18-1-17,18 0-15,0 0 16,18 1 0,-18-19-16</inkml:trace>
  <inkml:trace contextRef="#ctx0" brushRef="#br0" timeOffset="80029.78">28028 14587 0,'0'0'0,"35"18"16,-17-18-16,35 0 15,-18-18 1,1 1-16,17-19 16,-36 36-1</inkml:trace>
  <inkml:trace contextRef="#ctx0" brushRef="#br0" timeOffset="80470.57">28134 14693 0,'0'0'15,"18"0"1,-1 53 15,-17-35-15,-17 17-1,17-17 1,17 17 15,19-17-15,-1 17-1,-35-17 1,-53 34 15,0-34-15,35-36 0,1-17-1</inkml:trace>
  <inkml:trace contextRef="#ctx0" brushRef="#br0" timeOffset="80875.2">28610 14676 0,'0'35'16,"-53"106"15,36-70-15,52-54-1</inkml:trace>
  <inkml:trace contextRef="#ctx0" brushRef="#br0" timeOffset="81254.24">28840 14323 0,'0'0'0,"17"0"16,71-18 15,-52 1-16,-19-1-15,36-17 16,0-18 0,-35 35-1,17-17 1,-70 88 0,0 53-1,17-71 1,36 88-1,-1-105 1</inkml:trace>
  <inkml:trace contextRef="#ctx0" brushRef="#br0" timeOffset="81480.21">28928 14605 0,'0'0'0,"70"18"32,-52-18-17,70 0 1</inkml:trace>
  <inkml:trace contextRef="#ctx0" brushRef="#br0" timeOffset="81842.17">29104 14764 0,'-17'17'16,"-36"89"15,53-70-15,35-19-1,0-17 1,0 0-16,18-17 31,-53 34-15,-35 36 0,0 0-1,52-35 1</inkml:trace>
  <inkml:trace contextRef="#ctx0" brushRef="#br0" timeOffset="82234.63">29598 14764 0,'-18'106'31,"-34"70"0,69-158-15,1-18-16</inkml:trace>
  <inkml:trace contextRef="#ctx0" brushRef="#br0" timeOffset="82843.35">29810 14270 0,'0'-18'0,"0"36"0,17-53 16,19 17-1,-1-17 1,0-1-1,-17 19 1,-1-1 0,1 53-1,-36 54 1,18-19 0,0-17-1</inkml:trace>
  <inkml:trace contextRef="#ctx0" brushRef="#br0" timeOffset="83053.91">29845 14411 0,'0'0'0,"18"0"15,-18 18 1,35 17-1,-17-17 1,87-1 0,-52-17-1</inkml:trace>
  <inkml:trace contextRef="#ctx0" brushRef="#br0" timeOffset="83389.84">29986 14658 0,'-18'35'16,"1"-35"-1,-36 88 1,53-70-1,0 53 1,53-54 0,17-17-1,-34 0 1,17 36 0,-89-1-1,1-18 1,17 1-1,-70-36 1</inkml:trace>
  <inkml:trace contextRef="#ctx0" brushRef="#br0" timeOffset="83518.2">29951 14764 0,'0'0'0,"70"-53"15,1 53 1,-53 0-1,158 0 1,-141 0 0</inkml:trace>
  <inkml:trace contextRef="#ctx0" brushRef="#br0" timeOffset="83965.9">30409 14852 0,'0'0'0,"-17"53"16,-54 106 15,54-142-15,17 1-16,35-18 15</inkml:trace>
  <inkml:trace contextRef="#ctx0" brushRef="#br0" timeOffset="84200.51">30780 14781 0,'0'0'0,"-18"36"31,18-19-15,18-34-16</inkml:trace>
  <inkml:trace contextRef="#ctx0" brushRef="#br0" timeOffset="84371.27">30956 14799 0,'18'0'32,"17"-18"-17</inkml:trace>
  <inkml:trace contextRef="#ctx0" brushRef="#br0" timeOffset="84513.39">31203 14764 0,'-17'17'47,"52"-52"-16</inkml:trace>
  <inkml:trace contextRef="#ctx0" brushRef="#br0" timeOffset="86014.08">31538 14093 0,'18'-17'31,"-36"34"16,18 36-32,-17-17-15,-19 87 32,36-35-17,0-70-15,18 17 16,17 1-1,18-19 17,-35-34-17,-18-1 1,-18 0 0,-17 18 15,17 36-16,18-19-15,-17 18 16,-1 54 0,18-72-16,-18 124 31,-17-70-15,18-18-1,-19-18 1,-17-17-1,0-53 1</inkml:trace>
  <inkml:trace contextRef="#ctx0" brushRef="#br0" timeOffset="102078.22">26582 13212 0,'-18'0'0,"18"-18"31,-17 53 32,-1 36-48,0-36-15,1 36 16,-19 140 15,19-140-15,17-54 0,0 1-1</inkml:trace>
  <inkml:trace contextRef="#ctx0" brushRef="#br0" timeOffset="102490.51">26388 13494 0,'0'0'0,"0"35"31,-18 106 0,18-53-15,0-17 0,0-1-1,35-34 1,18-54 0,0-35-1,-17 36-15,-1-36 16,-18 35-16,1-35 15</inkml:trace>
  <inkml:trace contextRef="#ctx0" brushRef="#br0" timeOffset="108330.68">27481 13300 0,'-17'0'31,"17"-18"16,-18 18 15,18 18-15,-18 17-31,1 18-1,-1 17 1,1-52-16,17 17 16,-53 89 15,53-106-15</inkml:trace>
  <inkml:trace contextRef="#ctx0" brushRef="#br0" timeOffset="108903.71">27217 13564 0,'17'0'16,"-34"36"31,17-19-32,0 1-15,-18 105 16,36-70 0,17-35-1,-17-18 1,123-53-1,-53-18 1,-70 54-16,17-18 16</inkml:trace>
  <inkml:trace contextRef="#ctx0" brushRef="#br0" timeOffset="110014.77">28610 13353 0,'0'-18'15,"18"0"1,-36 18 15,18 18-15,-53 88 0,36-71-1,-89 194 1,106-193-1,0 34 1</inkml:trace>
  <inkml:trace contextRef="#ctx0" brushRef="#br0" timeOffset="110418.38">28310 13653 0,'0'0'0,"18"0"31,-53 141 0,35-71-15,0-52-16,17 17 15,72-35 1,-54 0-16,53-53 16,88-88-1</inkml:trace>
  <inkml:trace contextRef="#ctx0" brushRef="#br0" timeOffset="112065.03">29563 13458 0,'0'-17'16,"17"-1"15,-34 18 16,-1 53-32,1 18 1,-36 35 0,0-1 15,35-87-15</inkml:trace>
  <inkml:trace contextRef="#ctx0" brushRef="#br0" timeOffset="112829.24">29351 13635 0,'18'0'15,"-18"-18"1,0 36 15,-18 35-15,-17 17 0,0 19-1,35-54 1,-18 53-1,53-70 1,124-107 15,-106 37-15,0-1 0,-36 53-16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customXml" Target="../ink/ink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7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0.png"/><Relationship Id="rId4" Type="http://schemas.openxmlformats.org/officeDocument/2006/relationships/image" Target="../media/image19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0.png"/><Relationship Id="rId7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5A8D8BFA-3FBE-E8E5-6F7C-3DC8A50C7BF7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0938E1BA-4F38-AEE7-88B0-53261EC72700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26AF6-0B90-D769-B096-A59D785A0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9B769C32-5CA7-EC87-EA73-24A00E59AE14}"/>
              </a:ext>
            </a:extLst>
          </p:cNvPr>
          <p:cNvSpPr txBox="1"/>
          <p:nvPr/>
        </p:nvSpPr>
        <p:spPr>
          <a:xfrm>
            <a:off x="58811" y="1449741"/>
            <a:ext cx="109979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either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 equinumerous with the set of natural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 are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countable 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35E1B5DF-3505-24A0-4FBB-523B6CD60CCB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A09E8C56-2D9A-17B5-F894-59FF18C3D6C7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801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76D03-2706-6A7D-5814-8AF2E76C5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8ED53420-56CA-A1DE-7303-40BCFD6619C4}"/>
              </a:ext>
            </a:extLst>
          </p:cNvPr>
          <p:cNvSpPr txBox="1"/>
          <p:nvPr/>
        </p:nvSpPr>
        <p:spPr>
          <a:xfrm>
            <a:off x="58811" y="1449741"/>
            <a:ext cx="109979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either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 equinumerous with the set of natural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 are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countable 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22651FF-307A-5476-2388-31AB4429EC23}"/>
              </a:ext>
            </a:extLst>
          </p:cNvPr>
          <p:cNvSpPr txBox="1"/>
          <p:nvPr/>
        </p:nvSpPr>
        <p:spPr>
          <a:xfrm>
            <a:off x="58811" y="2280738"/>
            <a:ext cx="102683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sets of natural numbers with and without zero are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equinumerous.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345FF3D6-2FD8-E654-D91E-1AE74EC5C702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C89D3826-51CF-C286-504E-96EAE1A6FA8F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569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62A12-DAEE-8638-4A0C-77B006072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F015EBD2-76E1-0F37-1C97-36057A0FB209}"/>
              </a:ext>
            </a:extLst>
          </p:cNvPr>
          <p:cNvSpPr txBox="1"/>
          <p:nvPr/>
        </p:nvSpPr>
        <p:spPr>
          <a:xfrm>
            <a:off x="58811" y="1449741"/>
            <a:ext cx="109979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either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 equinumerous with the set of natural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 are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countable 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ADF1848-5FE3-EA90-DF1E-48C300400D0F}"/>
              </a:ext>
            </a:extLst>
          </p:cNvPr>
          <p:cNvSpPr txBox="1"/>
          <p:nvPr/>
        </p:nvSpPr>
        <p:spPr>
          <a:xfrm>
            <a:off x="58811" y="2280738"/>
            <a:ext cx="102683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sets of natural numbers with and without zero are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A8FBCBF3-57A0-2CED-D637-E61EF92355BC}"/>
              </a:ext>
            </a:extLst>
          </p:cNvPr>
          <p:cNvSpPr txBox="1"/>
          <p:nvPr/>
        </p:nvSpPr>
        <p:spPr>
          <a:xfrm>
            <a:off x="61481" y="3111735"/>
            <a:ext cx="3570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 1: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6DF8191F-0E79-2AB4-9E09-F136411362AA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857FB0CC-2854-FEDA-D16D-A18DCB1D711F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286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6D5FA-E5D1-1291-DEE8-2BD638BB6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BE9F3F31-A83E-E3D1-756E-75821CA8BB54}"/>
              </a:ext>
            </a:extLst>
          </p:cNvPr>
          <p:cNvSpPr txBox="1"/>
          <p:nvPr/>
        </p:nvSpPr>
        <p:spPr>
          <a:xfrm>
            <a:off x="58811" y="1449741"/>
            <a:ext cx="109979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either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 equinumerous with the set of natural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 are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countable 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7181E32E-211F-7766-66D2-791E0A2BFB61}"/>
              </a:ext>
            </a:extLst>
          </p:cNvPr>
          <p:cNvSpPr txBox="1"/>
          <p:nvPr/>
        </p:nvSpPr>
        <p:spPr>
          <a:xfrm>
            <a:off x="58811" y="2280738"/>
            <a:ext cx="102683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sets of natural numbers with and without zero are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8A4BBC79-52EC-8424-AA5C-C520C2F5EFD3}"/>
              </a:ext>
            </a:extLst>
          </p:cNvPr>
          <p:cNvSpPr txBox="1"/>
          <p:nvPr/>
        </p:nvSpPr>
        <p:spPr>
          <a:xfrm>
            <a:off x="61481" y="3111735"/>
            <a:ext cx="3570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 1: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1C80B80-AB16-B3C4-D866-8C4317F86A86}"/>
                  </a:ext>
                </a:extLst>
              </p:cNvPr>
              <p:cNvSpPr txBox="1"/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F1C80B80-AB16-B3C4-D866-8C4317F86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blipFill>
                <a:blip r:embed="rId2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437AEEA-0D50-ACBA-5059-6E6B62CE7192}"/>
                  </a:ext>
                </a:extLst>
              </p:cNvPr>
              <p:cNvSpPr txBox="1"/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437AEEA-0D50-ACBA-5059-6E6B62CE7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blipFill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AADD7303-B884-4C3F-8516-356982582BD5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89B0CBC3-92AD-FA31-FA5D-5F3E8F7A50AB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593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2CF2A-33E6-E468-9AB5-09F8D13DF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F5EBC94E-4F95-F76E-EF29-9538C3E070D3}"/>
              </a:ext>
            </a:extLst>
          </p:cNvPr>
          <p:cNvSpPr txBox="1"/>
          <p:nvPr/>
        </p:nvSpPr>
        <p:spPr>
          <a:xfrm>
            <a:off x="58811" y="1449741"/>
            <a:ext cx="109979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either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 equinumerous with the set of natural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 are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countable 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9632F56-66C2-E8B3-AD19-51EBE7CE9795}"/>
              </a:ext>
            </a:extLst>
          </p:cNvPr>
          <p:cNvSpPr txBox="1"/>
          <p:nvPr/>
        </p:nvSpPr>
        <p:spPr>
          <a:xfrm>
            <a:off x="58811" y="2280738"/>
            <a:ext cx="102683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sets of natural numbers with and without zero are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6ACD87F7-CA7D-523E-3ABE-E4C13B37ED9A}"/>
              </a:ext>
            </a:extLst>
          </p:cNvPr>
          <p:cNvSpPr txBox="1"/>
          <p:nvPr/>
        </p:nvSpPr>
        <p:spPr>
          <a:xfrm>
            <a:off x="61481" y="3111735"/>
            <a:ext cx="3570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 1: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1007C48-5E47-1C75-B18F-FBF6D8604787}"/>
                  </a:ext>
                </a:extLst>
              </p:cNvPr>
              <p:cNvSpPr txBox="1"/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1007C48-5E47-1C75-B18F-FBF6D8604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blipFill>
                <a:blip r:embed="rId2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C1D0C86-6EBE-6841-C7C7-136F2A4D57F4}"/>
                  </a:ext>
                </a:extLst>
              </p:cNvPr>
              <p:cNvSpPr txBox="1"/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C1D0C86-6EBE-6841-C7C7-136F2A4D5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blipFill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46092DB4-8752-5809-D2E7-453845A7A433}"/>
              </a:ext>
            </a:extLst>
          </p:cNvPr>
          <p:cNvSpPr txBox="1"/>
          <p:nvPr/>
        </p:nvSpPr>
        <p:spPr>
          <a:xfrm>
            <a:off x="58811" y="4404397"/>
            <a:ext cx="55130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let us create a sequence of pairs: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90322478-8F53-D9F1-F8BE-89E0C392BB89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294B7887-C525-3CFD-5F93-5932853AE2C3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489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BF4E0-4C31-102E-D3DF-5CD850EA7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91B11F2A-B855-8897-0665-7EA80EA9CF31}"/>
              </a:ext>
            </a:extLst>
          </p:cNvPr>
          <p:cNvSpPr txBox="1"/>
          <p:nvPr/>
        </p:nvSpPr>
        <p:spPr>
          <a:xfrm>
            <a:off x="58811" y="1449741"/>
            <a:ext cx="109979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either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 equinumerous with the set of natural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 are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countable 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BD1F2C7D-51A2-184B-3EED-EBBF156D2DB0}"/>
              </a:ext>
            </a:extLst>
          </p:cNvPr>
          <p:cNvSpPr txBox="1"/>
          <p:nvPr/>
        </p:nvSpPr>
        <p:spPr>
          <a:xfrm>
            <a:off x="58811" y="2280738"/>
            <a:ext cx="102683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sets of natural numbers with and without zero are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352160C0-BE89-0C21-7C0D-400A38E3CECC}"/>
              </a:ext>
            </a:extLst>
          </p:cNvPr>
          <p:cNvSpPr txBox="1"/>
          <p:nvPr/>
        </p:nvSpPr>
        <p:spPr>
          <a:xfrm>
            <a:off x="61481" y="3111735"/>
            <a:ext cx="3570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 1: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A7C4834-11D2-4876-E982-F6E2140A7CF9}"/>
                  </a:ext>
                </a:extLst>
              </p:cNvPr>
              <p:cNvSpPr txBox="1"/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A7C4834-11D2-4876-E982-F6E2140A7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blipFill>
                <a:blip r:embed="rId2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F3AC05C-4AAF-75EA-4788-A42D4696D442}"/>
                  </a:ext>
                </a:extLst>
              </p:cNvPr>
              <p:cNvSpPr txBox="1"/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5F3AC05C-4AAF-75EA-4788-A42D4696D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blipFill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8ECB6B87-53F9-241D-CA27-F236DD8E6576}"/>
              </a:ext>
            </a:extLst>
          </p:cNvPr>
          <p:cNvSpPr txBox="1"/>
          <p:nvPr/>
        </p:nvSpPr>
        <p:spPr>
          <a:xfrm>
            <a:off x="58811" y="4404397"/>
            <a:ext cx="55130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let us create a sequence of pairs: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28054903-309F-313B-E15B-4E41A457212A}"/>
                  </a:ext>
                </a:extLst>
              </p:cNvPr>
              <p:cNvSpPr txBox="1"/>
              <p:nvPr/>
            </p:nvSpPr>
            <p:spPr>
              <a:xfrm>
                <a:off x="58811" y="4853228"/>
                <a:ext cx="390068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0,1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3,4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28054903-309F-313B-E15B-4E41A4572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853228"/>
                <a:ext cx="390068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A73243BF-560E-9B8D-0DFC-C5B359C9BE55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9026AE3D-3314-23A2-ABB8-F8910EF080F3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9B0E3E7A-9AD4-D44F-C12F-4AC1C859703A}"/>
                  </a:ext>
                </a:extLst>
              </p14:cNvPr>
              <p14:cNvContentPartPr/>
              <p14:nvPr/>
            </p14:nvContentPartPr>
            <p14:xfrm>
              <a:off x="1149480" y="3917880"/>
              <a:ext cx="939960" cy="190800"/>
            </p14:xfrm>
          </p:contentPart>
        </mc:Choice>
        <mc:Fallback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9B0E3E7A-9AD4-D44F-C12F-4AC1C85970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40120" y="3908520"/>
                <a:ext cx="958680" cy="20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2889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68636-3459-F57E-E661-2C3827812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ADD904D5-A70C-7B99-0CA7-46928FB2E1A7}"/>
              </a:ext>
            </a:extLst>
          </p:cNvPr>
          <p:cNvSpPr txBox="1"/>
          <p:nvPr/>
        </p:nvSpPr>
        <p:spPr>
          <a:xfrm>
            <a:off x="58811" y="1449741"/>
            <a:ext cx="109979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either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 equinumerous with the set of natural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 are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countable 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34F2CCE1-EEF1-1265-CD40-43F9575C59A4}"/>
              </a:ext>
            </a:extLst>
          </p:cNvPr>
          <p:cNvSpPr txBox="1"/>
          <p:nvPr/>
        </p:nvSpPr>
        <p:spPr>
          <a:xfrm>
            <a:off x="58811" y="2280738"/>
            <a:ext cx="102683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sets of natural numbers with and without zero are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020501A5-98B6-5BF5-1131-B10EDA6F152E}"/>
              </a:ext>
            </a:extLst>
          </p:cNvPr>
          <p:cNvSpPr txBox="1"/>
          <p:nvPr/>
        </p:nvSpPr>
        <p:spPr>
          <a:xfrm>
            <a:off x="61481" y="3111735"/>
            <a:ext cx="3570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 1: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EF9BA6A4-7D59-217E-02C7-38FB7CE8B0A8}"/>
                  </a:ext>
                </a:extLst>
              </p:cNvPr>
              <p:cNvSpPr txBox="1"/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EF9BA6A4-7D59-217E-02C7-38FB7CE8B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blipFill>
                <a:blip r:embed="rId2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3999FAC-7885-7C48-6B51-581852838589}"/>
                  </a:ext>
                </a:extLst>
              </p:cNvPr>
              <p:cNvSpPr txBox="1"/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3999FAC-7885-7C48-6B51-581852838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blipFill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E6BF0E78-2E0C-BF16-3F11-A2E5939F62BD}"/>
              </a:ext>
            </a:extLst>
          </p:cNvPr>
          <p:cNvSpPr txBox="1"/>
          <p:nvPr/>
        </p:nvSpPr>
        <p:spPr>
          <a:xfrm>
            <a:off x="58811" y="4404397"/>
            <a:ext cx="55130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let us create a sequence of pairs: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549BBFEE-0053-DD79-B8B8-AE7C06F4EAB9}"/>
                  </a:ext>
                </a:extLst>
              </p:cNvPr>
              <p:cNvSpPr txBox="1"/>
              <p:nvPr/>
            </p:nvSpPr>
            <p:spPr>
              <a:xfrm>
                <a:off x="58811" y="4853228"/>
                <a:ext cx="390068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0,1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3,4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549BBFEE-0053-DD79-B8B8-AE7C06F4E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853228"/>
                <a:ext cx="390068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14939234-F916-E585-188B-3EF9DD53D1C8}"/>
                  </a:ext>
                </a:extLst>
              </p:cNvPr>
              <p:cNvSpPr txBox="1"/>
              <p:nvPr/>
            </p:nvSpPr>
            <p:spPr>
              <a:xfrm>
                <a:off x="58811" y="5313859"/>
                <a:ext cx="1103853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 that each element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corresponds to exactly one element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and that every element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will be "paired"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Therefore, these sets are equinumerous. This completes the proof.</a:t>
                </a:r>
              </a:p>
            </p:txBody>
          </p:sp>
        </mc:Choice>
        <mc:Fallback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14939234-F916-E585-188B-3EF9DD53D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5313859"/>
                <a:ext cx="11038535" cy="1200329"/>
              </a:xfrm>
              <a:prstGeom prst="rect">
                <a:avLst/>
              </a:prstGeom>
              <a:blipFill>
                <a:blip r:embed="rId5"/>
                <a:stretch>
                  <a:fillRect l="-884" t="-4569" r="-55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1CA1CF0C-01AA-03FE-4CCA-283F2DA2D942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85963CF0-D217-84BF-7AC5-BB49F9DE1AEF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235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364B1-138F-17BB-4F70-E635065EC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24944D2-E6FB-F9E5-E5DC-7A7464CAA299}"/>
                  </a:ext>
                </a:extLst>
              </p:cNvPr>
              <p:cNvSpPr txBox="1"/>
              <p:nvPr/>
            </p:nvSpPr>
            <p:spPr>
              <a:xfrm>
                <a:off x="58811" y="4473130"/>
                <a:ext cx="8877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define a function (bijection)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: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→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24944D2-E6FB-F9E5-E5DC-7A7464CAA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473130"/>
                <a:ext cx="8877367" cy="461665"/>
              </a:xfrm>
              <a:prstGeom prst="rect">
                <a:avLst/>
              </a:prstGeom>
              <a:blipFill>
                <a:blip r:embed="rId2"/>
                <a:stretch>
                  <a:fillRect l="-1099" t="-11842" r="-206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4E38A3B1-9530-BC71-9555-BEB5724DE5C6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959304ED-89C4-6D90-9B94-95B76B5B02A1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6584EB49-E4C2-DADB-FC4F-D17D088CBC54}"/>
              </a:ext>
            </a:extLst>
          </p:cNvPr>
          <p:cNvSpPr txBox="1"/>
          <p:nvPr/>
        </p:nvSpPr>
        <p:spPr>
          <a:xfrm>
            <a:off x="58811" y="1449741"/>
            <a:ext cx="109979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either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 equinumerous with the set of natural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 are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countable 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1E6666FC-909B-3329-83DE-6AAAF56EC3E4}"/>
              </a:ext>
            </a:extLst>
          </p:cNvPr>
          <p:cNvSpPr txBox="1"/>
          <p:nvPr/>
        </p:nvSpPr>
        <p:spPr>
          <a:xfrm>
            <a:off x="58811" y="2280738"/>
            <a:ext cx="102683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sets of natural numbers with and without zero are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equinumerous.</a:t>
            </a: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B5BE2F1A-88A9-66B7-EEAC-31EE47E26498}"/>
              </a:ext>
            </a:extLst>
          </p:cNvPr>
          <p:cNvSpPr txBox="1"/>
          <p:nvPr/>
        </p:nvSpPr>
        <p:spPr>
          <a:xfrm>
            <a:off x="61481" y="3111735"/>
            <a:ext cx="3570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 1: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8288E141-8AF4-695F-BCB1-138F66D257EC}"/>
                  </a:ext>
                </a:extLst>
              </p:cNvPr>
              <p:cNvSpPr txBox="1"/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8288E141-8AF4-695F-BCB1-138F66D25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blipFill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EEACF58B-F94E-A493-5E21-D39D124E9322}"/>
                  </a:ext>
                </a:extLst>
              </p:cNvPr>
              <p:cNvSpPr txBox="1"/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EEACF58B-F94E-A493-5E21-D39D124E9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7171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6DA69-1A90-CD3C-B3C2-2C2B2C3CC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FC954668-0853-C576-05D8-25B766C9F34D}"/>
                  </a:ext>
                </a:extLst>
              </p:cNvPr>
              <p:cNvSpPr txBox="1"/>
              <p:nvPr/>
            </p:nvSpPr>
            <p:spPr>
              <a:xfrm>
                <a:off x="58811" y="4894529"/>
                <a:ext cx="32695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FC954668-0853-C576-05D8-25B766C9F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894529"/>
                <a:ext cx="3269549" cy="461665"/>
              </a:xfrm>
              <a:prstGeom prst="rect">
                <a:avLst/>
              </a:prstGeom>
              <a:blipFill>
                <a:blip r:embed="rId2"/>
                <a:stretch>
                  <a:fillRect l="-1679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8524301E-C3AD-A174-64AE-853013BD7856}"/>
                  </a:ext>
                </a:extLst>
              </p:cNvPr>
              <p:cNvSpPr txBox="1"/>
              <p:nvPr/>
            </p:nvSpPr>
            <p:spPr>
              <a:xfrm>
                <a:off x="58811" y="4473130"/>
                <a:ext cx="8877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define a function (bijection)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: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→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8524301E-C3AD-A174-64AE-853013BD7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473130"/>
                <a:ext cx="8877367" cy="461665"/>
              </a:xfrm>
              <a:prstGeom prst="rect">
                <a:avLst/>
              </a:prstGeom>
              <a:blipFill>
                <a:blip r:embed="rId3"/>
                <a:stretch>
                  <a:fillRect l="-1099" t="-11842" r="-206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AEE36EB9-6C9C-1DD5-FBA4-EAC9ABD7974B}"/>
              </a:ext>
            </a:extLst>
          </p:cNvPr>
          <p:cNvSpPr txBox="1"/>
          <p:nvPr/>
        </p:nvSpPr>
        <p:spPr>
          <a:xfrm>
            <a:off x="58811" y="1449741"/>
            <a:ext cx="109979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either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 equinumerous with the set of natural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 are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countable 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1D675489-5B04-88B3-F79C-24CD8039051A}"/>
              </a:ext>
            </a:extLst>
          </p:cNvPr>
          <p:cNvSpPr txBox="1"/>
          <p:nvPr/>
        </p:nvSpPr>
        <p:spPr>
          <a:xfrm>
            <a:off x="58811" y="2280738"/>
            <a:ext cx="102683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sets of natural numbers with and without zero are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equinumerous.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BD669A51-B899-9E44-E1C6-DBC7329EBCDB}"/>
              </a:ext>
            </a:extLst>
          </p:cNvPr>
          <p:cNvSpPr txBox="1"/>
          <p:nvPr/>
        </p:nvSpPr>
        <p:spPr>
          <a:xfrm>
            <a:off x="61481" y="3111735"/>
            <a:ext cx="3570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 1: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ACFC699C-E313-6F05-C965-AE38923468BD}"/>
                  </a:ext>
                </a:extLst>
              </p:cNvPr>
              <p:cNvSpPr txBox="1"/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ACFC699C-E313-6F05-C965-AE3892346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0740E7E5-BFB3-5690-C088-2E6C54170888}"/>
                  </a:ext>
                </a:extLst>
              </p:cNvPr>
              <p:cNvSpPr txBox="1"/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0740E7E5-BFB3-5690-C088-2E6C54170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pole tekstowe 16">
            <a:extLst>
              <a:ext uri="{FF2B5EF4-FFF2-40B4-BE49-F238E27FC236}">
                <a16:creationId xmlns:a16="http://schemas.microsoft.com/office/drawing/2014/main" id="{31705492-082A-FD0B-E016-264EF9844627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06C2A66E-A724-0D57-9590-F654641CC76B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829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6B7CA-63CB-91D7-5595-67A197AD2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CB913FEB-8CA9-6579-8A27-4BD2D137EE14}"/>
                  </a:ext>
                </a:extLst>
              </p:cNvPr>
              <p:cNvSpPr txBox="1"/>
              <p:nvPr/>
            </p:nvSpPr>
            <p:spPr>
              <a:xfrm>
                <a:off x="58811" y="5356194"/>
                <a:ext cx="1155611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[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 that the function assigns exactly one (always distinct) value from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each element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and that every number from the set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an output of the function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Therefore, the sets are equinumerous.</a:t>
                </a: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CB913FEB-8CA9-6579-8A27-4BD2D137E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5356194"/>
                <a:ext cx="11556112" cy="1200329"/>
              </a:xfrm>
              <a:prstGeom prst="rect">
                <a:avLst/>
              </a:prstGeom>
              <a:blipFill>
                <a:blip r:embed="rId2"/>
                <a:stretch>
                  <a:fillRect l="-844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A79C632C-71CC-E574-70E0-F4AC1E638984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A3BEBDAA-63BC-3A45-F752-6866FC8DF039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20CFC11A-CEE3-ACF2-2528-9FA0BDEE6ABB}"/>
                  </a:ext>
                </a:extLst>
              </p:cNvPr>
              <p:cNvSpPr txBox="1"/>
              <p:nvPr/>
            </p:nvSpPr>
            <p:spPr>
              <a:xfrm>
                <a:off x="58811" y="4894529"/>
                <a:ext cx="32695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20CFC11A-CEE3-ACF2-2528-9FA0BDEE6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894529"/>
                <a:ext cx="3269549" cy="461665"/>
              </a:xfrm>
              <a:prstGeom prst="rect">
                <a:avLst/>
              </a:prstGeom>
              <a:blipFill>
                <a:blip r:embed="rId3"/>
                <a:stretch>
                  <a:fillRect l="-1679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2ED1EE53-57AA-1FB2-D55F-00BDDC788D8C}"/>
                  </a:ext>
                </a:extLst>
              </p:cNvPr>
              <p:cNvSpPr txBox="1"/>
              <p:nvPr/>
            </p:nvSpPr>
            <p:spPr>
              <a:xfrm>
                <a:off x="58811" y="4473130"/>
                <a:ext cx="8877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define a function (bijection)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: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→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2ED1EE53-57AA-1FB2-D55F-00BDDC788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473130"/>
                <a:ext cx="8877367" cy="461665"/>
              </a:xfrm>
              <a:prstGeom prst="rect">
                <a:avLst/>
              </a:prstGeom>
              <a:blipFill>
                <a:blip r:embed="rId4"/>
                <a:stretch>
                  <a:fillRect l="-1099" t="-11842" r="-206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pole tekstowe 16">
            <a:extLst>
              <a:ext uri="{FF2B5EF4-FFF2-40B4-BE49-F238E27FC236}">
                <a16:creationId xmlns:a16="http://schemas.microsoft.com/office/drawing/2014/main" id="{A574633B-940F-5DFA-3BF8-F12278B9133D}"/>
              </a:ext>
            </a:extLst>
          </p:cNvPr>
          <p:cNvSpPr txBox="1"/>
          <p:nvPr/>
        </p:nvSpPr>
        <p:spPr>
          <a:xfrm>
            <a:off x="58811" y="1449741"/>
            <a:ext cx="109979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either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 equinumerous with the set of natural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 are called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countable 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27D5817D-2150-4613-DBE8-C4586616F241}"/>
              </a:ext>
            </a:extLst>
          </p:cNvPr>
          <p:cNvSpPr txBox="1"/>
          <p:nvPr/>
        </p:nvSpPr>
        <p:spPr>
          <a:xfrm>
            <a:off x="58811" y="2280738"/>
            <a:ext cx="102683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sets of natural numbers with and without zero are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equinumerous.</a:t>
            </a: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A5C54D62-7DE3-F695-A3C2-21986B32F60C}"/>
              </a:ext>
            </a:extLst>
          </p:cNvPr>
          <p:cNvSpPr txBox="1"/>
          <p:nvPr/>
        </p:nvSpPr>
        <p:spPr>
          <a:xfrm>
            <a:off x="61481" y="3111735"/>
            <a:ext cx="3570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 1: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69507BFE-5690-C8B7-B128-A7392D5F90F9}"/>
                  </a:ext>
                </a:extLst>
              </p:cNvPr>
              <p:cNvSpPr txBox="1"/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pole tekstowe 19">
                <a:extLst>
                  <a:ext uri="{FF2B5EF4-FFF2-40B4-BE49-F238E27FC236}">
                    <a16:creationId xmlns:a16="http://schemas.microsoft.com/office/drawing/2014/main" id="{69507BFE-5690-C8B7-B128-A7392D5F9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1" y="3561600"/>
                <a:ext cx="4869153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6539EEBD-FFD9-372A-FC25-72376C8F1B1D}"/>
                  </a:ext>
                </a:extLst>
              </p:cNvPr>
              <p:cNvSpPr txBox="1"/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ℕ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1, 2, 3, 4, 5, 6, 7, 8, 9, 10,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6539EEBD-FFD9-372A-FC25-72376C8F1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982999"/>
                <a:ext cx="4578305" cy="461665"/>
              </a:xfrm>
              <a:prstGeom prst="rect">
                <a:avLst/>
              </a:prstGeom>
              <a:blipFill>
                <a:blip r:embed="rId6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4583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8AEB-CED0-7826-BC5B-566F28CD3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6864A4A6-5F70-382F-238A-6E8D07AFF576}"/>
              </a:ext>
            </a:extLst>
          </p:cNvPr>
          <p:cNvSpPr txBox="1"/>
          <p:nvPr/>
        </p:nvSpPr>
        <p:spPr>
          <a:xfrm>
            <a:off x="58811" y="1449741"/>
            <a:ext cx="120702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Conclusion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"Adding" an element to an infinite set or "removing" an element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from an infinite set does not change the size of the set.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CD4E0916-D0D2-16BF-9BF0-A9C5D3DBA91B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14175A7E-1DA0-318E-5969-B843C5271856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604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34548-EDF5-C1D4-4A6C-20AFC3739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D8FD8888-2F11-1D99-F550-8E5F69E063FF}"/>
              </a:ext>
            </a:extLst>
          </p:cNvPr>
          <p:cNvSpPr txBox="1"/>
          <p:nvPr/>
        </p:nvSpPr>
        <p:spPr>
          <a:xfrm>
            <a:off x="58811" y="1449741"/>
            <a:ext cx="120702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Conclusion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"Adding" an element to an infinite set or "removing" an element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from an infinite set does not change the size of the set.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DD6D09C-8EEA-7ECE-D6DA-2C7E8434A796}"/>
              </a:ext>
            </a:extLst>
          </p:cNvPr>
          <p:cNvSpPr txBox="1"/>
          <p:nvPr/>
        </p:nvSpPr>
        <p:spPr>
          <a:xfrm>
            <a:off x="91012" y="2280738"/>
            <a:ext cx="119673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Fact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"Adding" or "removing" any finite number of elements from an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nfinite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does not change its cardinality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size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25795DCB-8F5A-273E-45DD-CB72B3C30DBB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81DED360-9841-023B-00A0-E8D2EE8BF9F7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342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881A2-7E6D-469D-8FDA-C625B48B2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FC65B75B-5F44-A344-E37A-6E69172A3F67}"/>
              </a:ext>
            </a:extLst>
          </p:cNvPr>
          <p:cNvSpPr txBox="1"/>
          <p:nvPr/>
        </p:nvSpPr>
        <p:spPr>
          <a:xfrm>
            <a:off x="58811" y="1449741"/>
            <a:ext cx="120702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Conclusion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"Adding" an element to an infinite set or "removing" an element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from an infinite set does not change the size of the set.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4E1E7913-5BFE-494C-CC1D-14071174640E}"/>
              </a:ext>
            </a:extLst>
          </p:cNvPr>
          <p:cNvSpPr txBox="1"/>
          <p:nvPr/>
        </p:nvSpPr>
        <p:spPr>
          <a:xfrm>
            <a:off x="91012" y="2280738"/>
            <a:ext cx="119673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Fact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"Adding" or "removing" any finite number of elements from an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nfinite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does not change its cardinality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size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77AB26B-82F5-952A-D36C-92BD524889BB}"/>
                  </a:ext>
                </a:extLst>
              </p:cNvPr>
              <p:cNvSpPr txBox="1"/>
              <p:nvPr/>
            </p:nvSpPr>
            <p:spPr>
              <a:xfrm>
                <a:off x="56913" y="3111735"/>
                <a:ext cx="114935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equinumerous, 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77AB26B-82F5-952A-D36C-92BD52488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3" y="3111735"/>
                <a:ext cx="11493531" cy="461665"/>
              </a:xfrm>
              <a:prstGeom prst="rect">
                <a:avLst/>
              </a:prstGeom>
              <a:blipFill>
                <a:blip r:embed="rId2"/>
                <a:stretch>
                  <a:fillRect l="-79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83CCC616-604C-E829-9C31-54265BE266DA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96E81F38-D747-A6B7-3753-7F23204678C4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521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5FC17-18FB-977C-F2E5-3E5C32DC3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8A1EC330-77D8-2A0B-743A-23498D851DB9}"/>
              </a:ext>
            </a:extLst>
          </p:cNvPr>
          <p:cNvSpPr txBox="1"/>
          <p:nvPr/>
        </p:nvSpPr>
        <p:spPr>
          <a:xfrm>
            <a:off x="58811" y="1449741"/>
            <a:ext cx="120702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Conclusion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"Adding" an element to an infinite set or "removing" an element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from an infinite set does not change the size of the set.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FB08EDC-AE4D-42B4-31D6-9A55F71B8108}"/>
              </a:ext>
            </a:extLst>
          </p:cNvPr>
          <p:cNvSpPr txBox="1"/>
          <p:nvPr/>
        </p:nvSpPr>
        <p:spPr>
          <a:xfrm>
            <a:off x="91012" y="2280738"/>
            <a:ext cx="119673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Fact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"Adding" or "removing" any finite number of elements from an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nfinite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 does not change its cardinality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size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C08E4F5-CCD0-AF7A-66BB-44CDE09638FE}"/>
                  </a:ext>
                </a:extLst>
              </p:cNvPr>
              <p:cNvSpPr txBox="1"/>
              <p:nvPr/>
            </p:nvSpPr>
            <p:spPr>
              <a:xfrm>
                <a:off x="56913" y="3111735"/>
                <a:ext cx="114935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equinumerous, 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C08E4F5-CCD0-AF7A-66BB-44CDE0963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3" y="3111735"/>
                <a:ext cx="11493531" cy="461665"/>
              </a:xfrm>
              <a:prstGeom prst="rect">
                <a:avLst/>
              </a:prstGeom>
              <a:blipFill>
                <a:blip r:embed="rId2"/>
                <a:stretch>
                  <a:fillRect l="-79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A089D8A-0877-4050-ECCC-5602EFFCC555}"/>
                  </a:ext>
                </a:extLst>
              </p:cNvPr>
              <p:cNvSpPr txBox="1"/>
              <p:nvPr/>
            </p:nvSpPr>
            <p:spPr>
              <a:xfrm>
                <a:off x="91012" y="3573400"/>
                <a:ext cx="1150308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prove that the sets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["/>
                        <m:endChr m:val=""/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ctrlPr>
                              <a:rPr lang="pl-PL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0,1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equinumerous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(the proof of the 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equinumerosity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then be carried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out analogously).</a:t>
                </a: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A089D8A-0877-4050-ECCC-5602EFFCC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3573400"/>
                <a:ext cx="11503085" cy="1200329"/>
              </a:xfrm>
              <a:prstGeom prst="rect">
                <a:avLst/>
              </a:prstGeom>
              <a:blipFill>
                <a:blip r:embed="rId3"/>
                <a:stretch>
                  <a:fillRect l="-848" t="-49239" b="-14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E7221AA7-2A1F-9DE3-B40D-6656B0879255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EC233855-5E64-6B7A-8820-A59F017F7711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364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B7C06-4FBB-9A81-EBD1-3A9CBCFFF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6FFBD52-B98C-0485-C679-4D5D33FC5A68}"/>
                  </a:ext>
                </a:extLst>
              </p:cNvPr>
              <p:cNvSpPr txBox="1"/>
              <p:nvPr/>
            </p:nvSpPr>
            <p:spPr>
              <a:xfrm>
                <a:off x="91012" y="3111735"/>
                <a:ext cx="9843849" cy="10111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split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disjoint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fractions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numerator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4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,…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6FFBD52-B98C-0485-C679-4D5D33FC5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3111735"/>
                <a:ext cx="9843849" cy="1011111"/>
              </a:xfrm>
              <a:prstGeom prst="rect">
                <a:avLst/>
              </a:prstGeom>
              <a:blipFill>
                <a:blip r:embed="rId2"/>
                <a:stretch>
                  <a:fillRect l="-991" t="-5422" b="-30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3B094927-F80F-BE92-E58C-45C75582C399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56E1FA4D-1277-7B5D-A921-FBD3EDCCDDE4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2F847F04-57C7-3878-9B72-EA2DDD23E777}"/>
                  </a:ext>
                </a:extLst>
              </p:cNvPr>
              <p:cNvSpPr txBox="1"/>
              <p:nvPr/>
            </p:nvSpPr>
            <p:spPr>
              <a:xfrm>
                <a:off x="91012" y="1447340"/>
                <a:ext cx="114935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equinumerous, 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2F847F04-57C7-3878-9B72-EA2DDD23E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447340"/>
                <a:ext cx="11493531" cy="461665"/>
              </a:xfrm>
              <a:prstGeom prst="rect">
                <a:avLst/>
              </a:prstGeom>
              <a:blipFill>
                <a:blip r:embed="rId3"/>
                <a:stretch>
                  <a:fillRect l="-849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6450EF9F-AA3A-7078-AE1F-B1ACC31DD300}"/>
                  </a:ext>
                </a:extLst>
              </p:cNvPr>
              <p:cNvSpPr txBox="1"/>
              <p:nvPr/>
            </p:nvSpPr>
            <p:spPr>
              <a:xfrm>
                <a:off x="125111" y="1909005"/>
                <a:ext cx="1150308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prove that the sets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["/>
                        <m:endChr m:val=""/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ctrlPr>
                              <a:rPr lang="pl-PL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0,1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equinumerous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(the proof of the 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equinumerosity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then be carried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out analogously).</a:t>
                </a: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6450EF9F-AA3A-7078-AE1F-B1ACC31DD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11" y="1909005"/>
                <a:ext cx="11503085" cy="1200329"/>
              </a:xfrm>
              <a:prstGeom prst="rect">
                <a:avLst/>
              </a:prstGeom>
              <a:blipFill>
                <a:blip r:embed="rId4"/>
                <a:stretch>
                  <a:fillRect l="-848" t="-49239" b="-14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7412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588DC-7873-1AF4-BD16-ACB51474C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6FFEF2B-0B2C-EFE6-7852-91F4DD0CBDF3}"/>
                  </a:ext>
                </a:extLst>
              </p:cNvPr>
              <p:cNvSpPr txBox="1"/>
              <p:nvPr/>
            </p:nvSpPr>
            <p:spPr>
              <a:xfrm>
                <a:off x="91012" y="3111735"/>
                <a:ext cx="9843849" cy="1380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split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disjoint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fractions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numerator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4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,…</m:t>
                        </m:r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from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6FFEF2B-0B2C-EFE6-7852-91F4DD0CB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3111735"/>
                <a:ext cx="9843849" cy="1380443"/>
              </a:xfrm>
              <a:prstGeom prst="rect">
                <a:avLst/>
              </a:prstGeom>
              <a:blipFill>
                <a:blip r:embed="rId2"/>
                <a:stretch>
                  <a:fillRect l="-991" t="-3965" b="-8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BACC5981-EB08-E923-3992-A9BE5DD32BCB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89B7A96E-5869-7CB2-19CC-5CB4D6B22519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47B9F163-0965-1D68-06D6-7E4A64EE5465}"/>
                  </a:ext>
                </a:extLst>
              </p:cNvPr>
              <p:cNvSpPr txBox="1"/>
              <p:nvPr/>
            </p:nvSpPr>
            <p:spPr>
              <a:xfrm>
                <a:off x="91012" y="1447340"/>
                <a:ext cx="114935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equinumerous, 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47B9F163-0965-1D68-06D6-7E4A64EE5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447340"/>
                <a:ext cx="11493531" cy="461665"/>
              </a:xfrm>
              <a:prstGeom prst="rect">
                <a:avLst/>
              </a:prstGeom>
              <a:blipFill>
                <a:blip r:embed="rId3"/>
                <a:stretch>
                  <a:fillRect l="-849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B24FC4BF-A5E1-80C1-7CC8-5B3FE58587EA}"/>
                  </a:ext>
                </a:extLst>
              </p:cNvPr>
              <p:cNvSpPr txBox="1"/>
              <p:nvPr/>
            </p:nvSpPr>
            <p:spPr>
              <a:xfrm>
                <a:off x="125111" y="1909005"/>
                <a:ext cx="1150308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prove that the sets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["/>
                        <m:endChr m:val=""/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ctrlPr>
                              <a:rPr lang="pl-PL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0,1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equinumerous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(the proof of the 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equinumerosity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then be carried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out analogously).</a:t>
                </a: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B24FC4BF-A5E1-80C1-7CC8-5B3FE5858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11" y="1909005"/>
                <a:ext cx="11503085" cy="1200329"/>
              </a:xfrm>
              <a:prstGeom prst="rect">
                <a:avLst/>
              </a:prstGeom>
              <a:blipFill>
                <a:blip r:embed="rId4"/>
                <a:stretch>
                  <a:fillRect l="-848" t="-49239" b="-14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450B086C-1009-7603-10A4-97C64353AB2D}"/>
                  </a:ext>
                </a:extLst>
              </p14:cNvPr>
              <p14:cNvContentPartPr/>
              <p14:nvPr/>
            </p14:nvContentPartPr>
            <p14:xfrm>
              <a:off x="7334280" y="2825640"/>
              <a:ext cx="3296160" cy="68616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450B086C-1009-7603-10A4-97C64353AB2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24920" y="2816280"/>
                <a:ext cx="3314880" cy="70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1494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98E4F-4157-1379-1D3A-661DAC4EA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7CFF78F-0089-C570-76A9-62A43742CC12}"/>
                  </a:ext>
                </a:extLst>
              </p:cNvPr>
              <p:cNvSpPr txBox="1"/>
              <p:nvPr/>
            </p:nvSpPr>
            <p:spPr>
              <a:xfrm>
                <a:off x="91012" y="3111735"/>
                <a:ext cx="9843849" cy="1380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split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disjoint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fractions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numerator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4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,…</m:t>
                        </m:r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from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7CFF78F-0089-C570-76A9-62A43742C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3111735"/>
                <a:ext cx="9843849" cy="1380443"/>
              </a:xfrm>
              <a:prstGeom prst="rect">
                <a:avLst/>
              </a:prstGeom>
              <a:blipFill>
                <a:blip r:embed="rId2"/>
                <a:stretch>
                  <a:fillRect l="-991" t="-3965" b="-8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91B8750-FFA5-3FE8-F82A-567EFAD6C1D5}"/>
                  </a:ext>
                </a:extLst>
              </p:cNvPr>
              <p:cNvSpPr txBox="1"/>
              <p:nvPr/>
            </p:nvSpPr>
            <p:spPr>
              <a:xfrm>
                <a:off x="91012" y="4492178"/>
                <a:ext cx="5889113" cy="23642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Now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: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→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𝑓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, 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0, 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𝑛</m:t>
                                    </m:r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−1</m:t>
                                    </m:r>
                                  </m:den>
                                </m:f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, 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∧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≠</m:t>
                                </m:r>
                                <m:f>
                                  <m:fPr>
                                    <m:ctrlP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91B8750-FFA5-3FE8-F82A-567EFAD6C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4492178"/>
                <a:ext cx="5889113" cy="2364237"/>
              </a:xfrm>
              <a:prstGeom prst="rect">
                <a:avLst/>
              </a:prstGeom>
              <a:blipFill>
                <a:blip r:embed="rId3"/>
                <a:stretch>
                  <a:fillRect l="-1656" t="-2320" r="-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BFAAD96B-AD3C-100B-28A8-036B62906CC4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16F2B73E-C5CA-930B-E749-64E02EBA1400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A09A1D1D-FCA1-5357-8B8F-91C913D0447A}"/>
                  </a:ext>
                </a:extLst>
              </p:cNvPr>
              <p:cNvSpPr txBox="1"/>
              <p:nvPr/>
            </p:nvSpPr>
            <p:spPr>
              <a:xfrm>
                <a:off x="91012" y="1447340"/>
                <a:ext cx="114935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equinumerous, 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A09A1D1D-FCA1-5357-8B8F-91C913D04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447340"/>
                <a:ext cx="11493531" cy="461665"/>
              </a:xfrm>
              <a:prstGeom prst="rect">
                <a:avLst/>
              </a:prstGeom>
              <a:blipFill>
                <a:blip r:embed="rId4"/>
                <a:stretch>
                  <a:fillRect l="-849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7D14489D-B5FD-DC68-B9E9-6EF2D2D8A406}"/>
                  </a:ext>
                </a:extLst>
              </p:cNvPr>
              <p:cNvSpPr txBox="1"/>
              <p:nvPr/>
            </p:nvSpPr>
            <p:spPr>
              <a:xfrm>
                <a:off x="125111" y="1909005"/>
                <a:ext cx="1150308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prove that the sets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["/>
                        <m:endChr m:val=""/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ctrlPr>
                              <a:rPr lang="pl-PL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0,1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equinumerous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(the proof of the 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equinumerosity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then be carried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out analogously).</a:t>
                </a: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7D14489D-B5FD-DC68-B9E9-6EF2D2D8A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11" y="1909005"/>
                <a:ext cx="11503085" cy="1200329"/>
              </a:xfrm>
              <a:prstGeom prst="rect">
                <a:avLst/>
              </a:prstGeom>
              <a:blipFill>
                <a:blip r:embed="rId5"/>
                <a:stretch>
                  <a:fillRect l="-848" t="-49239" b="-14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DB69EB6E-BC1E-784E-D486-5475CD0A808C}"/>
                  </a:ext>
                </a:extLst>
              </p14:cNvPr>
              <p14:cNvContentPartPr/>
              <p14:nvPr/>
            </p14:nvContentPartPr>
            <p14:xfrm>
              <a:off x="6997680" y="4280040"/>
              <a:ext cx="4381920" cy="11876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DB69EB6E-BC1E-784E-D486-5475CD0A808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88320" y="4270680"/>
                <a:ext cx="4400640" cy="120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07192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B5AD5-CA90-9241-959C-A107797B8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D01FA2C-B0B7-B9D4-5063-882DE8F83718}"/>
                  </a:ext>
                </a:extLst>
              </p:cNvPr>
              <p:cNvSpPr txBox="1"/>
              <p:nvPr/>
            </p:nvSpPr>
            <p:spPr>
              <a:xfrm>
                <a:off x="91012" y="3111735"/>
                <a:ext cx="9843849" cy="1380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split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disjoint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fractions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numerator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2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4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fPr>
                          <m:num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den>
                        </m:f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,…</m:t>
                        </m:r>
                      </m:e>
                    </m:d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from the set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D01FA2C-B0B7-B9D4-5063-882DE8F83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3111735"/>
                <a:ext cx="9843849" cy="1380443"/>
              </a:xfrm>
              <a:prstGeom prst="rect">
                <a:avLst/>
              </a:prstGeom>
              <a:blipFill>
                <a:blip r:embed="rId2"/>
                <a:stretch>
                  <a:fillRect l="-991" t="-3965" b="-8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F3F2B06-DF19-2F14-3783-D98D2A040BCC}"/>
                  </a:ext>
                </a:extLst>
              </p:cNvPr>
              <p:cNvSpPr txBox="1"/>
              <p:nvPr/>
            </p:nvSpPr>
            <p:spPr>
              <a:xfrm>
                <a:off x="91012" y="4492178"/>
                <a:ext cx="5889113" cy="23642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Now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: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→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𝑓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, 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0, 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𝑛</m:t>
                                    </m:r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−1</m:t>
                                    </m:r>
                                  </m:den>
                                </m:f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, 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∧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pl-PL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</a:rPr>
                                  <m:t>≠</m:t>
                                </m:r>
                                <m:f>
                                  <m:fPr>
                                    <m:ctrlP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F3F2B06-DF19-2F14-3783-D98D2A040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4492178"/>
                <a:ext cx="5889113" cy="2364237"/>
              </a:xfrm>
              <a:prstGeom prst="rect">
                <a:avLst/>
              </a:prstGeom>
              <a:blipFill>
                <a:blip r:embed="rId3"/>
                <a:stretch>
                  <a:fillRect l="-1656" t="-2320" r="-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C4FC107-31A3-8024-0916-E0F7467CD8AF}"/>
                  </a:ext>
                </a:extLst>
              </p:cNvPr>
              <p:cNvSpPr txBox="1"/>
              <p:nvPr/>
            </p:nvSpPr>
            <p:spPr>
              <a:xfrm>
                <a:off x="6953269" y="4389904"/>
                <a:ext cx="4053161" cy="1849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obtain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transition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→0            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→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→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C4FC107-31A3-8024-0916-E0F7467CD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269" y="4389904"/>
                <a:ext cx="4053161" cy="1849352"/>
              </a:xfrm>
              <a:prstGeom prst="rect">
                <a:avLst/>
              </a:prstGeom>
              <a:blipFill>
                <a:blip r:embed="rId4"/>
                <a:stretch>
                  <a:fillRect l="-2406" t="-2632" r="-1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85AF7200-1D21-62CD-B1D1-9FC51B5E0A04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24FD4F7D-B462-8F5D-969C-799A99637AC4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A2EC4E31-A661-8427-FB85-3BF41CE478C7}"/>
                  </a:ext>
                </a:extLst>
              </p:cNvPr>
              <p:cNvSpPr txBox="1"/>
              <p:nvPr/>
            </p:nvSpPr>
            <p:spPr>
              <a:xfrm>
                <a:off x="91012" y="1447340"/>
                <a:ext cx="114935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equinumerous, 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𝐴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𝐵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A2EC4E31-A661-8427-FB85-3BF41CE47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447340"/>
                <a:ext cx="11493531" cy="461665"/>
              </a:xfrm>
              <a:prstGeom prst="rect">
                <a:avLst/>
              </a:prstGeom>
              <a:blipFill>
                <a:blip r:embed="rId5"/>
                <a:stretch>
                  <a:fillRect l="-849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35339CA4-051F-9C8F-D19C-622BFEBCD66A}"/>
                  </a:ext>
                </a:extLst>
              </p:cNvPr>
              <p:cNvSpPr txBox="1"/>
              <p:nvPr/>
            </p:nvSpPr>
            <p:spPr>
              <a:xfrm>
                <a:off x="125111" y="1909005"/>
                <a:ext cx="1150308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prove that the sets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["/>
                        <m:endChr m:val=""/>
                        <m:ctrlPr>
                          <a:rPr lang="pl-PL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ctrlPr>
                              <a:rPr lang="pl-PL" sz="24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0,1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equinumerous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(the proof of the </a:t>
                </a:r>
                <a:r>
                  <a:rPr lang="en-US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equinumerosity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𝐶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can then be carried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out analogously).</a:t>
                </a: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35339CA4-051F-9C8F-D19C-622BFEBCD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11" y="1909005"/>
                <a:ext cx="11503085" cy="1200329"/>
              </a:xfrm>
              <a:prstGeom prst="rect">
                <a:avLst/>
              </a:prstGeom>
              <a:blipFill>
                <a:blip r:embed="rId6"/>
                <a:stretch>
                  <a:fillRect l="-848" t="-49239" b="-14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7778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F0ACF-06F6-2708-2C9F-1707921AC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601104A-37E8-7566-F35E-873B8AF460F5}"/>
                  </a:ext>
                </a:extLst>
              </p:cNvPr>
              <p:cNvSpPr txBox="1"/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equinumerous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601104A-37E8-7566-F35E-873B8AF46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blipFill>
                <a:blip r:embed="rId2"/>
                <a:stretch>
                  <a:fillRect l="-1310" t="-11842" r="-410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E2C17998-CA85-3EBD-59AC-66B25B20B274}"/>
                  </a:ext>
                </a:extLst>
              </p:cNvPr>
              <p:cNvSpPr txBox="1"/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1: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function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E2C17998-CA85-3EBD-59AC-66B25B20B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blipFill>
                <a:blip r:embed="rId3"/>
                <a:stretch>
                  <a:fillRect l="-1286" t="-12000" r="-482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3647B289-2DA6-8A99-E6C8-68031567900C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E42D4AB8-4437-B3D4-B281-2E6B88B9117A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479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C25D3-456F-2B66-148E-CC146C6B9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6BD6432-5425-9628-3F72-E005F38CB722}"/>
                  </a:ext>
                </a:extLst>
              </p:cNvPr>
              <p:cNvSpPr txBox="1"/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equinumerous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6BD6432-5425-9628-3F72-E005F38CB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blipFill>
                <a:blip r:embed="rId2"/>
                <a:stretch>
                  <a:fillRect l="-1310" t="-11842" r="-410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1C28F6E-247F-FD75-0234-269C00094832}"/>
                  </a:ext>
                </a:extLst>
              </p:cNvPr>
              <p:cNvSpPr txBox="1"/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1: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function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1C28F6E-247F-FD75-0234-269C00094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blipFill>
                <a:blip r:embed="rId3"/>
                <a:stretch>
                  <a:fillRect l="-1286" t="-12000" r="-482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02C970DB-8268-5240-5F54-40D5A75D935D}"/>
                  </a:ext>
                </a:extLst>
              </p:cNvPr>
              <p:cNvSpPr txBox="1"/>
              <p:nvPr/>
            </p:nvSpPr>
            <p:spPr>
              <a:xfrm>
                <a:off x="91012" y="2373071"/>
                <a:ext cx="4032579" cy="22790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: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→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𝑓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=0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∈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ℙ</m:t>
                              </m:r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∉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ℙ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02C970DB-8268-5240-5F54-40D5A75D9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2373071"/>
                <a:ext cx="4032579" cy="2279085"/>
              </a:xfrm>
              <a:prstGeom prst="rect">
                <a:avLst/>
              </a:prstGeom>
              <a:blipFill>
                <a:blip r:embed="rId4"/>
                <a:stretch>
                  <a:fillRect l="-1362" t="-2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33B472B1-C5E5-571F-71C9-6D6B1D94EECC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8C8EBD71-E56A-74E0-B445-1774C1AEF03B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7708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3091F-9D25-B4E3-B189-F6E716AF3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EE99E1F-7AA0-41CA-AAE4-735A34AA9FB8}"/>
                  </a:ext>
                </a:extLst>
              </p:cNvPr>
              <p:cNvSpPr txBox="1"/>
              <p:nvPr/>
            </p:nvSpPr>
            <p:spPr>
              <a:xfrm>
                <a:off x="91012" y="2373071"/>
                <a:ext cx="4032579" cy="22790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: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→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𝑓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=0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∈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ℙ</m:t>
                              </m:r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∉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ℙ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EE99E1F-7AA0-41CA-AAE4-735A34AA9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2373071"/>
                <a:ext cx="4032579" cy="2279085"/>
              </a:xfrm>
              <a:prstGeom prst="rect">
                <a:avLst/>
              </a:prstGeom>
              <a:blipFill>
                <a:blip r:embed="rId4"/>
                <a:stretch>
                  <a:fillRect l="-1362" t="-2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913D340-698A-F2FA-B294-BDC344DA8A01}"/>
                  </a:ext>
                </a:extLst>
              </p:cNvPr>
              <p:cNvSpPr txBox="1"/>
              <p:nvPr/>
            </p:nvSpPr>
            <p:spPr>
              <a:xfrm>
                <a:off x="4058636" y="2731318"/>
                <a:ext cx="660892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2: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arrange all integers in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following way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−1, 2, −2, 3, −3, 4, −4,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913D340-698A-F2FA-B294-BDC344DA8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636" y="2731318"/>
                <a:ext cx="6608925" cy="1200329"/>
              </a:xfrm>
              <a:prstGeom prst="rect">
                <a:avLst/>
              </a:prstGeom>
              <a:blipFill>
                <a:blip r:embed="rId5"/>
                <a:stretch>
                  <a:fillRect l="-1476" t="-4061" r="-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9A6B5AD4-9C5A-97F4-B55C-629127B3F51E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D2CA793D-874A-4FF7-D2AA-93F36989A652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3A2FF774-0DE2-9F57-2FC9-CBAA69A96737}"/>
                  </a:ext>
                </a:extLst>
              </p:cNvPr>
              <p:cNvSpPr txBox="1"/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equinumerous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3A2FF774-0DE2-9F57-2FC9-CBAA69A96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blipFill>
                <a:blip r:embed="rId6"/>
                <a:stretch>
                  <a:fillRect l="-1310" t="-11842" r="-410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08D0906F-7382-08D6-17F8-75CC791A5162}"/>
                  </a:ext>
                </a:extLst>
              </p:cNvPr>
              <p:cNvSpPr txBox="1"/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1: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function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08D0906F-7382-08D6-17F8-75CC791A5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blipFill>
                <a:blip r:embed="rId7"/>
                <a:stretch>
                  <a:fillRect l="-1286" t="-12000" r="-482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7309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03E34-D5F4-62F2-E7B7-5924B876A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1E1A9D3-9CFF-656B-8FB6-76764A2465E3}"/>
                  </a:ext>
                </a:extLst>
              </p:cNvPr>
              <p:cNvSpPr txBox="1"/>
              <p:nvPr/>
            </p:nvSpPr>
            <p:spPr>
              <a:xfrm>
                <a:off x="91012" y="2373071"/>
                <a:ext cx="4032579" cy="22790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: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→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𝑓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=0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∈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ℙ</m:t>
                              </m:r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∉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ℙ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1E1A9D3-9CFF-656B-8FB6-76764A246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2373071"/>
                <a:ext cx="4032579" cy="2279085"/>
              </a:xfrm>
              <a:prstGeom prst="rect">
                <a:avLst/>
              </a:prstGeom>
              <a:blipFill>
                <a:blip r:embed="rId2"/>
                <a:stretch>
                  <a:fillRect l="-1362" t="-2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4C4693A-A112-B171-31B3-D53F1FEEE414}"/>
                  </a:ext>
                </a:extLst>
              </p:cNvPr>
              <p:cNvSpPr txBox="1"/>
              <p:nvPr/>
            </p:nvSpPr>
            <p:spPr>
              <a:xfrm>
                <a:off x="4058636" y="2731318"/>
                <a:ext cx="660892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2: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arrange all integers in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following way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−1, 2, −2, 3, −3, 4, −4,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4C4693A-A112-B171-31B3-D53F1FEEE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636" y="2731318"/>
                <a:ext cx="6608925" cy="1200329"/>
              </a:xfrm>
              <a:prstGeom prst="rect">
                <a:avLst/>
              </a:prstGeom>
              <a:blipFill>
                <a:blip r:embed="rId3"/>
                <a:stretch>
                  <a:fillRect l="-1476" t="-4061" r="-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2F28DABD-216A-F6F5-BE27-DEE21412C648}"/>
              </a:ext>
            </a:extLst>
          </p:cNvPr>
          <p:cNvSpPr txBox="1"/>
          <p:nvPr/>
        </p:nvSpPr>
        <p:spPr>
          <a:xfrm>
            <a:off x="4058636" y="3931647"/>
            <a:ext cx="4359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create pairs as follows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F6A61D23-9092-2B20-3636-7E7BBCBA35F0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1106E7C0-8F63-33A6-B4DF-2756B14E5BB1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2FF2CE7C-1CE1-033A-DE2A-B221E6F1F2FA}"/>
                  </a:ext>
                </a:extLst>
              </p:cNvPr>
              <p:cNvSpPr txBox="1"/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equinumerous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2FF2CE7C-1CE1-033A-DE2A-B221E6F1F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blipFill>
                <a:blip r:embed="rId4"/>
                <a:stretch>
                  <a:fillRect l="-1310" t="-11842" r="-410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E11D26D0-C3FE-82F4-6F9B-0F9FE50637C2}"/>
                  </a:ext>
                </a:extLst>
              </p:cNvPr>
              <p:cNvSpPr txBox="1"/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1: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function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E11D26D0-C3FE-82F4-6F9B-0F9FE5063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blipFill>
                <a:blip r:embed="rId5"/>
                <a:stretch>
                  <a:fillRect l="-1286" t="-12000" r="-482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2199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4A2A7-8ED0-2CB1-9418-B5BAD6C5E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81F45C0-B68C-F09D-0135-6E7C3985A774}"/>
                  </a:ext>
                </a:extLst>
              </p:cNvPr>
              <p:cNvSpPr txBox="1"/>
              <p:nvPr/>
            </p:nvSpPr>
            <p:spPr>
              <a:xfrm>
                <a:off x="91012" y="2373071"/>
                <a:ext cx="4032579" cy="22790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: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→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𝑓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=0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∈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ℙ</m:t>
                              </m:r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∉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ℙ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81F45C0-B68C-F09D-0135-6E7C3985A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2373071"/>
                <a:ext cx="4032579" cy="2279085"/>
              </a:xfrm>
              <a:prstGeom prst="rect">
                <a:avLst/>
              </a:prstGeom>
              <a:blipFill>
                <a:blip r:embed="rId2"/>
                <a:stretch>
                  <a:fillRect l="-1362" t="-2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470E65B-2F2C-B94B-9A8E-3E28BB139CDE}"/>
                  </a:ext>
                </a:extLst>
              </p:cNvPr>
              <p:cNvSpPr txBox="1"/>
              <p:nvPr/>
            </p:nvSpPr>
            <p:spPr>
              <a:xfrm>
                <a:off x="4058636" y="2731318"/>
                <a:ext cx="660892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2: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arrange all integers in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following way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−1, 2, −2, 3, −3, 4, −4,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470E65B-2F2C-B94B-9A8E-3E28BB139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636" y="2731318"/>
                <a:ext cx="6608925" cy="1200329"/>
              </a:xfrm>
              <a:prstGeom prst="rect">
                <a:avLst/>
              </a:prstGeom>
              <a:blipFill>
                <a:blip r:embed="rId3"/>
                <a:stretch>
                  <a:fillRect l="-1476" t="-4061" r="-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0FE2A65B-B486-C32C-A7AB-CDF45C274E8E}"/>
              </a:ext>
            </a:extLst>
          </p:cNvPr>
          <p:cNvSpPr txBox="1"/>
          <p:nvPr/>
        </p:nvSpPr>
        <p:spPr>
          <a:xfrm>
            <a:off x="4058636" y="3931647"/>
            <a:ext cx="4359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create pairs as follows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7062E2F-9EEF-EF2B-3C50-83E6C16F6705}"/>
                  </a:ext>
                </a:extLst>
              </p:cNvPr>
              <p:cNvSpPr txBox="1"/>
              <p:nvPr/>
            </p:nvSpPr>
            <p:spPr>
              <a:xfrm>
                <a:off x="4058636" y="4393312"/>
                <a:ext cx="7002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0,0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2,−1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4,−2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6,−3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7062E2F-9EEF-EF2B-3C50-83E6C16F6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636" y="4393312"/>
                <a:ext cx="700262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41D441CA-A747-BB0F-8207-CF65328C888C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78CD9FA1-7C70-9A94-D21F-385B656B3C16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F69DF8F4-B200-ED7D-B246-438E90CF0C44}"/>
                  </a:ext>
                </a:extLst>
              </p:cNvPr>
              <p:cNvSpPr txBox="1"/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equinumerous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F69DF8F4-B200-ED7D-B246-438E90CF0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blipFill>
                <a:blip r:embed="rId5"/>
                <a:stretch>
                  <a:fillRect l="-1310" t="-11842" r="-410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EF26BA4E-DF41-506D-0932-B1B6219141AE}"/>
                  </a:ext>
                </a:extLst>
              </p:cNvPr>
              <p:cNvSpPr txBox="1"/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1: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function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EF26BA4E-DF41-506D-0932-B1B621914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blipFill>
                <a:blip r:embed="rId6"/>
                <a:stretch>
                  <a:fillRect l="-1286" t="-12000" r="-482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0164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96B55-F6DB-1674-EF70-0C396EE2A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4B97794-28E3-1AF3-4858-53C4E3C849C0}"/>
                  </a:ext>
                </a:extLst>
              </p:cNvPr>
              <p:cNvSpPr txBox="1"/>
              <p:nvPr/>
            </p:nvSpPr>
            <p:spPr>
              <a:xfrm>
                <a:off x="91012" y="2373071"/>
                <a:ext cx="4032579" cy="22790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: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→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𝑓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=0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∈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ℙ</m:t>
                              </m:r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∉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ℙ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4B97794-28E3-1AF3-4858-53C4E3C84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2373071"/>
                <a:ext cx="4032579" cy="2279085"/>
              </a:xfrm>
              <a:prstGeom prst="rect">
                <a:avLst/>
              </a:prstGeom>
              <a:blipFill>
                <a:blip r:embed="rId2"/>
                <a:stretch>
                  <a:fillRect l="-1362" t="-2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76F7BBF-78DE-0263-5DD2-8DF928AC2F5A}"/>
                  </a:ext>
                </a:extLst>
              </p:cNvPr>
              <p:cNvSpPr txBox="1"/>
              <p:nvPr/>
            </p:nvSpPr>
            <p:spPr>
              <a:xfrm>
                <a:off x="4058636" y="2731318"/>
                <a:ext cx="660892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2: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arrange all integers in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following way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−1, 2, −2, 3, −3, 4, −4,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76F7BBF-78DE-0263-5DD2-8DF928AC2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636" y="2731318"/>
                <a:ext cx="6608925" cy="1200329"/>
              </a:xfrm>
              <a:prstGeom prst="rect">
                <a:avLst/>
              </a:prstGeom>
              <a:blipFill>
                <a:blip r:embed="rId3"/>
                <a:stretch>
                  <a:fillRect l="-1476" t="-4061" r="-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CCDB36DA-522C-2C08-3BA8-9C252C1FBCF7}"/>
              </a:ext>
            </a:extLst>
          </p:cNvPr>
          <p:cNvSpPr txBox="1"/>
          <p:nvPr/>
        </p:nvSpPr>
        <p:spPr>
          <a:xfrm>
            <a:off x="4058636" y="3931647"/>
            <a:ext cx="4359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create pairs as follows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7BFB31D-9694-98E0-6BB3-5462CFFBAB8C}"/>
                  </a:ext>
                </a:extLst>
              </p:cNvPr>
              <p:cNvSpPr txBox="1"/>
              <p:nvPr/>
            </p:nvSpPr>
            <p:spPr>
              <a:xfrm>
                <a:off x="4058636" y="4393312"/>
                <a:ext cx="7002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0,0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2,−1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4,−2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6,−3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7BFB31D-9694-98E0-6BB3-5462CFFBA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636" y="4393312"/>
                <a:ext cx="700262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A9750FBF-0A7F-346F-EE1C-437B5A021A5F}"/>
                  </a:ext>
                </a:extLst>
              </p:cNvPr>
              <p:cNvSpPr txBox="1"/>
              <p:nvPr/>
            </p:nvSpPr>
            <p:spPr>
              <a:xfrm>
                <a:off x="91012" y="4854977"/>
                <a:ext cx="1202431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⊂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and at the same time, every integer has a corresponding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 number. Therefore, these sets are equinumerous.</a:t>
                </a: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A9750FBF-0A7F-346F-EE1C-437B5A021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4854977"/>
                <a:ext cx="12024317" cy="830997"/>
              </a:xfrm>
              <a:prstGeom prst="rect">
                <a:avLst/>
              </a:prstGeom>
              <a:blipFill>
                <a:blip r:embed="rId5"/>
                <a:stretch>
                  <a:fillRect l="-811" t="-656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50A43A07-0493-77E3-0C80-97EFC2DC38B7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62491945-9034-C77E-CF98-D15EF4D48D6E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85CE2E7B-D5CB-6A65-8F0E-D2412CE4E9C4}"/>
                  </a:ext>
                </a:extLst>
              </p:cNvPr>
              <p:cNvSpPr txBox="1"/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equinumerous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85CE2E7B-D5CB-6A65-8F0E-D2412CE4E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blipFill>
                <a:blip r:embed="rId6"/>
                <a:stretch>
                  <a:fillRect l="-1310" t="-11842" r="-410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965DE332-C4EA-4992-A748-429325180360}"/>
                  </a:ext>
                </a:extLst>
              </p:cNvPr>
              <p:cNvSpPr txBox="1"/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1: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function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965DE332-C4EA-4992-A748-429325180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blipFill>
                <a:blip r:embed="rId7"/>
                <a:stretch>
                  <a:fillRect l="-1286" t="-12000" r="-482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91054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54C64-21E8-EFBD-E63E-36F3EADCA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A4E25BBA-4383-0179-FC6F-8BB704147962}"/>
                  </a:ext>
                </a:extLst>
              </p:cNvPr>
              <p:cNvSpPr txBox="1"/>
              <p:nvPr/>
            </p:nvSpPr>
            <p:spPr>
              <a:xfrm>
                <a:off x="91012" y="2373071"/>
                <a:ext cx="4032579" cy="22790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𝑓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: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→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𝑓</m:t>
                      </m:r>
                      <m:d>
                        <m:d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=0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∈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ℙ</m:t>
                              </m:r>
                            </m:e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𝑛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 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𝑛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∉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ℙ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A4E25BBA-4383-0179-FC6F-8BB704147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2373071"/>
                <a:ext cx="4032579" cy="2279085"/>
              </a:xfrm>
              <a:prstGeom prst="rect">
                <a:avLst/>
              </a:prstGeom>
              <a:blipFill>
                <a:blip r:embed="rId2"/>
                <a:stretch>
                  <a:fillRect l="-1362" t="-2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7B42B30-969A-35D6-02E9-C04EBF434070}"/>
                  </a:ext>
                </a:extLst>
              </p:cNvPr>
              <p:cNvSpPr txBox="1"/>
              <p:nvPr/>
            </p:nvSpPr>
            <p:spPr>
              <a:xfrm>
                <a:off x="4058636" y="2731318"/>
                <a:ext cx="660892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2: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arrange all integers in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following way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−1, 2, −2, 3, −3, 4, −4,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7B42B30-969A-35D6-02E9-C04EBF434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636" y="2731318"/>
                <a:ext cx="6608925" cy="1200329"/>
              </a:xfrm>
              <a:prstGeom prst="rect">
                <a:avLst/>
              </a:prstGeom>
              <a:blipFill>
                <a:blip r:embed="rId3"/>
                <a:stretch>
                  <a:fillRect l="-1476" t="-4061" r="-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17E49147-3E1D-D4C3-B4C1-66822E39B951}"/>
              </a:ext>
            </a:extLst>
          </p:cNvPr>
          <p:cNvSpPr txBox="1"/>
          <p:nvPr/>
        </p:nvSpPr>
        <p:spPr>
          <a:xfrm>
            <a:off x="4058636" y="3931647"/>
            <a:ext cx="4359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create pairs as follows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3B8357B-8757-3FD0-6478-4FA8A3FB5CB6}"/>
                  </a:ext>
                </a:extLst>
              </p:cNvPr>
              <p:cNvSpPr txBox="1"/>
              <p:nvPr/>
            </p:nvSpPr>
            <p:spPr>
              <a:xfrm>
                <a:off x="4058636" y="4393312"/>
                <a:ext cx="70026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0,0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1,1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2,−1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3,2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4,−2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5,3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6,−3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3B8357B-8757-3FD0-6478-4FA8A3FB5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636" y="4393312"/>
                <a:ext cx="700262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D0703F12-F25D-5101-5E8D-503F6EEA5CD1}"/>
                  </a:ext>
                </a:extLst>
              </p:cNvPr>
              <p:cNvSpPr txBox="1"/>
              <p:nvPr/>
            </p:nvSpPr>
            <p:spPr>
              <a:xfrm>
                <a:off x="91012" y="4854977"/>
                <a:ext cx="1202431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Notice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⊂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and at the same time, every integer has a corresponding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 number. Therefore, these sets are equinumerous.</a:t>
                </a: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D0703F12-F25D-5101-5E8D-503F6EEA5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4854977"/>
                <a:ext cx="12024317" cy="830997"/>
              </a:xfrm>
              <a:prstGeom prst="rect">
                <a:avLst/>
              </a:prstGeom>
              <a:blipFill>
                <a:blip r:embed="rId5"/>
                <a:stretch>
                  <a:fillRect l="-811" t="-656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F4662FDB-7842-F297-26BC-641145FEE19E}"/>
                  </a:ext>
                </a:extLst>
              </p:cNvPr>
              <p:cNvSpPr txBox="1"/>
              <p:nvPr/>
            </p:nvSpPr>
            <p:spPr>
              <a:xfrm>
                <a:off x="91012" y="5888795"/>
                <a:ext cx="736958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From the fact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ℕ</m:t>
                            </m:r>
                          </m:e>
                          <m:sub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sSub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ℕ</m:t>
                            </m:r>
                          </m:e>
                          <m:sub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conclude that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equinumerous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F4662FDB-7842-F297-26BC-641145FEE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5888795"/>
                <a:ext cx="7369582" cy="830997"/>
              </a:xfrm>
              <a:prstGeom prst="rect">
                <a:avLst/>
              </a:prstGeom>
              <a:blipFill>
                <a:blip r:embed="rId6"/>
                <a:stretch>
                  <a:fillRect l="-1323" t="-6618" r="-331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081E0E46-C52B-19C9-B138-24387A66DC1E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28C81CE6-1CC9-16C4-5DB2-84C8879263B0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28689479-D9B8-E108-BC96-7F59F808CD18}"/>
                  </a:ext>
                </a:extLst>
              </p:cNvPr>
              <p:cNvSpPr txBox="1"/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equinumerous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28689479-D9B8-E108-BC96-7F59F808C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449741"/>
                <a:ext cx="7443063" cy="461665"/>
              </a:xfrm>
              <a:prstGeom prst="rect">
                <a:avLst/>
              </a:prstGeom>
              <a:blipFill>
                <a:blip r:embed="rId7"/>
                <a:stretch>
                  <a:fillRect l="-1310" t="-11842" r="-410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4C68F866-2EEC-95EB-1657-5A5762872143}"/>
                  </a:ext>
                </a:extLst>
              </p:cNvPr>
              <p:cNvSpPr txBox="1"/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1: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ℕ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define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function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4C68F866-2EEC-95EB-1657-5A5762872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" y="1911406"/>
                <a:ext cx="7584449" cy="461665"/>
              </a:xfrm>
              <a:prstGeom prst="rect">
                <a:avLst/>
              </a:prstGeom>
              <a:blipFill>
                <a:blip r:embed="rId8"/>
                <a:stretch>
                  <a:fillRect l="-1286" t="-12000" r="-482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72656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4B930-659D-BFC3-BE07-116A6ED18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02877FD-AB01-1B20-9C5B-55DCFC3736C2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2: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arrange all integers in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following way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−1, 2, −2, 3, −3, 4, −4, …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02877FD-AB01-1B20-9C5B-55DCFC373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1200329"/>
              </a:xfrm>
              <a:prstGeom prst="rect">
                <a:avLst/>
              </a:prstGeom>
              <a:blipFill>
                <a:blip r:embed="rId2"/>
                <a:stretch>
                  <a:fillRect l="-818" t="-4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98CB3553-E816-3B9C-2823-85EDE4800A59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9CF5F579-22CF-4003-487E-63554A145906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342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8983D-C68D-9E80-62E3-8787A4270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97F5425-1798-F81D-51AD-D450E56E2897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2: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arrange all integers in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following way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−1, 2, −2, 3, −3, 4, −4, …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97F5425-1798-F81D-51AD-D450E56E2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1200329"/>
              </a:xfrm>
              <a:prstGeom prst="rect">
                <a:avLst/>
              </a:prstGeom>
              <a:blipFill>
                <a:blip r:embed="rId2"/>
                <a:stretch>
                  <a:fillRect l="-818" t="-4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BCC2549D-56D4-2E27-FD1A-D4C2EF2F58B0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CBEE1499-77AA-BED5-6609-D442E048D5C6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6959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E61AC-B7AC-A33C-AB3B-EC3681425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39CE667-1641-4907-ADE0-DE40D546D0B5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Proof 2: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 us arrange all integers in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following way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ℤ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0, 1, −1, 2, −2, 3, −3, 4, −4, …</m:t>
                          </m:r>
                        </m:e>
                      </m:d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39CE667-1641-4907-ADE0-DE40D546D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1200329"/>
              </a:xfrm>
              <a:prstGeom prst="rect">
                <a:avLst/>
              </a:prstGeom>
              <a:blipFill>
                <a:blip r:embed="rId2"/>
                <a:stretch>
                  <a:fillRect l="-818" t="-4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3167DA2D-87F6-40FA-7EA2-18A2920CB1DE}"/>
              </a:ext>
            </a:extLst>
          </p:cNvPr>
          <p:cNvSpPr txBox="1"/>
          <p:nvPr/>
        </p:nvSpPr>
        <p:spPr>
          <a:xfrm>
            <a:off x="126716" y="3261058"/>
            <a:ext cx="121124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Conclusion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given set is countable (equinumerous with the set of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natural numbers) if it can be enumerated (numbered with natural numbers).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99674A7-15E9-A808-0A30-28B0C001A935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1FA18FAB-114E-DB20-D600-9E18A4D81E34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2534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16E3E-61C6-DBB5-F40D-211EA62DE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63ACBE0-6319-9BCB-9C32-8D62BD25638B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Natural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zero,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zero).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63ACBE0-6319-9BCB-9C32-8D62BD256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830997"/>
              </a:xfrm>
              <a:prstGeom prst="rect">
                <a:avLst/>
              </a:prstGeom>
              <a:blipFill>
                <a:blip r:embed="rId2"/>
                <a:stretch>
                  <a:fillRect l="-818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856B2372-1635-99C8-6ED3-BD030EEFD905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83DF0BD4-45E1-BF77-DE0C-DB2A4FCCD3A5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9502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68911-F2ED-1C4B-1F08-3EDC031B8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C854DA2-5447-7B3E-5E7F-299C73B90B74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Natural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zero,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zero).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union of the sets: natural numbers and 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C854DA2-5447-7B3E-5E7F-299C73B90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1200329"/>
              </a:xfrm>
              <a:prstGeom prst="rect">
                <a:avLst/>
              </a:prstGeom>
              <a:blipFill>
                <a:blip r:embed="rId2"/>
                <a:stretch>
                  <a:fillRect l="-818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70F41919-39EE-EC7E-96EB-887C3638A6EB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08773497-7E6E-34AE-F194-8C26016C1765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6104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D5DE3-B1CD-4C0B-80CC-D145EA504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9491193-6493-41C6-3D07-0E19C9156E81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Natural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zero,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zero).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union of the sets: natural numbers and 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C9491193-6493-41C6-3D07-0E19C9156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1569660"/>
              </a:xfrm>
              <a:prstGeom prst="rect">
                <a:avLst/>
              </a:prstGeom>
              <a:blipFill>
                <a:blip r:embed="rId2"/>
                <a:stretch>
                  <a:fillRect l="-818" t="-3113" b="-7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D46C27D7-26E6-55AB-890E-E6BAB10B3ECA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F6784083-024D-3BAA-52BB-C6C5CC09BE63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2464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B8662-58C5-A186-79AE-F5BB6B585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02BA692-F2BF-0BF2-271C-57F9C46C9DE8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Natural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zero,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zero).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union of the sets: natural numbers and 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the set of odd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02BA692-F2BF-0BF2-271C-57F9C46C9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1938992"/>
              </a:xfrm>
              <a:prstGeom prst="rect">
                <a:avLst/>
              </a:prstGeom>
              <a:blipFill>
                <a:blip r:embed="rId2"/>
                <a:stretch>
                  <a:fillRect l="-818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7935A250-9BD1-F8F7-30E2-C2C5DCAE338F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9B9B361C-774E-B74C-746C-21CA2A1229B0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1673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8E48B-CDE8-A945-1A19-21345EA4C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6CCF02B-93C9-8C2E-DA3D-6DAEB746F962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Natural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zero,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zero).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union of the sets: natural numbers and 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the set of odd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6CCF02B-93C9-8C2E-DA3D-6DAEB746F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2308324"/>
              </a:xfrm>
              <a:prstGeom prst="rect">
                <a:avLst/>
              </a:prstGeom>
              <a:blipFill>
                <a:blip r:embed="rId2"/>
                <a:stretch>
                  <a:fillRect l="-818" t="-2116" b="-5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B7EE7D96-8132-BC5F-D1C7-F39CFC34A88B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99771FDF-91FA-8487-ED2E-9329EFC65C3E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0470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471EB-A588-DFE0-331C-C81B82500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4051144-67BA-C331-496B-629C7D3FE09B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Natural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zero,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zero).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union of the sets: natural numbers and 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the set of odd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4051144-67BA-C331-496B-629C7D3FE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blipFill>
                <a:blip r:embed="rId2"/>
                <a:stretch>
                  <a:fillRect l="-818" t="-1822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BD0621E7-78E4-5D97-0DF0-3EAED4CC6414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393C636F-E585-CEEF-97A3-151081BBD523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4238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F1007-E4D0-48D3-EDBC-57467AE05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F124697-6707-A616-BC20-9D9E53B4A3FD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Natural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zero,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zero).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union of the sets: natural numbers and 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the set of odd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F124697-6707-A616-BC20-9D9E53B4A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blipFill>
                <a:blip r:embed="rId2"/>
                <a:stretch>
                  <a:fillRect l="-818" t="-1822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9C832B48-5F2C-DFA4-3ECF-FFC8A2ECA8EF}"/>
              </a:ext>
            </a:extLst>
          </p:cNvPr>
          <p:cNvSpPr txBox="1"/>
          <p:nvPr/>
        </p:nvSpPr>
        <p:spPr>
          <a:xfrm>
            <a:off x="140208" y="4127397"/>
            <a:ext cx="11925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Examples of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uncountable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C097F3D8-20C6-B5E6-B5D4-BEAF90D46017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62608167-E7F2-1798-AABF-5F7477063896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3382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D69CF-EFC1-06A2-FE26-EBE2670E7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64C057E-6E2F-0AE8-4772-F5BDF6D3CD41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Natural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zero,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zero).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union of the sets: natural numbers and 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the set of odd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64C057E-6E2F-0AE8-4772-F5BDF6D3C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blipFill>
                <a:blip r:embed="rId2"/>
                <a:stretch>
                  <a:fillRect l="-818" t="-1822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02BEB7E-19B4-4FEA-20BA-144FB3989B2C}"/>
                  </a:ext>
                </a:extLst>
              </p:cNvPr>
              <p:cNvSpPr txBox="1"/>
              <p:nvPr/>
            </p:nvSpPr>
            <p:spPr>
              <a:xfrm>
                <a:off x="140208" y="4127397"/>
                <a:ext cx="119250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real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02BEB7E-19B4-4FEA-20BA-144FB3989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08" y="4127397"/>
                <a:ext cx="11925076" cy="830997"/>
              </a:xfrm>
              <a:prstGeom prst="rect">
                <a:avLst/>
              </a:prstGeom>
              <a:blipFill>
                <a:blip r:embed="rId3"/>
                <a:stretch>
                  <a:fillRect l="-767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014E4A54-A93F-02E5-96CE-99EA0FFD800D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8D9B8A20-3D42-DB0E-9B37-2753511E47E8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8704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0A06A-BFB4-97E4-DBE1-9A5FACE9C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F1E4B71-E40E-D460-7615-D0B56875414E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Natural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zero,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zero).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union of the sets: natural numbers and 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the set of odd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F1E4B71-E40E-D460-7615-D0B568754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blipFill>
                <a:blip r:embed="rId2"/>
                <a:stretch>
                  <a:fillRect l="-818" t="-1822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1046BA2-298A-F490-AEB2-C967B6E6A52D}"/>
                  </a:ext>
                </a:extLst>
              </p:cNvPr>
              <p:cNvSpPr txBox="1"/>
              <p:nvPr/>
            </p:nvSpPr>
            <p:spPr>
              <a:xfrm>
                <a:off x="140208" y="4127397"/>
                <a:ext cx="1192507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real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\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irrational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1046BA2-298A-F490-AEB2-C967B6E6A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08" y="4127397"/>
                <a:ext cx="11925076" cy="1200329"/>
              </a:xfrm>
              <a:prstGeom prst="rect">
                <a:avLst/>
              </a:prstGeom>
              <a:blipFill>
                <a:blip r:embed="rId3"/>
                <a:stretch>
                  <a:fillRect l="-767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2F6B0351-DAEF-1510-8043-9BB7D2CFC5D5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0F2FBB70-65AD-ED53-CB42-704D776A40CD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9650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8B270-667A-48E6-1B77-BC6D7E84A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A864990-C229-8DA9-B4FE-ABD6DFC95E89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Natural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zero,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zero).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union of the sets: natural numbers and 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the set of odd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A864990-C229-8DA9-B4FE-ABD6DFC95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blipFill>
                <a:blip r:embed="rId2"/>
                <a:stretch>
                  <a:fillRect l="-818" t="-1822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65915D5-5519-AD83-E2B7-86BE578924D7}"/>
                  </a:ext>
                </a:extLst>
              </p:cNvPr>
              <p:cNvSpPr txBox="1"/>
              <p:nvPr/>
            </p:nvSpPr>
            <p:spPr>
              <a:xfrm>
                <a:off x="140208" y="4127397"/>
                <a:ext cx="11925076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real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\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irrational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["/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[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interval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line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whether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open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closed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65915D5-5519-AD83-E2B7-86BE57892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08" y="4127397"/>
                <a:ext cx="11925076" cy="1938992"/>
              </a:xfrm>
              <a:prstGeom prst="rect">
                <a:avLst/>
              </a:prstGeom>
              <a:blipFill>
                <a:blip r:embed="rId3"/>
                <a:stretch>
                  <a:fillRect l="-767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5B042D77-5FFC-2FBD-B53A-73C4E713641A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F555AB1F-4610-01F6-200A-8703AFE86C21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6985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A4C19-9256-0A87-07C5-3E2C6B403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3843105-5B55-9A60-F85A-957D60200295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Natural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zero,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zero).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union of the sets: natural numbers and 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the set of odd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3843105-5B55-9A60-F85A-957D60200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blipFill>
                <a:blip r:embed="rId2"/>
                <a:stretch>
                  <a:fillRect l="-818" t="-1822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166B32F-87C5-0C26-D8DD-4A1E5F92FB85}"/>
                  </a:ext>
                </a:extLst>
              </p:cNvPr>
              <p:cNvSpPr txBox="1"/>
              <p:nvPr/>
            </p:nvSpPr>
            <p:spPr>
              <a:xfrm>
                <a:off x="140208" y="4127397"/>
                <a:ext cx="1192507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real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\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irrational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["/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[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interval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line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whether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open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closed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set of all subsets of the set of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166B32F-87C5-0C26-D8DD-4A1E5F92F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08" y="4127397"/>
                <a:ext cx="11925076" cy="2308324"/>
              </a:xfrm>
              <a:prstGeom prst="rect">
                <a:avLst/>
              </a:prstGeom>
              <a:blipFill>
                <a:blip r:embed="rId3"/>
                <a:stretch>
                  <a:fillRect l="-767" t="-2111" b="-5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89C12745-3A0B-A397-7CF7-8EEFBDFF6D32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7BE940CD-3089-CE8F-CAF7-669CBCA09CED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8843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809B9-A321-C021-38BB-C038FB9C5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1CEA83D-C5B9-01FD-2C77-CA1A24481172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Natural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zero,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zero).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union of the sets: natural numbers and 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the set of odd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1CEA83D-C5B9-01FD-2C77-CA1A24481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blipFill>
                <a:blip r:embed="rId2"/>
                <a:stretch>
                  <a:fillRect l="-818" t="-1822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05DBF72-4127-BDAB-7ED6-E324DB3005A5}"/>
                  </a:ext>
                </a:extLst>
              </p:cNvPr>
              <p:cNvSpPr txBox="1"/>
              <p:nvPr/>
            </p:nvSpPr>
            <p:spPr>
              <a:xfrm>
                <a:off x="140208" y="4127397"/>
                <a:ext cx="1192507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real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\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irrational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["/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[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interval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line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whether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open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closed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set of all subsets of the set of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05DBF72-4127-BDAB-7ED6-E324DB300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08" y="4127397"/>
                <a:ext cx="11925076" cy="2308324"/>
              </a:xfrm>
              <a:prstGeom prst="rect">
                <a:avLst/>
              </a:prstGeom>
              <a:blipFill>
                <a:blip r:embed="rId3"/>
                <a:stretch>
                  <a:fillRect l="-767" t="-2111" b="-5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BD9C5720-3A20-DF2A-E872-BF35E985CEE0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517C28E2-53C4-898B-AFF6-F843479D6D97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6541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89E6C-CB48-9B8D-D56C-39BC2FC95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B6E4721-F4F9-9603-7C49-DDB5A4AECEAC}"/>
                  </a:ext>
                </a:extLst>
              </p:cNvPr>
              <p:cNvSpPr txBox="1"/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- Natural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(with zero,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without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zero).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∪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union of the sets: natural numbers and a </a:t>
                </a: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finite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ℤ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integers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similarly, the set of odd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B6E4721-F4F9-9603-7C49-DDB5A4AEC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6" y="1449741"/>
                <a:ext cx="11925076" cy="2677656"/>
              </a:xfrm>
              <a:prstGeom prst="rect">
                <a:avLst/>
              </a:prstGeom>
              <a:blipFill>
                <a:blip r:embed="rId2"/>
                <a:stretch>
                  <a:fillRect l="-818" t="-1822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9E2ACC0-38C2-C97B-86A8-DF79585E70D2}"/>
                  </a:ext>
                </a:extLst>
              </p:cNvPr>
              <p:cNvSpPr txBox="1"/>
              <p:nvPr/>
            </p:nvSpPr>
            <p:spPr>
              <a:xfrm>
                <a:off x="140208" y="4127397"/>
                <a:ext cx="1192507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uncountable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ℝ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real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ℝ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\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set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irrational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["/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endChr m:val="]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</m:t>
                    </m:r>
                    <m:d>
                      <m:dPr>
                        <m:begChr m:val="["/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d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interval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line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whether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open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closed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he set of all subsets of the set of natural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9E2ACC0-38C2-C97B-86A8-DF79585E7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08" y="4127397"/>
                <a:ext cx="11925076" cy="2308324"/>
              </a:xfrm>
              <a:prstGeom prst="rect">
                <a:avLst/>
              </a:prstGeom>
              <a:blipFill>
                <a:blip r:embed="rId3"/>
                <a:stretch>
                  <a:fillRect l="-767" t="-2111" b="-5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5AD8D142-8F20-7BA9-65C5-590965E4D652}"/>
              </a:ext>
            </a:extLst>
          </p:cNvPr>
          <p:cNvSpPr txBox="1"/>
          <p:nvPr/>
        </p:nvSpPr>
        <p:spPr>
          <a:xfrm>
            <a:off x="4215517" y="61874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infinite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57285F32-97AC-F2A4-578B-62797249B287}"/>
              </a:ext>
            </a:extLst>
          </p:cNvPr>
          <p:cNvSpPr txBox="1"/>
          <p:nvPr/>
        </p:nvSpPr>
        <p:spPr>
          <a:xfrm>
            <a:off x="1822138" y="-45720"/>
            <a:ext cx="85477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selected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491952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2137</TotalTime>
  <Words>3080</Words>
  <Application>Microsoft Office PowerPoint</Application>
  <PresentationFormat>Panoramiczny</PresentationFormat>
  <Paragraphs>322</Paragraphs>
  <Slides>42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42</vt:i4>
      </vt:variant>
    </vt:vector>
  </HeadingPairs>
  <TitlesOfParts>
    <vt:vector size="48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52</cp:revision>
  <dcterms:created xsi:type="dcterms:W3CDTF">2024-10-31T12:17:59Z</dcterms:created>
  <dcterms:modified xsi:type="dcterms:W3CDTF">2025-06-10T08:53:54Z</dcterms:modified>
</cp:coreProperties>
</file>