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4" r:id="rId4"/>
    <p:sldId id="259" r:id="rId5"/>
    <p:sldId id="260" r:id="rId6"/>
    <p:sldId id="275" r:id="rId7"/>
    <p:sldId id="278" r:id="rId8"/>
    <p:sldId id="277" r:id="rId9"/>
    <p:sldId id="276" r:id="rId10"/>
    <p:sldId id="279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siatka tabeli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Styl pośredni 2 — Ak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Styl jasny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8-13T09:55:16.3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21131 14041 0,'36'0'16,"-19"0"-1,1 0 1,0 17 0,17-17-1,53 18 1,-70-18-1,17 0 1</inkml:trace>
  <inkml:trace contextRef="#ctx0" brushRef="#br0" timeOffset="310.12">21184 13952 0,'18'0'16,"70"0"15,-70 0-31,-1 0 0,36-17 31</inkml:trace>
  <inkml:trace contextRef="#ctx0" brushRef="#br0" timeOffset="859.2">21802 13635 0,'0'-18'15,"-36"54"17,1 16-17,35-16-15,-18-1 16,-17 177 0,53-124-1,52 35 16</inkml:trace>
  <inkml:trace contextRef="#ctx0" brushRef="#br0" timeOffset="1764.13">21960 13917 0,'-35'18'47,"0"88"-16,35-71-31,53 35 31,-36-52-15,1-36-16,0 18 0,52-88 31,-70 71-31,-35-89 32,-53 106-1,70 0-31,18 35 15,0-17 1,0 17 0</inkml:trace>
  <inkml:trace contextRef="#ctx0" brushRef="#br0" timeOffset="1889.44">22013 14058 0,'0'0'0,"36"0"16,-36 18-16,17-1 15,1 1 1,0-18-16,34 35 15,1-17 1,-53-36-16</inkml:trace>
  <inkml:trace contextRef="#ctx0" brushRef="#br0" timeOffset="2217.05">22313 14023 0,'0'0'0,"18"0"16,35-18-1,0 18 1,-36 0-16,19 0 16,-19 0-1,1-17-15,0 17 0</inkml:trace>
  <inkml:trace contextRef="#ctx0" brushRef="#br0" timeOffset="2405.21">22490 13829 0,'-18'106'31,"18"17"-16,0-70 1,35 18 0,1-54-1</inkml:trace>
  <inkml:trace contextRef="#ctx0" brushRef="#br0" timeOffset="2915.42">22825 13935 0,'0'35'31,"17"18"0,54-71 0,-53 18-15,70-70 0,-53 70 15,-35 17-16,0 72 1,0-72 0,18-17-16,17 18 15</inkml:trace>
  <inkml:trace contextRef="#ctx0" brushRef="#br0" timeOffset="3111.98">23336 14093 0,'0'0'0,"-17"53"16,17-17 0,-18 70-1,36-89 16</inkml:trace>
  <inkml:trace contextRef="#ctx0" brushRef="#br0" timeOffset="3670.44">23636 13635 0,'18'-53'31,"-36"71"0,-35 193 0,53-158-31,18 141 32,-18-176-32,35 35 15,71-71 17,-71-35-17,-17-17 1,-18 52-16,35-35 31,-17 53-31,35 0 31,-36 0-15</inkml:trace>
  <inkml:trace contextRef="#ctx0" brushRef="#br0" timeOffset="4050.65">24148 13864 0,'0'0'0,"53"0"31,-36 0-31,-17 18 16,71-18 0,-54 0-16,1-18 15,0 1 1</inkml:trace>
  <inkml:trace contextRef="#ctx0" brushRef="#br0" timeOffset="4248.74">24236 13635 0,'0'0'15,"-18"53"1,18-36-16,-17 19 16,17 87-1,-18 89 1,36-177-1</inkml:trace>
  <inkml:trace contextRef="#ctx0" brushRef="#br0" timeOffset="4697.46">24465 13970 0,'0'0'0,"18"0"31,-36 71 1,18-54-32,0 1 0,0 17 15,35 0 17,-17-35-32,106-70 31,-89 52-31,-18 1 0,19-1 15,-19 36 17,-17 70-1,0-71-31,18-17 16</inkml:trace>
  <inkml:trace contextRef="#ctx0" brushRef="#br0" timeOffset="4998.03">24924 13564 0,'0'-17'15,"0"34"-15,0-52 16,17 35-16,1 0 16,0 71-1,17 264 17,-70-177-17,17-105-15,0-17 16,-87 87-1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8-13T09:56:30.1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24677 10566 0,'0'17'0,"-18"-17"0,36 0 109,35-70-78,-36 35-15,72-71 15,-72 88-15,1 0-1,-1 18 17,-17 71-17,-35 141 17,53-107-1</inkml:trace>
  <inkml:trace contextRef="#ctx0" brushRef="#br0" timeOffset="391.47">24571 10954 0,'18'0'0,"-36"0"0,89-18 31,-54 18-15,160 18 0,-1-1-1,-17-34 16,-142 17-15</inkml:trace>
  <inkml:trace contextRef="#ctx0" brushRef="#br0" timeOffset="1188.47">24747 11201 0,'0'0'15,"18"-18"1,35 0 15,0 1-15,-36 17-16,54 17 31,-71 1-15,-18 0-16,1 17 15,-19 36 17,36-54-32,18 1 15,106 17 17,-89-17-17,-53 17 1,-17 0-1,-36 1 1,1-36 0,52-18-1,1 0-15,17-35 16</inkml:trace>
  <inkml:trace contextRef="#ctx0" brushRef="#br0" timeOffset="1641.07">25541 10954 0,'0'-18'0,"0"36"0,35-54 15,-17 36 1,53 18 0,-18-18-1,-1-18 1,-34 18-16,0-17 15</inkml:trace>
  <inkml:trace contextRef="#ctx0" brushRef="#br0" timeOffset="1827.85">25735 10813 0,'-35'35'31,"17"0"-15,1 71 15,17-88-31,17-1 16</inkml:trace>
  <inkml:trace contextRef="#ctx0" brushRef="#br0" timeOffset="2344.65">26247 10566 0,'0'0'0,"0"-18"31,17 18-31,-17-18 16,141-70 15,-105 71-15,17-19 15,-71 54-15,-17 53-1,-18 123 17,53-124-17</inkml:trace>
  <inkml:trace contextRef="#ctx0" brushRef="#br0" timeOffset="2579.98">26106 10848 0,'70'18'31,"-140"-36"-31,193 36 16,-105-18-16,17 17 0,18-17 16,0 0-1,-18-17-15,53-1 16,-70 18-16</inkml:trace>
  <inkml:trace contextRef="#ctx0" brushRef="#br0" timeOffset="3030.18">26247 11077 0,'0'0'0,"53"0"15,-36 0-15,1 0 16,0 0-16,-1 18 0,18-18 0,71-18 31,-70 18-15,-19-17-1,-34 52 1,-1-17 0,-35 52-1,-53 89 1,89-142-1,17 1-15,-18 17 16,0 1-16</inkml:trace>
  <inkml:trace contextRef="#ctx0" brushRef="#br0" timeOffset="3189.71">26264 11289 0,'0'0'0,"106"0"31,-71 0-31,-17 0 0,35 18 16,-18-18-16,18 0 15,-18 0 1</inkml:trace>
  <inkml:trace contextRef="#ctx0" brushRef="#br0" timeOffset="6530.64">27005 10971 0,'18'0'31,"105"36"0,-105-36-31,35 0 16,17-18 15</inkml:trace>
  <inkml:trace contextRef="#ctx0" brushRef="#br0" timeOffset="6745.7">27111 10795 0,'-18'-18'15,"36"36"-15,35-18 32,-35 18-32,17-18 0,0 17 15,71-17 1</inkml:trace>
  <inkml:trace contextRef="#ctx0" brushRef="#br0" timeOffset="12107.81">27693 10918 0,'18'0'63,"17"-17"-17,88-1-30,-70 18 0,141-17-1,36-1 32,-177 0-47</inkml:trace>
  <inkml:trace contextRef="#ctx0" brushRef="#br0" timeOffset="17302.24">27817 11148 0,'17'0'16,"1"-18"15,17 36 0,-17-18-15,-18 17-16,0 1 16,17-18-16,-17 18 15,-35 35 1,17-36 0,1 19-1,-1-1 1,18 35-1,35-34 1,36-54 15</inkml:trace>
  <inkml:trace contextRef="#ctx0" brushRef="#br0" timeOffset="17608.16">28046 11307 0,'0'0'0,"35"-18"31,53-17 0,-70 17-15,0 0-16,70-35 15,-71 71 17,-34 0-17,-54 193 1,54-175 0,52 17 15</inkml:trace>
  <inkml:trace contextRef="#ctx0" brushRef="#br0" timeOffset="17988.8">28769 10795 0,'0'0'0,"71"35"31,-36-35-15,71-17 15,-89 17-31,-17-18 16</inkml:trace>
  <inkml:trace contextRef="#ctx0" brushRef="#br0" timeOffset="18176.84">28981 10619 0,'0'17'15,"0"1"1,-18 52-1,-35 142 17,53-194-32</inkml:trace>
  <inkml:trace contextRef="#ctx0" brushRef="#br0" timeOffset="18657.66">29457 10795 0,'0'0'0,"71"18"31,-36-1-15,159 1-1,-141-18 1,176-35-1,-211 35 1,17 0 0</inkml:trace>
  <inkml:trace contextRef="#ctx0" brushRef="#br0" timeOffset="19202.75">29545 11060 0,'18'-18'16,"-1"18"0,54 18 15,-53 35 0,-36-36-31,0 18 16,-87 89 15,87-106-31,53 70 31,36-88-15,-36-18-16,-17 18 16</inkml:trace>
  <inkml:trace contextRef="#ctx0" brushRef="#br0" timeOffset="19518.84">29810 11218 0,'17'0'31,"1"-17"-15,35-1-1,-35 0-15,87-70 32,-69 71-17,-1-1 1,-53 36 0,1 35-1,-1-36-15,-17 54 16,-36 87 15</inkml:trace>
  <inkml:trace contextRef="#ctx0" brushRef="#br0" timeOffset="20259.72">27940 10231 0,'18'-18'16,"17"18"0,18 0 15,-36 0-16,1 0-15,17-18 16,-17 18 0,-18 18 15,-18 0-31,-52 140 16,52-122-1,1 17 1,17-36-16,-18 18 15</inkml:trace>
  <inkml:trace contextRef="#ctx0" brushRef="#br0" timeOffset="20421.32">27887 10389 0,'0'0'15,"0"-17"-15,35-1 16,1 36-1,-1-18-15,35 0 16,125 0 15</inkml:trace>
  <inkml:trace contextRef="#ctx0" brushRef="#br0" timeOffset="21171.22">29651 10160 0,'18'0'31,"-36"0"-31,71 0 16,-35 0-16,17 18 16,-18-18-1,19 0-15,-1 17 16,-17 19 15,-54-1 0,54 0-15,0-17 0,35 17-1,-53-17-15,17-1 16,-52 54 15,-18-53-15,0-1-1,-88 18 1,141-52 0</inkml:trace>
  <inkml:trace contextRef="#ctx0" brushRef="#br0" timeOffset="21577.69">30533 10883 0,'18'0'15,"-1"18"1,18-18 0,-17 0-16,35-18 15,-35 18 1,-1-17-16</inkml:trace>
  <inkml:trace contextRef="#ctx0" brushRef="#br0" timeOffset="21724.66">30568 10777 0,'35'0'15,"1"0"1,17 0 0,-18-17-1</inkml:trace>
  <inkml:trace contextRef="#ctx0" brushRef="#br0" timeOffset="22501.81">31186 10407 0,'17'-35'32,"1"17"-17,70-53 16,-70 54-15,-1-1-16,19 1 16,-54 34-1,0 18 1,18-17-16,-17 53 16,34-1-1,19-34 1</inkml:trace>
  <inkml:trace contextRef="#ctx0" brushRef="#br0" timeOffset="22760.89">31609 10389 0,'0'0'0,"-18"36"15,18-1 1,106 18 15,-35-71-15,87-105 15,-140 105-31,-36 0 0,18 1 16,-123 34-1,17 36 1,18 36-1</inkml:trace>
  <inkml:trace contextRef="#ctx0" brushRef="#br0" timeOffset="23034.57">31150 10760 0,'18'-18'16,"17"18"0,-17 0-16,35-18 15,123 1 1,-123 17-16,0 0 15,70 0 1,-105 0 0</inkml:trace>
  <inkml:trace contextRef="#ctx0" brushRef="#br0" timeOffset="23436.22">31203 10971 0,'18'0'0,"88"0"31,-89 18-15,36 35 15,-88 70 0,35-105-31,-18 53 31,36-71-31,53-18 32</inkml:trace>
  <inkml:trace contextRef="#ctx0" brushRef="#br0" timeOffset="23704.06">31591 11148 0,'0'0'15,"0"35"17,106-70-1,70-71 0,-140 124 0,-89 105-15,35-88-16,-52 142 31,52-142-31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0.58823" units="1/cm"/>
          <inkml:channelProperty channel="Y" name="resolution" value="35.64357" units="1/cm"/>
          <inkml:channelProperty channel="T" name="resolution" value="1" units="1/dev"/>
        </inkml:channelProperties>
      </inkml:inkSource>
      <inkml:timestamp xml:id="ts0" timeString="2025-08-13T09:59:29.8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3792 13141 0,'0'-18'16,"-17"-17"15,34 17 16,1 18-16,-18 18-15,18 0 0,-1 123-1,-17-124-15,0 177 31,0-158-15,18 34 0,0 71-1,-18-35 1,0-35 0,0-18-16,17 88 15,-17-71 1,0-52-16,0 17 15,18 89 1,-36-89 0,18-17-16,0 35 15,0 0 1,-17 35 0,17-71-16,-18 54 15,18-1 1,-18-34-16,18-19 15,0 19-15,-17 52 16,17-53 0,0-17-16,0 35 15,-18 53 17,0-1-17,18-69 1,-17 52-1,17-35 32,0-18-31,17 18 15,-17-18-15,0 1 15,0-1 0,18-35 16,35 0-16,17 0 1,1-18-1,-53 18-31,88 0 31,70-35 0,0 17 1,-88 18-17,-52 0-15,-1 0 16,194 36 15,-158-36-15,141 0 15,-177 0-31,0 0 0,0 0 16,-17 0-16,35 0 15,-18 17-15,-17-17 16,0 0-16,105 18 31,-52-18 0,-54 0-31,1 0 16,17 17 0,-17-17-16,35 18 31,-36-18-15,1 18-16,0-18 15,52 0 16,-52 0 1,-1 0-1,-17-18 0,0 0-15,0 1-1,0-18 1,0-1-16,18 1 16,-18-18-1,0 35-15,0-105 16,0 88 0,0-1-16,0-52 15,18-53 1,-1 88-16,1-70 15,35-107 1,-35 177-16,34-176 31,-34 176-15,-18 18-16,18-36 16,-18-87-1,0 34 16,0 107-15,0-1-16,0-53 16,0 54-1,0-89 1,0 88 0,-18-88-1,18 71 1,0-53 15,18 17 0,-18 1 1,0 52-32,0-35 31,0 18-16,0-18 17,0-17-1,0 52-31,-18-53 31,0 107 0,1-19-31,-18 36 16</inkml:trace>
  <inkml:trace contextRef="#ctx0" brushRef="#br0" timeOffset="784.09">4427 15928 0,'0'-18'16,"-17"36"0,17 0-16,-18 52 15,0 18 1,18-35-1,0-35-15,18 17 16,17 0 0,18-17-1,-35-18 1,17 0 0,-17 35-1,-36 71 1,1-71-1,17 1-15,-18-1 16,0-17 0,-35-54-1</inkml:trace>
  <inkml:trace contextRef="#ctx0" brushRef="#br0" timeOffset="985.05">4427 16122 0,'0'0'0,"36"-106"16,-19 88 0,-17 1-16,18-1 15,0 1-15,87-1 16,19 36 31</inkml:trace>
  <inkml:trace contextRef="#ctx0" brushRef="#br0" timeOffset="1349.26">5045 15804 0,'0'0'0,"17"53"47,-34 18-47,17-36 15,0 177 1,0-177-1,0 53 1,53-70 15,-18-18-15,-17 0-16,17 18 16,35-1-1,-34-17 1,17 0-16</inkml:trace>
  <inkml:trace contextRef="#ctx0" brushRef="#br0" timeOffset="5128.47">6879 13723 0,'0'-18'46,"0"54"1,0 87-15,0-88-32,18 124 31,-18-141-31,0 52 15,17 160 17,-17-124-17,18 35 17,-18 17-1,0-122-31,-18 87 31,18-17 0,0-88-31,0 17 0,0 53 32,0-70-32,0 17 15,0 106 16,0-123-31,0-1 16,-17 125 15,17-125-31,0 1 16,-18 52 15,36-52-15,17 0 15,18-1 0,-35 1-15,70-18 15,-71 0-31,1 0 0,70 0 31,-35 18-15,-35-18-16,52 35 16,-52-35-16,106 35 31,-107-35-15,18 0-16,1 0 15,87 18 1,1-1 15,-107-17-15,1 0-16,17 18 15,1-18 1,-1 0 0,18 0-1,0 18 1,17-18 15,-52 0-15,17 0-1,-17 17 1,-1-17 0,19 0 15,-1 18-16,-17-18 17,17 18-1,-18-1 0,19-17 0,-19 0-31,1 18 32,0-18-1,-1-18 0,-17 1 0,0-19-15,0-34 15,0-1-15,0-88 15,-17-17 0,17 35 1,17 53-17,-17 52-15,0 1 16,18-53 0,0 35-1,17-194 16,-35 229-31,0-17 16,0 0-16,0 0 16,0-36-1,0 36-15,0 0 16,0-54 0,0 54-1,0-35 1,18 17-1,-18 0 1,17 0 0,-17 17-1,0 1 1,0 18 0,0-1-16,0 0 15,0-35 1,0 36-16,-17-1 15,-36 71 1</inkml:trace>
  <inkml:trace contextRef="#ctx0" brushRef="#br0" timeOffset="6005.3">7355 16193 0,'0'0'0,"0"-18"15,-17-17 1,34 17 31,1 18-47,53 0 31,-18 35 0,-53-17-31,-18 52 32,18-34-1,70-1 0,-17 0 0,-88 36 1,-71 35-1,89-89-31,-1-17 15,0-35 1,18 17-16,0 1 16</inkml:trace>
  <inkml:trace contextRef="#ctx0" brushRef="#br0" timeOffset="6457.74">7832 16104 0,'0'0'0,"35"-17"15,-35 34 1,0 72 0,-18-37-1,18 1 1,-17-17-16,17 17 15,0 17 1,0-35-16,0 1 16,35 34-1,106-70 1,-106 0 0,18-17-1,-35 17-15</inkml:trace>
  <inkml:trace contextRef="#ctx0" brushRef="#br0" timeOffset="12260.08">8431 15381 0,'-17'35'31,"17"18"-15,-53 53-1,0 18 1,18-89-16,-106 124 31,123-142-15</inkml:trace>
  <inkml:trace contextRef="#ctx0" brushRef="#br0" timeOffset="12700.6">8431 15046 0,'-35'18'16,"-124"176"15,-52 176 1,105-211-17</inkml:trace>
  <inkml:trace contextRef="#ctx0" brushRef="#br0" timeOffset="13349.46">8484 14605 0,'-35'35'47,"-18"36"-31,18-36-16,0 0 15,-195 248 1,177-230-16,-194 193 31,194-210-15,18-1-16,-141 89 16,123-89-1,18-18-15,-1-17 16</inkml:trace>
  <inkml:trace contextRef="#ctx0" brushRef="#br0" timeOffset="13994.94">8520 14252 0,'0'0'15,"-18"18"17,-106 123-1,89-106-31,0 18 0,0-18 16,-89 89-1,71-89-15,-158 124 31,-36 17 1,53-35-1,158-105-31,-122 105 31,52-53 0,88-123-15</inkml:trace>
  <inkml:trace contextRef="#ctx0" brushRef="#br0" timeOffset="14732.76">8396 13988 0,'-18'0'16,"36"0"-16,-53 17 15,-71 71 1,18 1 0,35-36-16,-35 35 15,17 0 1,-52 18 0,-36 0-1,124-71 1,-1-17-16,-34 17 15,-18 35 1,52-34-16,-34 17 16,52-36-16,-52 19 15,-1 16 1,0-16 0,19-19-1,34 1-15,-53 17 31</inkml:trace>
  <inkml:trace contextRef="#ctx0" brushRef="#br0" timeOffset="15379.42">8061 13917 0,'0'0'0,"-18"-18"31,1 18-15,-89 71 15,71-53-31,-142 123 31,-34 0 0,69-53 1,37 0-1,87-70-31,-88 105 31</inkml:trace>
  <inkml:trace contextRef="#ctx0" brushRef="#br0" timeOffset="15971.6">7514 13811 0,'18'-17'15,"-36"34"-15,36-70 16,-71 53 15,-35 53-15,17 0-1,-17 18 1,17 17 0,-87 88-1,122-158-15,19 17 16</inkml:trace>
  <inkml:trace contextRef="#ctx0" brushRef="#br0" timeOffset="16507.18">8096 14093 0,'0'-17'0,"-35"17"31,-106 106 1,0 52-17,88-105 1,-106 124-1,71-89 1,-18 0 0</inkml:trace>
  <inkml:trace contextRef="#ctx0" brushRef="#br0" timeOffset="20267.91">7303 13688 0,'0'-18'110,"17"-52"-79,-17 34-15,0 1-1,-17-106 17,-1 0-1,18 106-31,-18 17 15,1-35 1,-36-35 0,17 53-1,19 17-15,-1 0 16,-35-70 0,36 70-1,-54-35 1,53 36-16,-52-71 31,52 70-15,-35-17-1,36 17 1,-36 0 0,17 1-1,-16-1 1,16 1-1,19 17 1,-19-18 0,-17 0-1,-35 1 1,71 17 0,-72 0-1,-34 0 16,35 53 16,-18 17-15,88-52-32,-70 17 31,70-17-31,-35 35 31,36-53-31,17 17 0,-53 36 16</inkml:trace>
  <inkml:trace contextRef="#ctx0" brushRef="#br0" timeOffset="20661.68">5715 12594 0,'0'18'31,"0"-36"-31,-18 159 31,1-88-15,-19 212 15,36-230-31,89 0 31,-1-88-15,124-52 15,-195 87-15</inkml:trace>
  <inkml:trace contextRef="#ctx0" brushRef="#br0" timeOffset="21795.44">4022 13829 0,'0'-18'16,"35"18"15,-17 0-31,-1 18 15,195 0 17,-142-18-17,36-36 1</inkml:trace>
  <inkml:trace contextRef="#ctx0" brushRef="#br0" timeOffset="22002.36">4745 13829 0,'0'0'0,"35"-18"31,-17 18-31,70-17 31,-17-1-15</inkml:trace>
  <inkml:trace contextRef="#ctx0" brushRef="#br0" timeOffset="22161.88">5221 13741 0,'18'0'0,"-36"0"0,89 17 32,-54-17-32,1 0 31</inkml:trace>
  <inkml:trace contextRef="#ctx0" brushRef="#br0" timeOffset="22304.44">5486 13811 0,'17'18'16,"72"17"15,-54-52-15,-18-1-16,1 18 16</inkml:trace>
  <inkml:trace contextRef="#ctx0" brushRef="#br0" timeOffset="23036.58">4357 14023 0,'-71'106'31,"-87"247"0,52-71 0,88-247-31</inkml:trace>
  <inkml:trace contextRef="#ctx0" brushRef="#br0" timeOffset="23382.82">4639 14058 0,'0'0'0,"18"18"32,-36 35-17,-88 247 17,71-247-32,-124 352 31,-35 1 0</inkml:trace>
  <inkml:trace contextRef="#ctx0" brushRef="#br0" timeOffset="23712.91">4974 14076 0,'35'-53'31,"-70"106"-31,88-124 16,-35 71-16,-18 18 15,-71 247 17,-52 105-1,70-158-15,53-159-16,-18-1 15,1 72 1</inkml:trace>
  <inkml:trace contextRef="#ctx0" brushRef="#br0" timeOffset="24055.01">5627 14058 0,'0'0'16,"-18"71"15,18-18-15,-88 211-1,70-176 1,1 1-16,-71 246 16,70-265-1,-35 124 1</inkml:trace>
  <inkml:trace contextRef="#ctx0" brushRef="#br0" timeOffset="24378.68">5874 14288 0,'0'17'15,"17"-17"-15,-34-17 0,52 140 32,-35-88-32,-18 1 0,18 16 15,-88 178 1,-18-19-1,36-69 1,35-72-16</inkml:trace>
  <inkml:trace contextRef="#ctx0" brushRef="#br0" timeOffset="24761.12">5274 14164 0,'0'0'0,"18"53"16,-18 0-16,-18 0 15,-141 599 16,142-581-15,-89 176 0</inkml:trace>
  <inkml:trace contextRef="#ctx0" brushRef="#br0" timeOffset="26383.32">3404 13970 0,'0'-18'16,"-17"1"15,-1-1-15,18 36 15,-18 52-15,18-17-1,-17 194 1,-19-70-1,19-89 1,-36 53 0,35-106-1,1 0 1,-19-35 0,72-53 15,17 36-16,-36 17-15,18 0 16,18 35 0,-35-17-16,0 123 15,-18-88 1,-71 211 0,53-211-1,1 0-15,-1 35 16,1 36-1,34-106-15,18 70 32,-17-71-32</inkml:trace>
  <inkml:trace contextRef="#ctx0" brushRef="#br0" timeOffset="27312.22">2505 14393 0,'0'0'0,"35"0"15,18 36 17,-53-19-17,18 54 1,-36-54-16,18 1 16,-18 53-1,1-18 1,17-18-16,-18 18 15,18-18 1,18-35 0,-1 0-1,1-18 1,0 36 0,17 35-1,-35 0 1,0-35-1,-18-18-15,-17 35 16,0-18 15,35 1 1,17 0 30,1 17-31,-36-35-15</inkml:trace>
  <inkml:trace contextRef="#ctx0" brushRef="#br0" timeOffset="27762.71">2840 14482 0,'18'70'31,"-18"-52"-31,0 123 31,-36 106 1,54-124-1,88-105 0,-71-36-31,0 18 16</inkml:trace>
  <inkml:trace contextRef="#ctx0" brushRef="#br0" timeOffset="32727.08">10530 12823 0,'-17'53'31,"17"0"-15,0 18-1,0 141 1,0-160 0,0 248 15,-18-229-31,1 211 15,-19-35 17,19-212-17,-36 195 1,35-177 0,18-1-16,-18 37 15,1-19 1,17-35-16,-18 89 15,18-89 1,-35 124 0,35-124-1,-18 106 1,18-123 0,0 17-1,0-17-15,0 35 31,0 0-15,0 35 15,0 0 1,18-53-1,-1-17-16,1 17 17,17-17-1,-35 0-31,18-18 16,17 0-1,-17 0-15,70 17 31,-53-17-15,36 0 0,-36 0-1,-17 0-15,17 0 16,18 18 0,-35-18-16,-1 0 0,54 18 31,-53-18-31,-18 17 15,17-17-15,89 18 32,-71-1-17,-17-17-15,17 18 16,-17 0 0,52-18-1,-52 0-15,0 17 16,52 1-1,1 17 1,-1 1 0,-34-36-1,17 17 1,-36-17-16,36 0 16,-18 0-1,18 18 1,-17-18-1,34 0 1,-52 0-16,70-18 16,-70 1-1,-1 17-15,36-18 16,-35 18-16,-1 0 16,19 0-1,17 0 16,-53 18-15,17-18 0,19 17-1,-36 1 1,17-18 0,1 17 15,-1-17-16,1 18 17,-18-36-17,0-17 17,-18-88-17,18 105 1,0-194-1,0 160 1,0-213 0,36-70 15,-19 282-15,19-247-1,-36 265 1,35-212 15,18-53 0,-35 265-31,17-159 32,-35 17-1,-18 36 0,18 106-31,0 0 16,0-18-1,0 35-15,0-35 32,0 18-17,0 17-15,18-88 31,-18 1 1,0 87-17,0 0 1,-18 18 0,1-17-1</inkml:trace>
  <inkml:trace contextRef="#ctx0" brushRef="#br0" timeOffset="34584.01">10231 13935 0,'0'-18'32,"-18"18"-1,-17 18 0,-1 35 0,19-36-31,-1 1 16,-17 264 15,35-53 1,-53-87-1,35-107-31,-17 0 15,0 0 1,17-35-16,-70 36 31,70-36-15,1 0 0,52 17 15,0-17-16,0 36 1,1-1 0,-36-17-16,17-1 15,-34 107 1,17-89-16,0 0 16,-18 0-16,0 36 15,-17 52 1,-18-17-1,36-35 1,-1 17 0,36 18-1,-18-88-15,53 17 32,-53-53-17,17 1-15</inkml:trace>
  <inkml:trace contextRef="#ctx0" brushRef="#br0" timeOffset="35262.61">9260 14552 0,'18'-18'15,"-36"36"-15,71-18 32,-17 71-1,-54 52 0,18-35 0,88-35 1,-17 18-1,-124 52 0,35-105-31,1 0 0,-1-1 16,-70-17 15,88-35-15</inkml:trace>
  <inkml:trace contextRef="#ctx0" brushRef="#br0" timeOffset="35585.85">9648 14605 0,'0'-35'31,"0"70"-31,0-88 16,0 88-1,-17 71 1,-1-71-16,1 54 15,-19-19 1,19-17-16,-1 18 16,18-1-1,35-34 1,36-1 0,-54-35-16,36-18 15</inkml:trace>
  <inkml:trace contextRef="#ctx0" brushRef="#br0" timeOffset="36453.89">10566 13988 0,'17'0'0,"36"0"31,-17 0-16,16 0 1,72 0 15,-89 0-31,71 17 32</inkml:trace>
  <inkml:trace contextRef="#ctx0" brushRef="#br0" timeOffset="36723.16">11148 13970 0,'35'0'31,"-70"0"-31,105 0 16,-34 0-1,17 18 1,52-18 15</inkml:trace>
  <inkml:trace contextRef="#ctx0" brushRef="#br0" timeOffset="36973.3">11748 13970 0,'35'18'16,"-70"-36"-16,140 36 31,-69-1-15,17-17-1,-36 0-15,54-35 31</inkml:trace>
  <inkml:trace contextRef="#ctx0" brushRef="#br0" timeOffset="37161.33">12171 14023 0,'17'0'16,"1"0"-16,-53 0 0,88 18 15,35-1 17,-70 1-17,-1-1 1</inkml:trace>
  <inkml:trace contextRef="#ctx0" brushRef="#br0" timeOffset="37674.15">10866 14182 0,'0'0'0,"0"-18"16,0 0 0,-18 18-1,-53 36 1,36-1-16,0 18 15,-18 0-15,-53 88 16,-141 229 15,212-317-31,17 35 16</inkml:trace>
  <inkml:trace contextRef="#ctx0" brushRef="#br0" timeOffset="38038.35">11218 14252 0,'0'0'0,"-17"18"31,17 17-15,-88 159 15,-71 106-16,-53 141 17,71-212-1</inkml:trace>
  <inkml:trace contextRef="#ctx0" brushRef="#br0" timeOffset="38383.87">11642 14270 0,'-53'141'31,"106"-282"-31,-230 617 31,142-405-31,17 17 0,-17 0 16,-88 265 15,87-300-15</inkml:trace>
  <inkml:trace contextRef="#ctx0" brushRef="#br0" timeOffset="38705.19">11994 14411 0,'0'0'0,"18"-53"31,-53 106-16,-142 406 17,125-301-17,-19 54 1,36-159-16,17 0 16,-17 70-1,17-105-15</inkml:trace>
  <inkml:trace contextRef="#ctx0" brushRef="#br0" timeOffset="38976.49">12171 14605 0,'0'0'16,"17"106"0,-17-71-16,-70 283 31,17-177-15,18-53-16,17-18 15,-70 107 1,53-124-16,17 0 0</inkml:trace>
  <inkml:trace contextRef="#ctx0" brushRef="#br0" timeOffset="40099.18">10813 16034 0,'-18'17'31,"0"72"0,1-54-31,17-17 16,-18-1-16,18 36 15,18 35 17,88-35-1,-54 53 0,-104 0 0,-54-71 1,70-53-17,-34-52 1,52 35-1</inkml:trace>
  <inkml:trace contextRef="#ctx0" brushRef="#br0" timeOffset="40247.39">10672 16210 0,'52'-70'32,"-104"140"-32,140-158 15,-71 88-15,1 0 0,17 0 16,1 0-1,-19 0-15,54-18 16</inkml:trace>
  <inkml:trace contextRef="#ctx0" brushRef="#br0" timeOffset="40661.06">11201 16175 0,'0'0'0,"0"35"15,-36 124 1,-16 70 15,34-194-15,18 1-16,53 52 15,88-106 17,-123 18-17,52 0 1</inkml:trace>
  <inkml:trace contextRef="#ctx0" brushRef="#br0" timeOffset="45582.32">13653 13899 0,'0'18'47,"0"0"-31,-18 88 0,18-54-1,0 19 1,0-18-16,0 123 15,0-105 1,0 105 0,0-105-1,0-1 1,-18 89 0,1-18 15,17-105-16,0-19-15,0 1 16,-18 70 0,18-70-1,-18 52 1,1 1 15,17-36 0,0-17-15,0 35 15,-18-18-15,18 0 15,0 0 0,0-17-15,0 0 15,0-1 1,0 1-1,-18 35 0,18-18 0,0-17 1,0-1-1,-17 19 0,17-19-31,0 19 31,0-19 1,17 1-1,19-18 0,34 0 0,-34-18-15,69 18 15,-69 18-15,34 0 15,-52-18-15,35 0-1,53-18 17,-1 18-1,-87 0-31,0 0 15,17 0 1,-17 0-16,35 0 16,-36 0-16,1 0 15,-1 0-15,36 18 16,-35-18-16,0 0 16,-1 0-1,124 17 16,-123 1-31,0-18 16,35 17 0,-1 1-1,-34-18-15,53 18 32,-54-18-17,1 0-15,17 17 16,-17-17-1,35 0 1,-18 18 0,-17-18-1,52 18 1,-17-1 15,-35-17-15,-1 0-16,36 18 31,-35-18-15,0 0-1,17 0 1,-17 0 0,17 0-1,-18 0 1,36 0-1,-35 0-15,17 0 32,1 0-1,-36-18-15,17 1 15,1-1 0,-18 0-15,18-52 15,-18-89 0,17 0 0,-34 1 1,17 122-32,0-70 31,0 18-15,0 71-16,17-89 31,-17 0 0,-17-17 0,17 105-31,0 0 16,-18-88 15,18 89-31,0-1 16,0-88 15,0 18 0,0 0 1,0 70-17,-18-35 1,36 0 15,-18 18-15,18 18-16,-1-54 31,-17 18 0,0 35-15,0 1-1,35-54 17,-35 36-17,-52 70 17,-54 18-17</inkml:trace>
  <inkml:trace contextRef="#ctx0" brushRef="#br0" timeOffset="46394.19">13741 16457 0,'0'0'0,"17"-18"16,1 1-1,-18-1 1,18 18-16,-1 0 15,54 0 1,-54 0 0,-17 53-1,0-35 1,-35 88 0,18-106-1,17 35 1,52 0-1,-34-17 1,70 35 15,-88-36-31,0 19 16,-17-19-16,-19 1 16,-69 52-1,87-52 1,-35-53 15,53 0-31</inkml:trace>
  <inkml:trace contextRef="#ctx0" brushRef="#br0" timeOffset="46732.72">14252 16387 0,'36'-18'31,"-72"36"-31,72 17 31,-36-18-31,-53 177 31,-18 18 1,71-177-32,0-17 0,53 35 31,141-71 0,-159 18-31,36 18 16,-18-18-1</inkml:trace>
  <inkml:trace contextRef="#ctx0" brushRef="#br0" timeOffset="48459.79">14058 14041 0,'-17'-18'32,"-1"53"-1,0 0-16,-52 89 1,-36 88 15,-53-1 1,142-193-32,-1 17 15</inkml:trace>
  <inkml:trace contextRef="#ctx0" brushRef="#br0" timeOffset="48971.09">14429 14146 0,'-18'-17'16,"0"52"-1,1-17-15,-1-1 0,-105 195 31,17-36-15,70-123 0,-52 141-1,0 18 1,35-89 0,36-70-16,-19 36 15,1 16 1,35-87-16</inkml:trace>
  <inkml:trace contextRef="#ctx0" brushRef="#br0" timeOffset="49395.53">14781 14235 0,'0'0'0,"0"-18"16,-17 89 0,-19-1-1,1 36 1,-71 70 0,-88 230-1,159-335 1,-124 299-1,106-229 17</inkml:trace>
  <inkml:trace contextRef="#ctx0" brushRef="#br0" timeOffset="49841.45">15222 14288 0,'0'0'0,"0"35"15,-17-18-15,-36 89 16,35-53-1,-17 0-15,-106 282 32,-36 89-1,142-354-31,-71 159 31,71-176-15</inkml:trace>
  <inkml:trace contextRef="#ctx0" brushRef="#br0" timeOffset="50225.73">15434 14834 0,'0'36'15,"0"-72"-15,0 107 16,-18-18-16,-17 53 16,-71 176-1,89-212-15,-124 248 32,70-159-17,53-106 1,-17-1-1</inkml:trace>
  <inkml:trace contextRef="#ctx0" brushRef="#br0" timeOffset="51082.86">13899 13935 0,'89'35'31,"105"53"1,-159-88-32,106-35 31</inkml:trace>
  <inkml:trace contextRef="#ctx0" brushRef="#br0" timeOffset="51300.91">14781 13970 0,'0'0'15,"18"0"1,0 18-16,17-18 16,18 35-1,35-17 17</inkml:trace>
  <inkml:trace contextRef="#ctx0" brushRef="#br0" timeOffset="51506.96">15275 14111 0,'88'-18'32,"-176"36"-32,229-36 15,-123 18-15,0-17 0,35 17 31</inkml:trace>
  <inkml:trace contextRef="#ctx0" brushRef="#br0" timeOffset="52932.78">13935 13705 0,'0'-17'31,"0"-1"-15,17-52-1,-17 34 1,0 19-16,0-36 16,0 0-1,0 18-15,-17-124 16,-19-18 15,36 142-15,-52-53-1,-37 0 32,19 35-15,70 35-32,-71-35 31,-17 0 0,0 36 0,17-1 1,1-17-1,-1 17 0,1 18 0,17-17 1,-18-1-1,-17 18 0,70 0-31,-52 0 31,-54 35 1,71-35-17,0 18 1,36-18-16,-1 17 15,-35-17 1,36 18-16,-19 0 16,-17 52-1,18-34 1,18-36 0</inkml:trace>
  <inkml:trace contextRef="#ctx0" brushRef="#br0" timeOffset="53317.04">12453 12524 0,'0'-18'16,"-18"36"15,18-1-15,-17-17-16,-54 88 16,54-52-1,-36 34 1,53-34-16,-18-19 0,0 36 15,18-35 1,18 17 0,0-35-16,105 18 31,-105-18-15,17 0-16,-17 17 15</inkml:trace>
  <inkml:trace contextRef="#ctx0" brushRef="#br0" timeOffset="58506.67">10689 12823 0,'35'18'47,"54"0"-16,-72-1-31,54 19 31,-54-19-15</inkml:trace>
  <inkml:trace contextRef="#ctx0" brushRef="#br0" timeOffset="58759.26">11148 12912 0,'53'-18'32,"-106"36"-32,141-36 15,-17 18 16,-36 18-15</inkml:trace>
  <inkml:trace contextRef="#ctx0" brushRef="#br0" timeOffset="58944.31">11606 12894 0,'0'0'0,"36"18"15,-19-18 1,19 0 0,-19 0-16</inkml:trace>
  <inkml:trace contextRef="#ctx0" brushRef="#br0" timeOffset="59159.36">11906 12947 0,'0'0'0,"36"0"16,-19 0-16,1-18 0,-1 18 15,1 0-15,17-17 16,1 17-1,-19 0-15,1-18 16,17 36 0,-17-18-1</inkml:trace>
  <inkml:trace contextRef="#ctx0" brushRef="#br0" timeOffset="59300.89">12383 12912 0,'0'0'0,"52"17"16,1 1 15,-35-18-15</inkml:trace>
  <inkml:trace contextRef="#ctx0" brushRef="#br0" timeOffset="59933.42">10883 13088 0,'18'-18'15,"-18"1"1,-35 123 15,-89 193 0,106-246-31,1 36 16,17-19 0</inkml:trace>
  <inkml:trace contextRef="#ctx0" brushRef="#br0" timeOffset="60166.92">11148 13141 0,'17'0'0,"-34"0"0,34-18 15,1 18-15,-36 106 31,-17-18-15,-35 71 0,34-71-1,1-17 1</inkml:trace>
  <inkml:trace contextRef="#ctx0" brushRef="#br0" timeOffset="60363.55">11518 13317 0,'0'0'0,"-53"141"16,36-105-1,-54 87 1,71-105-1,0 0-15,0-1 16</inkml:trace>
  <inkml:trace contextRef="#ctx0" brushRef="#br0" timeOffset="60573.59">11906 13264 0,'0'0'0,"0"18"16,0 0-16,0-1 0,-17 19 16,-1 69-1,0-69-15,1 87 32,17-105-32,35-18 15</inkml:trace>
  <inkml:trace contextRef="#ctx0" brushRef="#br0" timeOffset="60724.13">12030 13529 0,'-36'159'31,"72"-318"-31,-89 441 16,35-229 15</inkml:trace>
  <inkml:trace contextRef="#ctx0" brushRef="#br0" timeOffset="61710.14">10213 12841 0,'-18'35'47,"-52"124"-16,52-71-15,-17-17-1,17-36-15,1 36 16,-1-71-16,18 17 16,0 1-1,53-53 17,-18 35-17,0 35 1,-35 18-1,0-18-15,0 18 16,-70 176 0,70-193-16,-35 87 31,35-105-15,17-18-1</inkml:trace>
  <inkml:trace contextRef="#ctx0" brushRef="#br0" timeOffset="62236.18">9454 13159 0,'18'0'31,"-36"0"-31,71 17 31,-35 71 1,-71 89-1,18-89 0,70-70 0</inkml:trace>
  <inkml:trace contextRef="#ctx0" brushRef="#br0" timeOffset="62580.79">9737 13247 0,'0'0'0,"17"0"32,-70 176-1,36-105-16,-1-36-15,18 0 0,0-17 16,0 70 15,35-88-15,1 0 0,17 0-1</inkml:trace>
  <inkml:trace contextRef="#ctx0" brushRef="#br0" timeOffset="66128">15716 15381 0,'18'0'15,"17"18"1,53-36 15,-35 36 1,0-18 14</inkml:trace>
  <inkml:trace contextRef="#ctx0" brushRef="#br0" timeOffset="66693.27">15699 16051 0,'0'0'0,"17"18"16,1-18-16,35 18 31,0-36-15,-18 0-16</inkml:trace>
  <inkml:trace contextRef="#ctx0" brushRef="#br0" timeOffset="67660.16">16210 15487 0,'0'0'16,"0"-18"-16,35 18 15,-35-17 1,18 17 0,-18 17-1,18 19 1,-18-19-1,17-17-15,-17 36 16,0-1 0,0 0-1,0-17 1,0-1-16,-17 1 16,-19 35-1,1 35 16,35-70-31,0 17 16,18-17 0,17-1 15,-17-17 0,-36 18 32,18 0-48,0 52 17,0 36-1,18-88-31,-54 35 31,-69-18 0,87-53-31,0 18 0</inkml:trace>
  <inkml:trace contextRef="#ctx0" brushRef="#br0" timeOffset="70554.09">16616 15787 0,'17'-18'0,"19"-35"31,34-70 0,-52 105 1,0 89-1,-36-36-31,18-17 15,0-1-15,-18 71 16,-70 177 15,70-230-31,1 71 32</inkml:trace>
  <inkml:trace contextRef="#ctx0" brushRef="#br0" timeOffset="70985.87">17057 15610 0,'17'0'16,"-17"36"-1,-17-36-15,-36 123 31,35-88-15,1 1-16,-36 87 16,35-105-1,18 88 1,35-71 0,-17-35-16,17 18 15,106-1 1,-105-17-16,-19 0 15</inkml:trace>
  <inkml:trace contextRef="#ctx0" brushRef="#br0" timeOffset="76178.74">19244 12876 0,'0'-35'31,"0"53"31,-18 105-30,1-35-17,17 54 1,-18 175 15,18-264-15,0 0-16,18 247 31,-18-247-15,0 0-1,-18-18-15,18 0 0,0 0 16,0 177 15,0-194-15,0-1-16,0 19 15,0 52 1,0-71-16,0 36 16,-18-17-1,18 122 17,0-122-17,0-19 1,0 36-1,0 18 1,0-36 0,0-17-16,0 35 31,0-18-15,-17-17-1,17 34 1,0-16-1,0-19 1,0 1 0,0 17-1,0-17 1,0 52 0,-18-17 15,18-35-16,0 0 1,0 17 0,0-17-1,0 35 1,0-36 0,0 1-1,0 35 1,0-36-1,0 1 1,0 0 0,-17 52-1,-1 1 17,18-54-1,0 36 0,0-35-31,-18 17 31,18 0 1,0-17-1,0 0 0,18-1 0,0 1 1,-1-18-1,18 0 0,-17 0-31,0 0 16,17 0-1,-17 0-15,-1 0 16,89-35 15,-71 35-15,36 0 15,-53 0-31,52-18 31,54 0 1,-89 18-17,18 18 1,0 0 15,-18-1-15,-17-17-1,17 0 1,0 18 0,-17-18-1,52 18 16,1-1 1,-18-17-1,17 18 0,-52-18-31,0 0 16,35 18 15,-36-18-15,19 0-1,34 17 17,-52-17-17,-1 0-15,36 18 31,-17-18-15,-1 0 0,-17 0-1,-1 0-15,1 0 16,35 0 0,-18 0-1,0 0 1,-17 0-16,35 18 31,-36-18-15,1 0-16,17 17 15,1-17 1,-19 0-16,54-17 31,-54 17-15,36 0-1,-35 0 1,0 0 0,-1 0-16,36 0 15,0 0 17,-35 0-17,-1 0 1,1 0-1,17 0 1,1 0 0,-19 0-1,1 0 1,0 0-16,-1 17 16,18 1 15,-17-18-16,17 0 17,-17 0-1,0 0-31,-1 0 31,1 0 0,0 0 1,-1 0 30,-17-35-31,0 17-15,0-17 0,18-1-1,-18-17 1,0 36 0,0-89 15,0 88-31,0-17 15,0-36 1,17-105 15,-17-18 1,0 123-17,18-140 16,-18 176-31,18-142 32,-18 142-32,0-18 15,0 0 1,17-106 15,-17 124-15,-17-106 15,17 123-31,0 1 16,17-107 15,-17 89-15,0-71 15,0 88-31,0-35 15,18-88 17,-18 18-1,18 105-15,-18 1-16,0-54 15,0-17 1,0 17 15,17 18-15,-17 36-16,0-1 15,0 0-15,0 1 16,0-1-16,18-17 16,-18 17-1,18-17 1,-18 17-1,0 1-15,0-1 16,0 0-16,0 1 16,0-1-1,-36 1 1,-17 34-16</inkml:trace>
  <inkml:trace contextRef="#ctx0" brushRef="#br0" timeOffset="79633.1">19808 16457 0,'-35'53'16,"18"-18"0,-36 36-1,17 52 1,36-105 0,71-18-1,-53 0 1,70 18 15,-71-18-31,19 88 31,-36-53-31,-36 53 32,-87-17-1,88-71-31,-18-53 31</inkml:trace>
  <inkml:trace contextRef="#ctx0" brushRef="#br0" timeOffset="79773.75">19720 16651 0,'0'0'0,"18"-35"15,0 35-15,-1-18 16,54 1-1,-54-1-15,160 18 32,-160 0-32</inkml:trace>
  <inkml:trace contextRef="#ctx0" brushRef="#br0" timeOffset="80243.72">20373 16492 0,'0'18'15,"-18"0"1,18-1-16,-88 213 31,70-195-31,1 0 16,-36 106-1,53-123-15,0 17 16,106 0 0,-89-17-1,89-18 1,-71 0-16,18 0 31</inkml:trace>
  <inkml:trace contextRef="#ctx0" brushRef="#br0" timeOffset="85649.29">22701 14182 0,'0'17'31,"-17"54"0,17 52 0,0-87-15,-36 211 0,19-195-1,-1 195 1,18-211 0,0 105-1,0-106 1,-18 159-1,18-159 1,0 107 0,0-125-1,0 71 17,0 18-1,-17-35 0,17-54-31,0 1 0,0 35 31,0 0 1,17-18-17,-17 0 16,0 1-15,-17-36-16,17 70 31,53-52 1,-36-18-17,1 0 1,0 18-1,17-18 1,0 17 0,18-34-1,-35 17-15,17-18 16,36 18 0,-36 0-1,18 18 1,-18-1-1,-17-17 1,-1 0-16,1 0 0,17 0 16,1 18-1,-19-18-15,18 0 16,-17 0 0,0 0-16,-1 0 0,72-18 31,-37 36 0,-34-18-31,0 0 16,17 0-1,0 0 1,1 17 0,-19-17-16,18 0 15,1 0 1,70-17 15,-89 17-15,19 0-1,-19 0-15,18 0 16,18 0 15,0 0 0,0 17 1,-18 1-17,18-18 17,-35 0-17,0 0 1,17 0-1,-17 18 1,-1-18 0,18 0-1,-17 0 1,0 17 15,-1-17-15,1 0-1,0 0 1,-1 0 0,1-17-1,17 17 17,-17 0-17,-18-18 1,18 18-16,-1 0 31,18 0 0,-17-35 1,0 0-1,-18-54 0,-18 72-15,18-19-16,0 19 0,0-54 15,0 36 1,0 17-16,0-52 16,0 17-16,18-18 15,-18 36-15,0-53 16,35-142-1,-17 178 1,35-142 0,-36 35 15,-17 124-15,18-89 15,-1-17 0,-17 123-31,0-17 16,18-36 15,-36 36-15,36 0 15,-18-36 0,0 54-31,0-19 31,18-16-15,-18-19 15,-18 53 0,0 18-31,-52 53 32,52-53-32</inkml:trace>
  <inkml:trace contextRef="#ctx0" brushRef="#br0" timeOffset="86495.22">22754 15663 0,'18'18'16,"-1"0"-1,19-1 1,-1-17 0,36 0-1,-54 0-15,36 0 16,35 0-1,-70-17-15,35 17 16</inkml:trace>
  <inkml:trace contextRef="#ctx0" brushRef="#br0" timeOffset="86746.27">23336 15752 0,'53'17'32,"18"18"-1,-1-35-15,-52 0-16,88-35 31,-71 35-16,-17 0 1</inkml:trace>
  <inkml:trace contextRef="#ctx0" brushRef="#br0" timeOffset="86926.63">23848 15752 0,'53'0'31,"-106"0"-31,141 17 31,-53-17-15,1 0-16,69-17 31,-69 34-15,-19 1 0</inkml:trace>
  <inkml:trace contextRef="#ctx0" brushRef="#br0" timeOffset="87051.74">24201 15822 0,'0'0'0,"52"18"31,-34-1-31,70 19 32,-17-36-17,-18-18 1</inkml:trace>
  <inkml:trace contextRef="#ctx0" brushRef="#br0" timeOffset="87607.61">22878 15840 0,'0'0'0,"0"53"31,0-36-15,-18 19-16,0 52 16,18-18-1,18-34-15,0-19 16</inkml:trace>
  <inkml:trace contextRef="#ctx0" brushRef="#br0" timeOffset="87769.05">23248 15910 0,'0'0'0,"-18"0"16,1 71-1,-1-1 1,18-34-16,53 17 31,-35-53-15,-1 0-16,1-18 15</inkml:trace>
  <inkml:trace contextRef="#ctx0" brushRef="#br0" timeOffset="87913.57">23477 16034 0,'0'0'0,"18"0"16,-18 17-16,18 1 15,17 53 1,-17-54 0,52 1-1</inkml:trace>
  <inkml:trace contextRef="#ctx0" brushRef="#br0" timeOffset="88055.11">23971 15981 0,'0'17'0,"0"-34"0,0 52 15,0-17 1,0-1-16,0 19 16,18 17-1,52-53 1</inkml:trace>
  <inkml:trace contextRef="#ctx0" brushRef="#br0" timeOffset="88159.14">24236 16140 0,'-18'17'0,"36"-34"0,-71 87 16,35-52-16,1-1 0,-1 1 15,0 0-15</inkml:trace>
  <inkml:trace contextRef="#ctx0" brushRef="#br0" timeOffset="88821.4">22666 16581 0,'0'0'0,"18"-18"16,-1 18-16,1-18 0,0 18 15,105-88 17,-70 53-1,-35 35-15,-18 35-1,0 36 1,-18-18-1,0 52 1,1-69-16,-19 140 31,19-105-15,17-54-16</inkml:trace>
  <inkml:trace contextRef="#ctx0" brushRef="#br0" timeOffset="89128.98">23372 16457 0,'0'0'0,"17"-35"15,-17 17-15,18 36 31,-36 17-15,-17 89 0,-18-36-1,53-53 1,-18 53 0,36-70-1,105 0 1,-87-18-1,105-71 1</inkml:trace>
  <inkml:trace contextRef="#ctx0" brushRef="#br0" timeOffset="90690.46">23107 13970 0,'0'18'31,"-18"-107"0,1-105 0,-1 106-15,18 53-16,-18-53 16,-140-247 15,-19 141 0,71 123-15,71 53-16,0 1 15,-53-36 1,70 53-16,-123-71 31,0 36 1,-36 0-1,160 52-31,-18-17 15,-89 53 1,89-17-16,-159 105 31,141-124-15,18 1 0,-1 0-16</inkml:trace>
  <inkml:trace contextRef="#ctx0" brushRef="#br0" timeOffset="91052.05">21537 12629 0,'0'18'16,"-18"-18"-1,1 53 1,-107 123 0,89-140-16,-35 193 31,52-194-16,18 18-15,18 18 16,34-18 0,90-71-1,-90-17 1,-16 17-16,-19 0 16</inkml:trace>
  <inkml:trace contextRef="#ctx0" brushRef="#br0" timeOffset="94481.83">25876 13141 0,'0'53'63,"-17"17"-48,-1 36 1,18 0 0,-18-53-16,18 194 15,-17-176 1,-1 264 15,18-159-15,0-123-16,18 194 31,-18-35 0,-18-89-15,18-88-16,18 106 31,-36-17 0,18-106-31,-18 105 32,18-52-1,18 17 0,-36 18 0,18-36 1,0-52-32,0 35 31,-17 53 0,17-71 0,-35 18 1,-1 17-1,36-34 0,0-19-31,18 1 31,-18 0 1,35-18-1,-17-18-31,35 18 31,-36 0-15,1 0-16,17 0 15,-17 0-15,0 0 16,52 0 0,-35 0-1,36 0 1,-18 18 15,-36-18-15,1 0-16,53 0 15,-36 0 1,-17 0-16,52 17 31,-35-17-15,-17 0-16,0 0 15,-1 0-15,54 0 16,-36 0 0,-17 0-16,35 18 15,-36-18-15,54 17 32,-53-17-17,-1 0-15,18 0 16,18 0-1,-35 0 1,70 0 0,-70 0-1,52 0 1,-52 0 0,70-17-1,-52 17 1,-19 0-16,1 0 15,35-18 1,0 18 0,52 0-1,-87 0 1,70-17 0,-70 17-1,17 0 1,-17 0-16,88 0 31,35-18 0,-53 18 1,0 0-1,-70 0-31,35 0 31,17 18 0,19-1 1,-19-17-1,1 0 0,-18 18 0,-18-1 1,0 1-1,-17-18 0,-1-35 0,1-53 1,-18-89-1,53-105 0,-53 229-31,53-229 31,-36 105-15,1-17 0,35-70 15,-53 229-31,0-107 31,0 72-15,-18-54 15,18-17 0,0 124-31,0-54 16,0-35-1,0 71 1,-17-141 15,17 140-31,0-17 16,17-17 0,-17 52-16,0-17 15,0 17-15,18-17 16,-18-18-1,0-53 17,0 71-17,0 17-15,0-35 32,0 36-32,0-54 31,-18 54-31,-17-19 15</inkml:trace>
  <inkml:trace contextRef="#ctx0" brushRef="#br0" timeOffset="95238.43">26458 16545 0,'0'0'15,"-17"18"1,17 0-16,-18-1 16,0 71 15,18-70-31,0 0 16,18-1-16,17 1 15,-17-18-15,53 0 16,-19 0-1,-34 0-15,70 35 32,-141 89-1,-52-36 0,87-88-31,0 0 0,1 0 16,-1 0-16,0-18 0,1 1 15,-1-19-15</inkml:trace>
  <inkml:trace contextRef="#ctx0" brushRef="#br0" timeOffset="95396.52">26458 16581 0,'18'-36'0,"-36"72"0,36-89 16,0 35-16,52 0 31,142 1 0,-177-1-31,0 18 0,18 0 16</inkml:trace>
  <inkml:trace contextRef="#ctx0" brushRef="#br0" timeOffset="95727.94">27164 16475 0,'0'0'0,"0"17"16,0 36 0,-18-17-1,-17 69 1,-18 37 15,124-72 0,-18-52-15,-18-18 0,71 35-1,-89-35-15,1 0 16,17-18-1</inkml:trace>
  <inkml:trace contextRef="#ctx0" brushRef="#br0" timeOffset="96758.24">25894 15540 0,'18'0'15,"17"18"1,0-1 0,53 1-1,36-1 1,-54-34-1,1-1 1,-36 1-16</inkml:trace>
  <inkml:trace contextRef="#ctx0" brushRef="#br0" timeOffset="96978.24">26547 15575 0,'0'0'0,"17"0"16,-17 18-16,18-18 15,17 35 1,36-17 0,-18-1-1,-1-17 1,19 0-1</inkml:trace>
  <inkml:trace contextRef="#ctx0" brushRef="#br0" timeOffset="97176.97">27093 15646 0,'0'0'0,"18"17"16,0-17-16,70 18 31,-71-18-16,1 0-15,35 18 16,-35-18 0,-1 0-16,36 35 31,-35-35-31,-1 18 16</inkml:trace>
  <inkml:trace contextRef="#ctx0" brushRef="#br0" timeOffset="97357.32">27887 15734 0,'0'0'0,"88"18"31,-17 17 0,-18-35-15,-18 0-16,18-35 15</inkml:trace>
  <inkml:trace contextRef="#ctx0" brushRef="#br0" timeOffset="97504.74">28293 15734 0,'0'0'15,"35"18"17,-35-1-32,18-17 0,35 0 31,17-35 0</inkml:trace>
  <inkml:trace contextRef="#ctx0" brushRef="#br0" timeOffset="98086.93">26070 15628 0,'0'0'0,"36"-18"15,-54 71 17,0-35-17,-35 88 1,0-36 0,36-34-16,34 52 15,1-71 1</inkml:trace>
  <inkml:trace contextRef="#ctx0" brushRef="#br0" timeOffset="98317.43">26582 15716 0,'0'0'0,"0"18"15,-18 35 1,-17 0 0,-53 88-1,70-106 1,18 0-16,-18 1 16,18-19-16</inkml:trace>
  <inkml:trace contextRef="#ctx0" brushRef="#br0" timeOffset="98510.49">26864 15822 0,'0'18'0,"-18"17"15,-52 88 1,17 19 15,71-125-15</inkml:trace>
  <inkml:trace contextRef="#ctx0" brushRef="#br0" timeOffset="98707.55">27376 15946 0,'0'0'0,"17"17"16,-17 1-1,-53 88 1,36-71 0,-1-35-16,18 18 0,0-1 15</inkml:trace>
  <inkml:trace contextRef="#ctx0" brushRef="#br0" timeOffset="98909.59">27834 16051 0,'0'0'0,"0"36"16,-17 34-1,-1-17 1,18-35-16,0-1 0</inkml:trace>
  <inkml:trace contextRef="#ctx0" brushRef="#br0" timeOffset="99069.65">28187 16034 0,'35'17'32,"-70"-34"-32,70 70 15,-35-36-15,0 1 0,-17 17 32</inkml:trace>
  <inkml:trace contextRef="#ctx0" brushRef="#br0" timeOffset="101943.18">29757 14182 0,'0'-18'31,"0"0"1,-18 36 15,18 0-32,-17 140 1,-1-122-1,-35 246 1,35-159 0,1-52-16,-1-18 15,0 70 1,1 89 0,17-177-16,0 53 15,-18 1 1,18-36-1,0-18-15,-17 18 16,17 17 0,0-52-16,-18 53 15,18-54 1,-18 36 0,18-18-1,0-17-15,-17 17 16,17 18 15,0-35-31,17 17 16,-17-17-1,0 35 1,0 17 15,0-52 0,0 17 1,0-17-17,0 52 17,0-34-1,18-19 0,0-17 0,52-17 1,18 17-1,0 0 0,36 17 0,52-52 1,-17 35-1,-141 0-31,70 35 31,53-35 0,-88 0-15,106-17 15,-106 17-15,-36 0-16,1 0 15,52 17 1,-34-17 0,-1 0-1,-17 0-15,17-17 0,18-1 16,0 0 0,-36 18-16,19-17 15,-19 17-15,19 0 16,34 0-1,-35 0 1,1 0 0,-19 0-16,124-18 31,-35 18 0,-88 0-31,0 0 16,34 18-1,-34-1 1,0-17 0,17 0-1,-17 18 1,-1-18 0,1 0-1,35 18 16,-36-18-15,19 17 15,-1-17 1,-35-17-17,18-1-15,-18-53 31,-18 1-15,18 52-16,0-70 16,-18 53-16,18-18 15,-17-370 17,34 370-17,-17 0-15,0-36 16,18-52-1,-18 106-15,18-141 16,-18 88 0,0 17-1,0-35 1,0 88-16,0-34 16,17-54-1,-17 53 16,0 35-15,0-52 0,18 52-1,-18-53 1,0-17 15,18 0 0,-18 70-15,17-52 15,-17 52-31,-53 18 32,-35 35-17</inkml:trace>
  <inkml:trace contextRef="#ctx0" brushRef="#br0" timeOffset="102584.68">30321 14288 0,'-17'35'31,"-36"35"-15,-18 19-1,-317 422 17,300-370-17,35-35 1</inkml:trace>
  <inkml:trace contextRef="#ctx0" brushRef="#br0" timeOffset="102974.09">30656 14482 0,'0'0'0,"18"-18"16,-36 53-1,1-17 1,-19 17-16,-16 71 16,-90 106-1,-104 211 1,210-353 0,-140 266 15,141-283-31,-1-1 15</inkml:trace>
  <inkml:trace contextRef="#ctx0" brushRef="#br0" timeOffset="103333.59">31168 14570 0,'-88'141'31,"176"-282"-31,-247 388 16,124-177-16,-18 1 16,-88 158-1,88-158-15,-212 334 32,142-211-1</inkml:trace>
  <inkml:trace contextRef="#ctx0" brushRef="#br0" timeOffset="103692.83">31538 14605 0,'-17'71'15,"-1"-1"1,0-35-16,-34 71 15,-143 229 1,160-264 0,-212 282-1,212-300 1,-71 88 0,89-124-16,17 19 15</inkml:trace>
  <inkml:trace contextRef="#ctx0" brushRef="#br0" timeOffset="104006.96">31697 14993 0,'0'0'0,"-70"247"32,52-176-32,-141 422 31,-105 54 0,228-511-31,-34-1 16</inkml:trace>
  <inkml:trace contextRef="#ctx0" brushRef="#br0" timeOffset="104744.4">30004 16581 0,'106'-36'32,"-212"72"-32,282-72 15,-141 54-15,18-18 16,0 35-1,-53 71 1,-17-71 0,-1 1-16,-105 105 15,105-106-15,0-17 16,18 52 0,36-70-1,-1 0-15,-18 0 16,107 18-1,-106-18 1,17 53 0,-18-36-16,-34 19 15,17-19-15,-35 19 16,-54 34 0,54-52-16,-88 17 15,87-17-15,1-36 16,0-35-1,52-17 1</inkml:trace>
  <inkml:trace contextRef="#ctx0" brushRef="#br0" timeOffset="105116.09">30868 16598 0,'-18'53'31,"1"-35"-15,-36 105-1,-53 124 1,88-194-1,-35 123 17,53-158-32,124-53 31,-36 0-15,89 35 15,-107-18 0</inkml:trace>
  <inkml:trace contextRef="#ctx0" brushRef="#br0" timeOffset="106130.3">30198 13617 0,'-18'-88'31,"18"0"-15,-17 53-16,-36-177 31,53 159-15,-18 18-16,-53-159 15,18 88 1,-52-35 0,34 70-1,-17 18 1,53 36-16,-71-72 15,53 72-15,35-18 16,-105-54 0,87 72-1,-69-72 1,87 72 0,-17-1-16,-53 1 15,70 17 1,-106 0-1,89 0-15,-177 105 32,160-69-17,-1-19-15,-36 72 16,-69 34 0,17 36-1,105-142 1,-52 124-1,70-123 1</inkml:trace>
  <inkml:trace contextRef="#ctx0" brushRef="#br0" timeOffset="106498.7">28222 12365 0,'0'0'0,"-35"53"31,-106 176 0,106-176-31,-1 18 0,-34 52 16,-18 106 0,88-193-1,88-1 16,-53-53-31,88-35 16</inkml:trace>
  <inkml:trace contextRef="#ctx0" brushRef="#br0" timeOffset="108856.02">25594 15434 0,'18'18'32,"-36"17"-17,-35 53 1,35-53 0,-52 71-1,70-88 1,18-18 15,52 0 0,-52 0-31,-18 35 0,-18 89 32,-70 70-1,88-194-16</inkml:trace>
  <inkml:trace contextRef="#ctx0" brushRef="#br0" timeOffset="109380.61">25135 15752 0,'0'0'0,"-17"-18"31,34 0 16,36-52-16,-53 123 0,-53 141 0,53-177-31,0 19 16,0-19-16</inkml:trace>
  <inkml:trace contextRef="#ctx0" brushRef="#br0" timeOffset="109632.92">25400 15558 0,'0'0'0,"0"17"16,-18-17-16,18 18 0,0-1 15,0 1-15,-17 17 16,-19 89 0,1 17 15,123-106 0,-70-52-31,17 17 16</inkml:trace>
  <inkml:trace contextRef="#ctx0" brushRef="#br0" timeOffset="111630.83">25612 13705 0,'-18'0'0,"18"-17"31,-18 17 0,18-18-15,-35 36-1,-18 105 17,-35 177-1,88-265-31,-35 54 16,17-19-1,18-35-15,-18 1 16,-34 34 15,34-87 0,36 17-15,70-18 15,-71 36-15,1-1-16,0 19 15,-36 193 17,0-176-32,18 0 15,-35 88 1,17-106-16,18 53 16,18-35-1,53 0 1,-54-53-16,54 0 15,-36 0 1</inkml:trace>
  <inkml:trace contextRef="#ctx0" brushRef="#br0" timeOffset="112475.32">25030 14305 0,'17'0'16,"1"0"15,-18 18-15,0-1-1,0 19 1,0-19-16,-18 19 16,1 17-1,34-18 1,19-35-1,16 17 1,-34-17 0,-18 18-16,0 0 15,-70 52 1,52-52 0,0 0-1,1-18-15,-1 17 0,0-17 16,18-17-1</inkml:trace>
  <inkml:trace contextRef="#ctx0" brushRef="#br0" timeOffset="112769.92">25188 14305 0,'0'0'0,"0"18"47,18 17-32,-18 0 1,-53 159 15,53-176-31,0 88 31,141-124 1,-88 1-17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70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0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0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customXml" Target="../ink/ink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8665C47E-93F0-9AC2-21F4-50FBE16E13C5}"/>
              </a:ext>
            </a:extLst>
          </p:cNvPr>
          <p:cNvSpPr txBox="1"/>
          <p:nvPr/>
        </p:nvSpPr>
        <p:spPr>
          <a:xfrm>
            <a:off x="4551347" y="-45720"/>
            <a:ext cx="30893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Coprimes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BE39B-3C86-7D40-D854-D550D22F7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47282C6-09FA-1DDB-6FA6-A2862EEDF133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called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relatively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their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only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common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47282C6-09FA-1DDB-6FA6-A2862EEDF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blipFill>
                <a:blip r:embed="rId2"/>
                <a:stretch>
                  <a:fillRect l="-879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117A9478-D338-CB51-0B14-21BD629ED02E}"/>
              </a:ext>
            </a:extLst>
          </p:cNvPr>
          <p:cNvSpPr txBox="1"/>
          <p:nvPr/>
        </p:nvSpPr>
        <p:spPr>
          <a:xfrm>
            <a:off x="4551347" y="-45720"/>
            <a:ext cx="30893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Coprimes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411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A1B33-E207-6B21-76F4-0A1F0411A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425DA5DA-BDC6-7CB3-9FEB-6C0C7B10BA71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16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9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8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…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425DA5DA-BDC6-7CB3-9FEB-6C0C7B10B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blipFill>
                <a:blip r:embed="rId2"/>
                <a:stretch>
                  <a:fillRect l="-149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24476AE3-038F-13A4-D8F9-01FF54D97721}"/>
              </a:ext>
            </a:extLst>
          </p:cNvPr>
          <p:cNvSpPr txBox="1"/>
          <p:nvPr/>
        </p:nvSpPr>
        <p:spPr>
          <a:xfrm>
            <a:off x="4551347" y="-45720"/>
            <a:ext cx="30893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Coprimes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32BFC77-5017-7C40-C051-58095FA2801D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called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relatively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their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only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common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32BFC77-5017-7C40-C051-58095FA28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blipFill>
                <a:blip r:embed="rId3"/>
                <a:stretch>
                  <a:fillRect l="-879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3175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22B31-6C58-4F26-78D1-6FD286BFC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BC949C80-B395-417E-06EA-5C514E5B777D}"/>
              </a:ext>
            </a:extLst>
          </p:cNvPr>
          <p:cNvSpPr txBox="1"/>
          <p:nvPr/>
        </p:nvSpPr>
        <p:spPr>
          <a:xfrm>
            <a:off x="58811" y="2077939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774CAD9B-6BDC-7351-3AC5-F6238BF678B1}"/>
              </a:ext>
            </a:extLst>
          </p:cNvPr>
          <p:cNvSpPr txBox="1"/>
          <p:nvPr/>
        </p:nvSpPr>
        <p:spPr>
          <a:xfrm>
            <a:off x="4551347" y="-45720"/>
            <a:ext cx="30893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Coprimes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40DC7851-4FED-567C-19A2-FCFF61868220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called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relatively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their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only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common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40DC7851-4FED-567C-19A2-FCFF61868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blipFill>
                <a:blip r:embed="rId2"/>
                <a:stretch>
                  <a:fillRect l="-879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CA02709B-F099-C65B-9E71-0E7A809019B3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16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9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8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…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CA02709B-F099-C65B-9E71-0E7A80901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blipFill>
                <a:blip r:embed="rId3"/>
                <a:stretch>
                  <a:fillRect l="-149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7545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741BD-6324-5E83-D9CC-0AD1FF467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6A73128-88B4-2611-1516-0740CC5A7CE6}"/>
                  </a:ext>
                </a:extLst>
              </p:cNvPr>
              <p:cNvSpPr txBox="1"/>
              <p:nvPr/>
            </p:nvSpPr>
            <p:spPr>
              <a:xfrm>
                <a:off x="58811" y="2459335"/>
                <a:ext cx="876073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coprime if and only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gcd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⁡(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)=1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6A73128-88B4-2611-1516-0740CC5A7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459335"/>
                <a:ext cx="8760732" cy="461665"/>
              </a:xfrm>
              <a:prstGeom prst="rect">
                <a:avLst/>
              </a:prstGeom>
              <a:blipFill>
                <a:blip r:embed="rId2"/>
                <a:stretch>
                  <a:fillRect l="-1113" t="-11842" r="-557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E6F24E9D-A30E-9506-120C-450D0FEFBD19}"/>
              </a:ext>
            </a:extLst>
          </p:cNvPr>
          <p:cNvSpPr txBox="1"/>
          <p:nvPr/>
        </p:nvSpPr>
        <p:spPr>
          <a:xfrm>
            <a:off x="4551347" y="-45720"/>
            <a:ext cx="30893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Coprimes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3B6795B-A498-4912-E96D-2F2B387ED229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called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relatively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their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only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common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3B6795B-A498-4912-E96D-2F2B387ED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blipFill>
                <a:blip r:embed="rId3"/>
                <a:stretch>
                  <a:fillRect l="-879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17399C8B-E71F-26C9-D534-072A37FF86CB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16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9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8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…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17399C8B-E71F-26C9-D534-072A37FF8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blipFill>
                <a:blip r:embed="rId4"/>
                <a:stretch>
                  <a:fillRect l="-149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2AE5024C-0D91-C94B-FBA2-CA735B42658B}"/>
              </a:ext>
            </a:extLst>
          </p:cNvPr>
          <p:cNvSpPr txBox="1"/>
          <p:nvPr/>
        </p:nvSpPr>
        <p:spPr>
          <a:xfrm>
            <a:off x="58811" y="2077939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169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97244-3AD5-1C50-904D-BB9DD36FB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5E7F1F05-0BD7-6742-8057-31D1F1878F42}"/>
              </a:ext>
            </a:extLst>
          </p:cNvPr>
          <p:cNvSpPr txBox="1"/>
          <p:nvPr/>
        </p:nvSpPr>
        <p:spPr>
          <a:xfrm>
            <a:off x="58810" y="2921000"/>
            <a:ext cx="6469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prime numbers are always coprime.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39EE3164-7D37-3AD2-BC9B-5875AC9BF97C}"/>
              </a:ext>
            </a:extLst>
          </p:cNvPr>
          <p:cNvSpPr txBox="1"/>
          <p:nvPr/>
        </p:nvSpPr>
        <p:spPr>
          <a:xfrm>
            <a:off x="4551347" y="-45720"/>
            <a:ext cx="30893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Coprimes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BABB486-7C7C-9E70-E9D3-391D66E11D38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called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relatively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their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only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common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BABB486-7C7C-9E70-E9D3-391D66E11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blipFill>
                <a:blip r:embed="rId2"/>
                <a:stretch>
                  <a:fillRect l="-879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B15A3083-EB9A-595B-A909-8F6DF01E04F6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16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9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8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…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B15A3083-EB9A-595B-A909-8F6DF01E0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blipFill>
                <a:blip r:embed="rId3"/>
                <a:stretch>
                  <a:fillRect l="-149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0DAF4AB5-C928-560F-F2B6-EBBBC975D1C7}"/>
              </a:ext>
            </a:extLst>
          </p:cNvPr>
          <p:cNvSpPr txBox="1"/>
          <p:nvPr/>
        </p:nvSpPr>
        <p:spPr>
          <a:xfrm>
            <a:off x="58811" y="2077939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C3971633-452C-3BAA-6D21-EC097D16E391}"/>
                  </a:ext>
                </a:extLst>
              </p:cNvPr>
              <p:cNvSpPr txBox="1"/>
              <p:nvPr/>
            </p:nvSpPr>
            <p:spPr>
              <a:xfrm>
                <a:off x="58811" y="2459335"/>
                <a:ext cx="876073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coprime if and only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gcd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⁡(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)=1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C3971633-452C-3BAA-6D21-EC097D16E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459335"/>
                <a:ext cx="8760732" cy="461665"/>
              </a:xfrm>
              <a:prstGeom prst="rect">
                <a:avLst/>
              </a:prstGeom>
              <a:blipFill>
                <a:blip r:embed="rId4"/>
                <a:stretch>
                  <a:fillRect l="-1113" t="-11842" r="-557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7064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3BD72-86EE-5D51-11A0-25D0CBE06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ole tekstowe 8">
            <a:extLst>
              <a:ext uri="{FF2B5EF4-FFF2-40B4-BE49-F238E27FC236}">
                <a16:creationId xmlns:a16="http://schemas.microsoft.com/office/drawing/2014/main" id="{698B60D3-8A5A-56FF-CECB-7B2946018DCE}"/>
              </a:ext>
            </a:extLst>
          </p:cNvPr>
          <p:cNvSpPr txBox="1"/>
          <p:nvPr/>
        </p:nvSpPr>
        <p:spPr>
          <a:xfrm>
            <a:off x="58810" y="3429000"/>
            <a:ext cx="74401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consecutive natural numbers are coprime.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0A8B69F6-C332-A017-5788-F20FA4984BAA}"/>
              </a:ext>
            </a:extLst>
          </p:cNvPr>
          <p:cNvSpPr txBox="1"/>
          <p:nvPr/>
        </p:nvSpPr>
        <p:spPr>
          <a:xfrm>
            <a:off x="4551347" y="-45720"/>
            <a:ext cx="30893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Coprimes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D5F3815A-D43A-C068-513D-63DC78B3E0B0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called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relatively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their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only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common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D5F3815A-D43A-C068-513D-63DC78B3E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blipFill>
                <a:blip r:embed="rId2"/>
                <a:stretch>
                  <a:fillRect l="-879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E9D172DC-1EDD-0B10-A1E4-D23C90CB8398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16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9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8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…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E9D172DC-1EDD-0B10-A1E4-D23C90CB8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blipFill>
                <a:blip r:embed="rId3"/>
                <a:stretch>
                  <a:fillRect l="-149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66CA8700-5185-9B20-A25B-64A3EE12EDB6}"/>
              </a:ext>
            </a:extLst>
          </p:cNvPr>
          <p:cNvSpPr txBox="1"/>
          <p:nvPr/>
        </p:nvSpPr>
        <p:spPr>
          <a:xfrm>
            <a:off x="58811" y="2077939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A5264B57-A0EB-976D-56A9-6CAB38A9F2C3}"/>
                  </a:ext>
                </a:extLst>
              </p:cNvPr>
              <p:cNvSpPr txBox="1"/>
              <p:nvPr/>
            </p:nvSpPr>
            <p:spPr>
              <a:xfrm>
                <a:off x="58811" y="2459335"/>
                <a:ext cx="876073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coprime if and only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gcd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⁡(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)=1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A5264B57-A0EB-976D-56A9-6CAB38A9F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459335"/>
                <a:ext cx="8760732" cy="461665"/>
              </a:xfrm>
              <a:prstGeom prst="rect">
                <a:avLst/>
              </a:prstGeom>
              <a:blipFill>
                <a:blip r:embed="rId4"/>
                <a:stretch>
                  <a:fillRect l="-1113" t="-11842" r="-557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e tekstowe 12">
            <a:extLst>
              <a:ext uri="{FF2B5EF4-FFF2-40B4-BE49-F238E27FC236}">
                <a16:creationId xmlns:a16="http://schemas.microsoft.com/office/drawing/2014/main" id="{11EBA561-D7C5-02F8-E41E-87E3EDA0B1E3}"/>
              </a:ext>
            </a:extLst>
          </p:cNvPr>
          <p:cNvSpPr txBox="1"/>
          <p:nvPr/>
        </p:nvSpPr>
        <p:spPr>
          <a:xfrm>
            <a:off x="58810" y="2921000"/>
            <a:ext cx="6469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prime numbers are always coprime.</a:t>
            </a:r>
          </a:p>
        </p:txBody>
      </p:sp>
    </p:spTree>
    <p:extLst>
      <p:ext uri="{BB962C8B-B14F-4D97-AF65-F5344CB8AC3E}">
        <p14:creationId xmlns:p14="http://schemas.microsoft.com/office/powerpoint/2010/main" val="2904662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B5FC-2426-B69D-3535-5D82472B6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4F79144C-A97A-D419-D413-4B9AEEB50C33}"/>
                  </a:ext>
                </a:extLst>
              </p:cNvPr>
              <p:cNvSpPr txBox="1"/>
              <p:nvPr/>
            </p:nvSpPr>
            <p:spPr>
              <a:xfrm>
                <a:off x="58810" y="3841709"/>
                <a:ext cx="8613127" cy="5865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fraction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num>
                      <m:den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irreducible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4F79144C-A97A-D419-D413-4B9AEEB50C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3841709"/>
                <a:ext cx="8613127" cy="586571"/>
              </a:xfrm>
              <a:prstGeom prst="rect">
                <a:avLst/>
              </a:prstGeom>
              <a:blipFill>
                <a:blip r:embed="rId2"/>
                <a:stretch>
                  <a:fillRect l="-1132" t="-3125" r="-283" b="-7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A7E04D58-50B4-B7C4-B277-6878B03E34DB}"/>
              </a:ext>
            </a:extLst>
          </p:cNvPr>
          <p:cNvSpPr txBox="1"/>
          <p:nvPr/>
        </p:nvSpPr>
        <p:spPr>
          <a:xfrm>
            <a:off x="4551347" y="-45720"/>
            <a:ext cx="30893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Coprimes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A57519BE-EAA7-E7E9-21BF-D3880F727AE8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called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relatively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their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only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common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A57519BE-EAA7-E7E9-21BF-D3880F727A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blipFill>
                <a:blip r:embed="rId3"/>
                <a:stretch>
                  <a:fillRect l="-879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3F59771A-84CE-8EAA-869E-2EAD2CE6051D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16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9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8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…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3F59771A-84CE-8EAA-869E-2EAD2CE60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blipFill>
                <a:blip r:embed="rId4"/>
                <a:stretch>
                  <a:fillRect l="-149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9778C8D3-BE33-B148-8596-E2EFD7C4481B}"/>
              </a:ext>
            </a:extLst>
          </p:cNvPr>
          <p:cNvSpPr txBox="1"/>
          <p:nvPr/>
        </p:nvSpPr>
        <p:spPr>
          <a:xfrm>
            <a:off x="58811" y="2077939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5E4B96F3-DF16-FA6E-078F-531B0BE2B22C}"/>
                  </a:ext>
                </a:extLst>
              </p:cNvPr>
              <p:cNvSpPr txBox="1"/>
              <p:nvPr/>
            </p:nvSpPr>
            <p:spPr>
              <a:xfrm>
                <a:off x="58811" y="2459335"/>
                <a:ext cx="876073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coprime if and only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gcd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⁡(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)=1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5E4B96F3-DF16-FA6E-078F-531B0BE2B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459335"/>
                <a:ext cx="8760732" cy="461665"/>
              </a:xfrm>
              <a:prstGeom prst="rect">
                <a:avLst/>
              </a:prstGeom>
              <a:blipFill>
                <a:blip r:embed="rId5"/>
                <a:stretch>
                  <a:fillRect l="-1113" t="-11842" r="-557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pole tekstowe 13">
            <a:extLst>
              <a:ext uri="{FF2B5EF4-FFF2-40B4-BE49-F238E27FC236}">
                <a16:creationId xmlns:a16="http://schemas.microsoft.com/office/drawing/2014/main" id="{8820DA38-E0F1-D42A-6A5E-2340C5BF6D6F}"/>
              </a:ext>
            </a:extLst>
          </p:cNvPr>
          <p:cNvSpPr txBox="1"/>
          <p:nvPr/>
        </p:nvSpPr>
        <p:spPr>
          <a:xfrm>
            <a:off x="58810" y="2921000"/>
            <a:ext cx="6469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prime numbers are always coprime.</a:t>
            </a: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BAFE713E-DE50-C202-4D5E-D5F809B6B3E1}"/>
              </a:ext>
            </a:extLst>
          </p:cNvPr>
          <p:cNvSpPr txBox="1"/>
          <p:nvPr/>
        </p:nvSpPr>
        <p:spPr>
          <a:xfrm>
            <a:off x="58810" y="3429000"/>
            <a:ext cx="74401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consecutive natural numbers are coprime.</a:t>
            </a:r>
          </a:p>
        </p:txBody>
      </p:sp>
    </p:spTree>
    <p:extLst>
      <p:ext uri="{BB962C8B-B14F-4D97-AF65-F5344CB8AC3E}">
        <p14:creationId xmlns:p14="http://schemas.microsoft.com/office/powerpoint/2010/main" val="3286346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9B34E-2826-EBEB-C086-930873D54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D051B84B-15C1-C7EB-A14B-486CBB09EDB3}"/>
                  </a:ext>
                </a:extLst>
              </p:cNvPr>
              <p:cNvSpPr txBox="1"/>
              <p:nvPr/>
            </p:nvSpPr>
            <p:spPr>
              <a:xfrm>
                <a:off x="58810" y="4395875"/>
                <a:ext cx="1152283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different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exist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ininitely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many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+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,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𝑏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+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D051B84B-15C1-C7EB-A14B-486CBB09E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4395875"/>
                <a:ext cx="11522834" cy="830997"/>
              </a:xfrm>
              <a:prstGeom prst="rect">
                <a:avLst/>
              </a:prstGeom>
              <a:blipFill>
                <a:blip r:embed="rId2"/>
                <a:stretch>
                  <a:fillRect l="-847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D59C480D-1DEE-E52A-58AE-E16B98098DCD}"/>
              </a:ext>
            </a:extLst>
          </p:cNvPr>
          <p:cNvSpPr txBox="1"/>
          <p:nvPr/>
        </p:nvSpPr>
        <p:spPr>
          <a:xfrm>
            <a:off x="4551347" y="-45720"/>
            <a:ext cx="30893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Coprimes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49AE0DA5-F9AB-27DD-AD54-3FB3DA2AB4A0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called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relatively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their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only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common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49AE0DA5-F9AB-27DD-AD54-3FB3DA2AB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blipFill>
                <a:blip r:embed="rId3"/>
                <a:stretch>
                  <a:fillRect l="-879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BE8BC6E4-F282-0ACA-A355-FD53884D0DD8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16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9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8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…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BE8BC6E4-F282-0ACA-A355-FD53884D0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blipFill>
                <a:blip r:embed="rId4"/>
                <a:stretch>
                  <a:fillRect l="-149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e tekstowe 12">
            <a:extLst>
              <a:ext uri="{FF2B5EF4-FFF2-40B4-BE49-F238E27FC236}">
                <a16:creationId xmlns:a16="http://schemas.microsoft.com/office/drawing/2014/main" id="{1F193A89-E381-A8C6-1A6B-7B28A574D441}"/>
              </a:ext>
            </a:extLst>
          </p:cNvPr>
          <p:cNvSpPr txBox="1"/>
          <p:nvPr/>
        </p:nvSpPr>
        <p:spPr>
          <a:xfrm>
            <a:off x="58811" y="2077939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E4B5CB78-2342-33BE-D9C6-2D42F8D14FC2}"/>
                  </a:ext>
                </a:extLst>
              </p:cNvPr>
              <p:cNvSpPr txBox="1"/>
              <p:nvPr/>
            </p:nvSpPr>
            <p:spPr>
              <a:xfrm>
                <a:off x="58811" y="2459335"/>
                <a:ext cx="876073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coprime if and only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gcd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⁡(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)=1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E4B5CB78-2342-33BE-D9C6-2D42F8D14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459335"/>
                <a:ext cx="8760732" cy="461665"/>
              </a:xfrm>
              <a:prstGeom prst="rect">
                <a:avLst/>
              </a:prstGeom>
              <a:blipFill>
                <a:blip r:embed="rId5"/>
                <a:stretch>
                  <a:fillRect l="-1113" t="-11842" r="-557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pole tekstowe 14">
            <a:extLst>
              <a:ext uri="{FF2B5EF4-FFF2-40B4-BE49-F238E27FC236}">
                <a16:creationId xmlns:a16="http://schemas.microsoft.com/office/drawing/2014/main" id="{807CC68A-EC6B-D63C-1D8E-4357F0737031}"/>
              </a:ext>
            </a:extLst>
          </p:cNvPr>
          <p:cNvSpPr txBox="1"/>
          <p:nvPr/>
        </p:nvSpPr>
        <p:spPr>
          <a:xfrm>
            <a:off x="58810" y="2921000"/>
            <a:ext cx="6469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prime numbers are always coprime.</a:t>
            </a: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03650F88-69E6-FF9F-F7FD-96CF759A427D}"/>
              </a:ext>
            </a:extLst>
          </p:cNvPr>
          <p:cNvSpPr txBox="1"/>
          <p:nvPr/>
        </p:nvSpPr>
        <p:spPr>
          <a:xfrm>
            <a:off x="58810" y="3429000"/>
            <a:ext cx="74401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consecutive natural numbers are coprime.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051F7852-B0AC-63CB-87E9-240DE68B3C22}"/>
                  </a:ext>
                </a:extLst>
              </p:cNvPr>
              <p:cNvSpPr txBox="1"/>
              <p:nvPr/>
            </p:nvSpPr>
            <p:spPr>
              <a:xfrm>
                <a:off x="58810" y="3841709"/>
                <a:ext cx="8613127" cy="5865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fraction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num>
                      <m:den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irreducible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051F7852-B0AC-63CB-87E9-240DE68B3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3841709"/>
                <a:ext cx="8613127" cy="586571"/>
              </a:xfrm>
              <a:prstGeom prst="rect">
                <a:avLst/>
              </a:prstGeom>
              <a:blipFill>
                <a:blip r:embed="rId6"/>
                <a:stretch>
                  <a:fillRect l="-1132" t="-3125" r="-283" b="-7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662FA34F-60D6-3ED0-D405-400C13E8CA07}"/>
                  </a:ext>
                </a:extLst>
              </p14:cNvPr>
              <p14:cNvContentPartPr/>
              <p14:nvPr/>
            </p14:nvContentPartPr>
            <p14:xfrm>
              <a:off x="7607160" y="4870440"/>
              <a:ext cx="1397520" cy="27972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662FA34F-60D6-3ED0-D405-400C13E8CA0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97800" y="4861080"/>
                <a:ext cx="1416240" cy="29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7626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C4219-9597-0549-AD49-34D1DD19B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ole tekstowe 7">
            <a:extLst>
              <a:ext uri="{FF2B5EF4-FFF2-40B4-BE49-F238E27FC236}">
                <a16:creationId xmlns:a16="http://schemas.microsoft.com/office/drawing/2014/main" id="{8A71353B-E34F-6213-581D-1B7F0B3FFC28}"/>
              </a:ext>
            </a:extLst>
          </p:cNvPr>
          <p:cNvSpPr txBox="1"/>
          <p:nvPr/>
        </p:nvSpPr>
        <p:spPr>
          <a:xfrm>
            <a:off x="58810" y="5371032"/>
            <a:ext cx="86453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not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coprime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only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its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multiples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10E31FC5-90DC-A963-256E-92D64D3315B2}"/>
              </a:ext>
            </a:extLst>
          </p:cNvPr>
          <p:cNvSpPr txBox="1"/>
          <p:nvPr/>
        </p:nvSpPr>
        <p:spPr>
          <a:xfrm>
            <a:off x="4551347" y="-45720"/>
            <a:ext cx="30893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Coprimes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4E32D6F-6384-CC7A-53EF-7CDB087C49CA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called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relatively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their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only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common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4E32D6F-6384-CC7A-53EF-7CDB087C4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blipFill>
                <a:blip r:embed="rId2"/>
                <a:stretch>
                  <a:fillRect l="-879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7D04E306-4E70-7E5A-BED0-A20509AB6C8D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16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9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8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…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7D04E306-4E70-7E5A-BED0-A20509AB6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blipFill>
                <a:blip r:embed="rId3"/>
                <a:stretch>
                  <a:fillRect l="-149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pole tekstowe 13">
            <a:extLst>
              <a:ext uri="{FF2B5EF4-FFF2-40B4-BE49-F238E27FC236}">
                <a16:creationId xmlns:a16="http://schemas.microsoft.com/office/drawing/2014/main" id="{40325D87-975B-FD4D-4D37-445DE79C4D7C}"/>
              </a:ext>
            </a:extLst>
          </p:cNvPr>
          <p:cNvSpPr txBox="1"/>
          <p:nvPr/>
        </p:nvSpPr>
        <p:spPr>
          <a:xfrm>
            <a:off x="58811" y="2077939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BC590E36-5897-F8A7-8279-C7A48653F9E5}"/>
                  </a:ext>
                </a:extLst>
              </p:cNvPr>
              <p:cNvSpPr txBox="1"/>
              <p:nvPr/>
            </p:nvSpPr>
            <p:spPr>
              <a:xfrm>
                <a:off x="58811" y="2459335"/>
                <a:ext cx="876073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coprime if and only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gcd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⁡(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)=1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BC590E36-5897-F8A7-8279-C7A48653F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459335"/>
                <a:ext cx="8760732" cy="461665"/>
              </a:xfrm>
              <a:prstGeom prst="rect">
                <a:avLst/>
              </a:prstGeom>
              <a:blipFill>
                <a:blip r:embed="rId4"/>
                <a:stretch>
                  <a:fillRect l="-1113" t="-11842" r="-557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pole tekstowe 15">
            <a:extLst>
              <a:ext uri="{FF2B5EF4-FFF2-40B4-BE49-F238E27FC236}">
                <a16:creationId xmlns:a16="http://schemas.microsoft.com/office/drawing/2014/main" id="{AA8F8E77-7A80-7703-B6E0-DEAEE7EE33B2}"/>
              </a:ext>
            </a:extLst>
          </p:cNvPr>
          <p:cNvSpPr txBox="1"/>
          <p:nvPr/>
        </p:nvSpPr>
        <p:spPr>
          <a:xfrm>
            <a:off x="58810" y="2921000"/>
            <a:ext cx="6469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prime numbers are always coprime.</a:t>
            </a: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B53150FD-23DA-F1B4-3598-587044459475}"/>
              </a:ext>
            </a:extLst>
          </p:cNvPr>
          <p:cNvSpPr txBox="1"/>
          <p:nvPr/>
        </p:nvSpPr>
        <p:spPr>
          <a:xfrm>
            <a:off x="58810" y="3429000"/>
            <a:ext cx="74401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 consecutive natural numbers are coprime.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D94733C4-1D08-3B40-E838-774E3DD4E0BC}"/>
                  </a:ext>
                </a:extLst>
              </p:cNvPr>
              <p:cNvSpPr txBox="1"/>
              <p:nvPr/>
            </p:nvSpPr>
            <p:spPr>
              <a:xfrm>
                <a:off x="58810" y="3841709"/>
                <a:ext cx="8613127" cy="5865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fraction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num>
                      <m:den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irreducible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D94733C4-1D08-3B40-E838-774E3DD4E0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3841709"/>
                <a:ext cx="8613127" cy="586571"/>
              </a:xfrm>
              <a:prstGeom prst="rect">
                <a:avLst/>
              </a:prstGeom>
              <a:blipFill>
                <a:blip r:embed="rId5"/>
                <a:stretch>
                  <a:fillRect l="-1132" t="-3125" r="-283" b="-7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BAB65A49-EA58-7B2C-CD39-9E971466A473}"/>
                  </a:ext>
                </a:extLst>
              </p:cNvPr>
              <p:cNvSpPr txBox="1"/>
              <p:nvPr/>
            </p:nvSpPr>
            <p:spPr>
              <a:xfrm>
                <a:off x="58810" y="4395875"/>
                <a:ext cx="1152283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different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exist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ininitely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many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such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+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,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𝑏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+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BAB65A49-EA58-7B2C-CD39-9E971466A4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4395875"/>
                <a:ext cx="11522834" cy="830997"/>
              </a:xfrm>
              <a:prstGeom prst="rect">
                <a:avLst/>
              </a:prstGeom>
              <a:blipFill>
                <a:blip r:embed="rId6"/>
                <a:stretch>
                  <a:fillRect l="-847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2043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D42BE-A3E8-21CD-79C0-3FB622BA6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8D010B2-772F-5A2A-EA80-C8E7649D2677}"/>
                  </a:ext>
                </a:extLst>
              </p:cNvPr>
              <p:cNvSpPr txBox="1"/>
              <p:nvPr/>
            </p:nvSpPr>
            <p:spPr>
              <a:xfrm>
                <a:off x="58811" y="2459335"/>
                <a:ext cx="104497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coprime with every positive natural 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𝑁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8D010B2-772F-5A2A-EA80-C8E7649D2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459335"/>
                <a:ext cx="10449720" cy="461665"/>
              </a:xfrm>
              <a:prstGeom prst="rect">
                <a:avLst/>
              </a:prstGeom>
              <a:blipFill>
                <a:blip r:embed="rId2"/>
                <a:stretch>
                  <a:fillRect l="-93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42A868E7-9C60-692B-7AF6-CE604518EF28}"/>
              </a:ext>
            </a:extLst>
          </p:cNvPr>
          <p:cNvSpPr txBox="1"/>
          <p:nvPr/>
        </p:nvSpPr>
        <p:spPr>
          <a:xfrm>
            <a:off x="4551347" y="-45720"/>
            <a:ext cx="30893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Coprimes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8741BBD-9F3A-C298-9026-E4E0F4EC6FEB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called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relatively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their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only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common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8741BBD-9F3A-C298-9026-E4E0F4EC6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blipFill>
                <a:blip r:embed="rId3"/>
                <a:stretch>
                  <a:fillRect l="-879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ED679818-7B44-04A1-C67F-445C8B42DAE7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16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9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8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…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ED679818-7B44-04A1-C67F-445C8B42D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blipFill>
                <a:blip r:embed="rId4"/>
                <a:stretch>
                  <a:fillRect l="-149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7891FBF0-4AB2-3253-E840-20745FB52909}"/>
              </a:ext>
            </a:extLst>
          </p:cNvPr>
          <p:cNvSpPr txBox="1"/>
          <p:nvPr/>
        </p:nvSpPr>
        <p:spPr>
          <a:xfrm>
            <a:off x="58811" y="2077939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892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21EAB-CDBC-1E22-DEB3-A59FFBE1E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FAA73B1D-5E36-5513-19D6-9BA3109215FC}"/>
              </a:ext>
            </a:extLst>
          </p:cNvPr>
          <p:cNvSpPr txBox="1"/>
          <p:nvPr/>
        </p:nvSpPr>
        <p:spPr>
          <a:xfrm>
            <a:off x="58811" y="2921000"/>
            <a:ext cx="110444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any sequence of nine consecutive natural numbers, there is always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at least one that is coprime with all the others.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BB7D0CFE-1E7E-55D3-E1C5-4539BFBFD5D4}"/>
              </a:ext>
            </a:extLst>
          </p:cNvPr>
          <p:cNvSpPr txBox="1"/>
          <p:nvPr/>
        </p:nvSpPr>
        <p:spPr>
          <a:xfrm>
            <a:off x="4551347" y="-45720"/>
            <a:ext cx="30893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Coprimes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8DE6E47-3BDA-A01B-735A-67CFB612D555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called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relatively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their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only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common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8DE6E47-3BDA-A01B-735A-67CFB612D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blipFill>
                <a:blip r:embed="rId2"/>
                <a:stretch>
                  <a:fillRect l="-879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35B74346-CD8F-8D8E-833C-97962FC7256C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16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9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8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…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35B74346-CD8F-8D8E-833C-97962FC72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blipFill>
                <a:blip r:embed="rId3"/>
                <a:stretch>
                  <a:fillRect l="-149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651E7BF9-396E-020E-F933-89ECDA6FE246}"/>
              </a:ext>
            </a:extLst>
          </p:cNvPr>
          <p:cNvSpPr txBox="1"/>
          <p:nvPr/>
        </p:nvSpPr>
        <p:spPr>
          <a:xfrm>
            <a:off x="58811" y="2077939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3EC68993-8F31-8DDC-6013-1350004696F1}"/>
                  </a:ext>
                </a:extLst>
              </p:cNvPr>
              <p:cNvSpPr txBox="1"/>
              <p:nvPr/>
            </p:nvSpPr>
            <p:spPr>
              <a:xfrm>
                <a:off x="58811" y="2459335"/>
                <a:ext cx="104497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coprime with every positive natural 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𝑁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3EC68993-8F31-8DDC-6013-1350004696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459335"/>
                <a:ext cx="10449720" cy="461665"/>
              </a:xfrm>
              <a:prstGeom prst="rect">
                <a:avLst/>
              </a:prstGeom>
              <a:blipFill>
                <a:blip r:embed="rId4"/>
                <a:stretch>
                  <a:fillRect l="-93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6768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2D6D8-BA17-BD8B-2956-3C91C7893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4ADF1A5A-CEE0-7B14-B59F-C5617E7540F3}"/>
                  </a:ext>
                </a:extLst>
              </p:cNvPr>
              <p:cNvSpPr txBox="1"/>
              <p:nvPr/>
            </p:nvSpPr>
            <p:spPr>
              <a:xfrm>
                <a:off x="58811" y="3717894"/>
                <a:ext cx="880080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,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4ADF1A5A-CEE0-7B14-B59F-C5617E754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717894"/>
                <a:ext cx="8800807" cy="461665"/>
              </a:xfrm>
              <a:prstGeom prst="rect">
                <a:avLst/>
              </a:prstGeom>
              <a:blipFill>
                <a:blip r:embed="rId2"/>
                <a:stretch>
                  <a:fillRect l="-208" t="-11842" r="-139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04B4EAA5-7255-F360-5563-949A1B258DF5}"/>
              </a:ext>
            </a:extLst>
          </p:cNvPr>
          <p:cNvSpPr txBox="1"/>
          <p:nvPr/>
        </p:nvSpPr>
        <p:spPr>
          <a:xfrm>
            <a:off x="4551347" y="-45720"/>
            <a:ext cx="30893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Coprimes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5B982357-90E9-DB0E-D2B3-6A11B933BDC3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called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relatively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their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only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common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5B982357-90E9-DB0E-D2B3-6A11B933B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blipFill>
                <a:blip r:embed="rId3"/>
                <a:stretch>
                  <a:fillRect l="-879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37342146-01EF-E7C6-ADFD-2C68C4051B38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16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9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8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…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37342146-01EF-E7C6-ADFD-2C68C4051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blipFill>
                <a:blip r:embed="rId4"/>
                <a:stretch>
                  <a:fillRect l="-149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39FF48BA-3C55-8987-5DDF-7E8088F4D6E9}"/>
              </a:ext>
            </a:extLst>
          </p:cNvPr>
          <p:cNvSpPr txBox="1"/>
          <p:nvPr/>
        </p:nvSpPr>
        <p:spPr>
          <a:xfrm>
            <a:off x="58811" y="2077939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36ED0847-064A-FD77-9C77-BC0E584E2D56}"/>
                  </a:ext>
                </a:extLst>
              </p:cNvPr>
              <p:cNvSpPr txBox="1"/>
              <p:nvPr/>
            </p:nvSpPr>
            <p:spPr>
              <a:xfrm>
                <a:off x="58811" y="2459335"/>
                <a:ext cx="104497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coprime with every positive natural 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𝑁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36ED0847-064A-FD77-9C77-BC0E584E2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459335"/>
                <a:ext cx="10449720" cy="461665"/>
              </a:xfrm>
              <a:prstGeom prst="rect">
                <a:avLst/>
              </a:prstGeom>
              <a:blipFill>
                <a:blip r:embed="rId5"/>
                <a:stretch>
                  <a:fillRect l="-93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e tekstowe 12">
            <a:extLst>
              <a:ext uri="{FF2B5EF4-FFF2-40B4-BE49-F238E27FC236}">
                <a16:creationId xmlns:a16="http://schemas.microsoft.com/office/drawing/2014/main" id="{81F96760-C57F-A248-E7AC-0773489C4533}"/>
              </a:ext>
            </a:extLst>
          </p:cNvPr>
          <p:cNvSpPr txBox="1"/>
          <p:nvPr/>
        </p:nvSpPr>
        <p:spPr>
          <a:xfrm>
            <a:off x="58811" y="2921000"/>
            <a:ext cx="110444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any sequence of nine consecutive natural numbers, there is always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at least one that is coprime with all the others.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45B3E6E0-607A-FE5D-9B52-F5839BD3FC8C}"/>
                  </a:ext>
                </a:extLst>
              </p14:cNvPr>
              <p14:cNvContentPartPr/>
              <p14:nvPr/>
            </p14:nvContentPartPr>
            <p14:xfrm>
              <a:off x="8845560" y="3657600"/>
              <a:ext cx="2654640" cy="48312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45B3E6E0-607A-FE5D-9B52-F5839BD3FC8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36200" y="3648240"/>
                <a:ext cx="2673360" cy="50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0552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21839-8EB6-22D4-45E5-C916A2E91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0B389BC6-F784-FCD3-8D65-3C62FFB00D58}"/>
                  </a:ext>
                </a:extLst>
              </p:cNvPr>
              <p:cNvSpPr txBox="1"/>
              <p:nvPr/>
            </p:nvSpPr>
            <p:spPr>
              <a:xfrm>
                <a:off x="58811" y="4179559"/>
                <a:ext cx="1099050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coprime if and only if there exist two integers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𝑦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such that the equation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𝑎𝑥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𝑏𝑦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satisfied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0B389BC6-F784-FCD3-8D65-3C62FFB00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179559"/>
                <a:ext cx="10990509" cy="830997"/>
              </a:xfrm>
              <a:prstGeom prst="rect">
                <a:avLst/>
              </a:prstGeom>
              <a:blipFill>
                <a:blip r:embed="rId2"/>
                <a:stretch>
                  <a:fillRect l="-887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15225615-FB33-86E8-911D-7B58CC9F7DA2}"/>
              </a:ext>
            </a:extLst>
          </p:cNvPr>
          <p:cNvSpPr txBox="1"/>
          <p:nvPr/>
        </p:nvSpPr>
        <p:spPr>
          <a:xfrm>
            <a:off x="4551347" y="-45720"/>
            <a:ext cx="30893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Coprimes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156AB8C-1FEC-DD30-544C-1A586EB646A9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called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relatively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their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only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common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156AB8C-1FEC-DD30-544C-1A586EB646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blipFill>
                <a:blip r:embed="rId3"/>
                <a:stretch>
                  <a:fillRect l="-879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482C2D8C-5540-411B-600F-627A26ADE93C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16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9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8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…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482C2D8C-5540-411B-600F-627A26ADE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blipFill>
                <a:blip r:embed="rId4"/>
                <a:stretch>
                  <a:fillRect l="-149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3581F351-EAC0-3B08-2CB9-1CB8985D0C3C}"/>
              </a:ext>
            </a:extLst>
          </p:cNvPr>
          <p:cNvSpPr txBox="1"/>
          <p:nvPr/>
        </p:nvSpPr>
        <p:spPr>
          <a:xfrm>
            <a:off x="58811" y="2077939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1F0547CA-7217-FA30-F66E-1B31BCC692C0}"/>
                  </a:ext>
                </a:extLst>
              </p:cNvPr>
              <p:cNvSpPr txBox="1"/>
              <p:nvPr/>
            </p:nvSpPr>
            <p:spPr>
              <a:xfrm>
                <a:off x="58811" y="2459335"/>
                <a:ext cx="104497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coprime with every positive natural 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𝑁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3" name="pole tekstowe 12">
                <a:extLst>
                  <a:ext uri="{FF2B5EF4-FFF2-40B4-BE49-F238E27FC236}">
                    <a16:creationId xmlns:a16="http://schemas.microsoft.com/office/drawing/2014/main" id="{1F0547CA-7217-FA30-F66E-1B31BCC69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459335"/>
                <a:ext cx="10449720" cy="461665"/>
              </a:xfrm>
              <a:prstGeom prst="rect">
                <a:avLst/>
              </a:prstGeom>
              <a:blipFill>
                <a:blip r:embed="rId5"/>
                <a:stretch>
                  <a:fillRect l="-93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pole tekstowe 13">
            <a:extLst>
              <a:ext uri="{FF2B5EF4-FFF2-40B4-BE49-F238E27FC236}">
                <a16:creationId xmlns:a16="http://schemas.microsoft.com/office/drawing/2014/main" id="{5E1E378B-C00E-E4B3-C29B-430FB1E0CBE3}"/>
              </a:ext>
            </a:extLst>
          </p:cNvPr>
          <p:cNvSpPr txBox="1"/>
          <p:nvPr/>
        </p:nvSpPr>
        <p:spPr>
          <a:xfrm>
            <a:off x="58811" y="2921000"/>
            <a:ext cx="110444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any sequence of nine consecutive natural numbers, there is always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at least one that is coprime with all the others.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F89C4EB9-3E56-20EF-7163-0B3E3FCBCDC1}"/>
                  </a:ext>
                </a:extLst>
              </p:cNvPr>
              <p:cNvSpPr txBox="1"/>
              <p:nvPr/>
            </p:nvSpPr>
            <p:spPr>
              <a:xfrm>
                <a:off x="58811" y="3717894"/>
                <a:ext cx="880080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,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F89C4EB9-3E56-20EF-7163-0B3E3FCBCD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717894"/>
                <a:ext cx="8800807" cy="461665"/>
              </a:xfrm>
              <a:prstGeom prst="rect">
                <a:avLst/>
              </a:prstGeom>
              <a:blipFill>
                <a:blip r:embed="rId6"/>
                <a:stretch>
                  <a:fillRect l="-208" t="-11842" r="-139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7670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77969-0614-F373-3C35-8DE56111D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7F6874DF-1B7D-9BF6-A3BD-FA78B4C2D127}"/>
                  </a:ext>
                </a:extLst>
              </p:cNvPr>
              <p:cNvSpPr txBox="1"/>
              <p:nvPr/>
            </p:nvSpPr>
            <p:spPr>
              <a:xfrm>
                <a:off x="81509" y="5010556"/>
                <a:ext cx="10280058" cy="8375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𝑎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𝑏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 coprime if and only 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numbers</a:t>
                </a:r>
                <a:br>
                  <a:rPr lang="pl-PL" sz="240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coprime.</a:t>
                </a: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7F6874DF-1B7D-9BF6-A3BD-FA78B4C2D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09" y="5010556"/>
                <a:ext cx="10280058" cy="837537"/>
              </a:xfrm>
              <a:prstGeom prst="rect">
                <a:avLst/>
              </a:prstGeom>
              <a:blipFill>
                <a:blip r:embed="rId2"/>
                <a:stretch>
                  <a:fillRect l="-889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7F9871B7-D68F-E2DF-D191-D6D977EDF4E4}"/>
              </a:ext>
            </a:extLst>
          </p:cNvPr>
          <p:cNvSpPr txBox="1"/>
          <p:nvPr/>
        </p:nvSpPr>
        <p:spPr>
          <a:xfrm>
            <a:off x="4551347" y="-45720"/>
            <a:ext cx="30893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Coprimes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B62A0F7F-4D59-2025-742C-4B9A55534CF6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called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relatively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their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only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common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B62A0F7F-4D59-2025-742C-4B9A55534C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blipFill>
                <a:blip r:embed="rId3"/>
                <a:stretch>
                  <a:fillRect l="-879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17134135-837D-ABB1-A53E-DA62FAF39D66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16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9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8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…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17134135-837D-ABB1-A53E-DA62FAF39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blipFill>
                <a:blip r:embed="rId4"/>
                <a:stretch>
                  <a:fillRect l="-149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le tekstowe 12">
            <a:extLst>
              <a:ext uri="{FF2B5EF4-FFF2-40B4-BE49-F238E27FC236}">
                <a16:creationId xmlns:a16="http://schemas.microsoft.com/office/drawing/2014/main" id="{DEC8A686-396B-63F8-4356-EBD0EE801BC3}"/>
              </a:ext>
            </a:extLst>
          </p:cNvPr>
          <p:cNvSpPr txBox="1"/>
          <p:nvPr/>
        </p:nvSpPr>
        <p:spPr>
          <a:xfrm>
            <a:off x="58811" y="2077939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D7A96362-A722-A33C-4E7D-0F395F6DAF6D}"/>
                  </a:ext>
                </a:extLst>
              </p:cNvPr>
              <p:cNvSpPr txBox="1"/>
              <p:nvPr/>
            </p:nvSpPr>
            <p:spPr>
              <a:xfrm>
                <a:off x="58811" y="2459335"/>
                <a:ext cx="104497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coprime with every positive natural 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𝑁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D7A96362-A722-A33C-4E7D-0F395F6DA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459335"/>
                <a:ext cx="10449720" cy="461665"/>
              </a:xfrm>
              <a:prstGeom prst="rect">
                <a:avLst/>
              </a:prstGeom>
              <a:blipFill>
                <a:blip r:embed="rId5"/>
                <a:stretch>
                  <a:fillRect l="-93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pole tekstowe 14">
            <a:extLst>
              <a:ext uri="{FF2B5EF4-FFF2-40B4-BE49-F238E27FC236}">
                <a16:creationId xmlns:a16="http://schemas.microsoft.com/office/drawing/2014/main" id="{0CF59410-D9CB-47C5-3546-5DF0715D8715}"/>
              </a:ext>
            </a:extLst>
          </p:cNvPr>
          <p:cNvSpPr txBox="1"/>
          <p:nvPr/>
        </p:nvSpPr>
        <p:spPr>
          <a:xfrm>
            <a:off x="58811" y="2921000"/>
            <a:ext cx="110444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any sequence of nine consecutive natural numbers, there is always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at least one that is coprime with all the others.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35EEFE6D-6193-1ABF-D5D0-8A995D363D1B}"/>
                  </a:ext>
                </a:extLst>
              </p:cNvPr>
              <p:cNvSpPr txBox="1"/>
              <p:nvPr/>
            </p:nvSpPr>
            <p:spPr>
              <a:xfrm>
                <a:off x="58811" y="3717894"/>
                <a:ext cx="880080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,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35EEFE6D-6193-1ABF-D5D0-8A995D363D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717894"/>
                <a:ext cx="8800807" cy="461665"/>
              </a:xfrm>
              <a:prstGeom prst="rect">
                <a:avLst/>
              </a:prstGeom>
              <a:blipFill>
                <a:blip r:embed="rId6"/>
                <a:stretch>
                  <a:fillRect l="-208" t="-11842" r="-139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5A1D2C7F-DA78-9318-9884-3BD8F1B147DB}"/>
                  </a:ext>
                </a:extLst>
              </p:cNvPr>
              <p:cNvSpPr txBox="1"/>
              <p:nvPr/>
            </p:nvSpPr>
            <p:spPr>
              <a:xfrm>
                <a:off x="58811" y="4179559"/>
                <a:ext cx="1099050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coprime if and only if there exist two integers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𝑦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such that the equation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𝑎𝑥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𝑏𝑦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satisfied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7" name="pole tekstowe 16">
                <a:extLst>
                  <a:ext uri="{FF2B5EF4-FFF2-40B4-BE49-F238E27FC236}">
                    <a16:creationId xmlns:a16="http://schemas.microsoft.com/office/drawing/2014/main" id="{5A1D2C7F-DA78-9318-9884-3BD8F1B14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179559"/>
                <a:ext cx="10990509" cy="830997"/>
              </a:xfrm>
              <a:prstGeom prst="rect">
                <a:avLst/>
              </a:prstGeom>
              <a:blipFill>
                <a:blip r:embed="rId7"/>
                <a:stretch>
                  <a:fillRect l="-887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8352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CF208-D06A-A856-9D5D-FF48F187C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ole tekstowe 5">
            <a:extLst>
              <a:ext uri="{FF2B5EF4-FFF2-40B4-BE49-F238E27FC236}">
                <a16:creationId xmlns:a16="http://schemas.microsoft.com/office/drawing/2014/main" id="{91B3057D-3DA7-E5F5-AA3B-20498EB88789}"/>
              </a:ext>
            </a:extLst>
          </p:cNvPr>
          <p:cNvSpPr txBox="1"/>
          <p:nvPr/>
        </p:nvSpPr>
        <p:spPr>
          <a:xfrm>
            <a:off x="58811" y="2459335"/>
            <a:ext cx="95808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By adding or subtracting some number of coprime numbers,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can obtain any natural number.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39B26682-2BE9-966E-5043-3EC312DA6329}"/>
              </a:ext>
            </a:extLst>
          </p:cNvPr>
          <p:cNvSpPr txBox="1"/>
          <p:nvPr/>
        </p:nvSpPr>
        <p:spPr>
          <a:xfrm>
            <a:off x="4551347" y="-45720"/>
            <a:ext cx="30893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Coprimes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2EB24C33-9A70-1E3A-A7AE-B22C92A466EE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called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relatively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their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only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common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2EB24C33-9A70-1E3A-A7AE-B22C92A46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blipFill>
                <a:blip r:embed="rId2"/>
                <a:stretch>
                  <a:fillRect l="-879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2D18FC51-91F1-BDA9-CE48-FFD9B6CC307A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16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9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8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…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2D18FC51-91F1-BDA9-CE48-FFD9B6CC3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blipFill>
                <a:blip r:embed="rId3"/>
                <a:stretch>
                  <a:fillRect l="-149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BCE4DF09-FACB-0D8A-5687-9339C9E05528}"/>
              </a:ext>
            </a:extLst>
          </p:cNvPr>
          <p:cNvSpPr txBox="1"/>
          <p:nvPr/>
        </p:nvSpPr>
        <p:spPr>
          <a:xfrm>
            <a:off x="58811" y="2077939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314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CDDC8-85FF-D18B-43B9-2FE19B882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7AF79DF7-EB67-40BB-0A83-7C2D700C3BAA}"/>
              </a:ext>
            </a:extLst>
          </p:cNvPr>
          <p:cNvSpPr txBox="1"/>
          <p:nvPr/>
        </p:nvSpPr>
        <p:spPr>
          <a:xfrm>
            <a:off x="58811" y="3256229"/>
            <a:ext cx="46089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– a popular puzzle: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E5449215-AC25-C681-4D74-7AE6FDEC90B5}"/>
              </a:ext>
            </a:extLst>
          </p:cNvPr>
          <p:cNvSpPr txBox="1"/>
          <p:nvPr/>
        </p:nvSpPr>
        <p:spPr>
          <a:xfrm>
            <a:off x="4551347" y="-45720"/>
            <a:ext cx="30893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Coprimes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1737B264-29B3-E987-22CA-2040732AE19C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called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relatively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their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only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common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1737B264-29B3-E987-22CA-2040732AE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blipFill>
                <a:blip r:embed="rId2"/>
                <a:stretch>
                  <a:fillRect l="-879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D1B98373-E0BF-96EA-A52D-39B5669532AE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16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9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8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…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D1B98373-E0BF-96EA-A52D-39B566953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blipFill>
                <a:blip r:embed="rId3"/>
                <a:stretch>
                  <a:fillRect l="-149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35E0DC8B-6EF7-2749-A3BC-28A556946850}"/>
              </a:ext>
            </a:extLst>
          </p:cNvPr>
          <p:cNvSpPr txBox="1"/>
          <p:nvPr/>
        </p:nvSpPr>
        <p:spPr>
          <a:xfrm>
            <a:off x="58811" y="2077939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875E5743-83D5-F764-A921-1B14BE9EC555}"/>
              </a:ext>
            </a:extLst>
          </p:cNvPr>
          <p:cNvSpPr txBox="1"/>
          <p:nvPr/>
        </p:nvSpPr>
        <p:spPr>
          <a:xfrm>
            <a:off x="58811" y="2459335"/>
            <a:ext cx="95808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By adding or subtracting some number of coprime numbers,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can obtain any natural number.</a:t>
            </a:r>
          </a:p>
        </p:txBody>
      </p:sp>
    </p:spTree>
    <p:extLst>
      <p:ext uri="{BB962C8B-B14F-4D97-AF65-F5344CB8AC3E}">
        <p14:creationId xmlns:p14="http://schemas.microsoft.com/office/powerpoint/2010/main" val="3256992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E5504-A10F-592F-95A5-91FB757C6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A893EA8F-F5C3-CB0C-5323-A52A4EE10028}"/>
                  </a:ext>
                </a:extLst>
              </p:cNvPr>
              <p:cNvSpPr txBox="1"/>
              <p:nvPr/>
            </p:nvSpPr>
            <p:spPr>
              <a:xfrm>
                <a:off x="58811" y="3717894"/>
                <a:ext cx="1122506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Given two containers (one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𝐿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the other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𝐿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is it possible to measure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exactly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𝐿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water? The containers have no markings.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A893EA8F-F5C3-CB0C-5323-A52A4EE10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717894"/>
                <a:ext cx="11225061" cy="830997"/>
              </a:xfrm>
              <a:prstGeom prst="rect">
                <a:avLst/>
              </a:prstGeom>
              <a:blipFill>
                <a:blip r:embed="rId2"/>
                <a:stretch>
                  <a:fillRect l="-869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FFA726A5-4796-E7CC-2266-CB7C860A223B}"/>
              </a:ext>
            </a:extLst>
          </p:cNvPr>
          <p:cNvSpPr txBox="1"/>
          <p:nvPr/>
        </p:nvSpPr>
        <p:spPr>
          <a:xfrm>
            <a:off x="4551347" y="-45720"/>
            <a:ext cx="30893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Coprimes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E55DBB4-347C-1CAB-1555-C7C903EC3CFF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called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relatively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their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only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common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E55DBB4-347C-1CAB-1555-C7C903EC3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103039" cy="830997"/>
              </a:xfrm>
              <a:prstGeom prst="rect">
                <a:avLst/>
              </a:prstGeom>
              <a:blipFill>
                <a:blip r:embed="rId3"/>
                <a:stretch>
                  <a:fillRect l="-879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7FD641CC-37D8-7EB6-3634-D15788184451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16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9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8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…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7FD641CC-37D8-7EB6-3634-D15788184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6538970" cy="461665"/>
              </a:xfrm>
              <a:prstGeom prst="rect">
                <a:avLst/>
              </a:prstGeom>
              <a:blipFill>
                <a:blip r:embed="rId4"/>
                <a:stretch>
                  <a:fillRect l="-149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5ADAF534-93CB-B092-F0CD-50B5FEF4D5EB}"/>
              </a:ext>
            </a:extLst>
          </p:cNvPr>
          <p:cNvSpPr txBox="1"/>
          <p:nvPr/>
        </p:nvSpPr>
        <p:spPr>
          <a:xfrm>
            <a:off x="58811" y="2077939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A53D2AF3-E4E6-EB7A-C79B-ABE0EC5D649D}"/>
              </a:ext>
            </a:extLst>
          </p:cNvPr>
          <p:cNvSpPr txBox="1"/>
          <p:nvPr/>
        </p:nvSpPr>
        <p:spPr>
          <a:xfrm>
            <a:off x="58811" y="2459335"/>
            <a:ext cx="95808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By adding or subtracting some number of coprime numbers,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can obtain any natural number.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FC7F778E-30AE-246A-0D6E-CE524C04D20D}"/>
              </a:ext>
            </a:extLst>
          </p:cNvPr>
          <p:cNvSpPr txBox="1"/>
          <p:nvPr/>
        </p:nvSpPr>
        <p:spPr>
          <a:xfrm>
            <a:off x="58811" y="3256229"/>
            <a:ext cx="46089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– a popular puzzle: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C56B741E-433F-25B4-FBCF-20EA544C806C}"/>
                  </a:ext>
                </a:extLst>
              </p14:cNvPr>
              <p14:cNvContentPartPr/>
              <p14:nvPr/>
            </p14:nvContentPartPr>
            <p14:xfrm>
              <a:off x="901800" y="4368960"/>
              <a:ext cx="10630080" cy="187992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C56B741E-433F-25B4-FBCF-20EA544C806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92440" y="4359600"/>
                <a:ext cx="10648800" cy="189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7052250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2859</TotalTime>
  <Words>1302</Words>
  <Application>Microsoft Office PowerPoint</Application>
  <PresentationFormat>Panoramiczny</PresentationFormat>
  <Paragraphs>108</Paragraphs>
  <Slides>18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227</cp:revision>
  <dcterms:created xsi:type="dcterms:W3CDTF">2024-10-31T12:17:59Z</dcterms:created>
  <dcterms:modified xsi:type="dcterms:W3CDTF">2025-08-13T15:06:53Z</dcterms:modified>
</cp:coreProperties>
</file>