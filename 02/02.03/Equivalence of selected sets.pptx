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307" r:id="rId4"/>
    <p:sldId id="306" r:id="rId5"/>
    <p:sldId id="305" r:id="rId6"/>
    <p:sldId id="304" r:id="rId7"/>
    <p:sldId id="303" r:id="rId8"/>
    <p:sldId id="302" r:id="rId9"/>
    <p:sldId id="268" r:id="rId10"/>
    <p:sldId id="269" r:id="rId11"/>
    <p:sldId id="270" r:id="rId12"/>
    <p:sldId id="274" r:id="rId13"/>
    <p:sldId id="310" r:id="rId14"/>
    <p:sldId id="309" r:id="rId15"/>
    <p:sldId id="308" r:id="rId16"/>
    <p:sldId id="278" r:id="rId17"/>
    <p:sldId id="313" r:id="rId18"/>
    <p:sldId id="312" r:id="rId19"/>
    <p:sldId id="311" r:id="rId20"/>
    <p:sldId id="314" r:id="rId21"/>
    <p:sldId id="315" r:id="rId22"/>
    <p:sldId id="285" r:id="rId23"/>
    <p:sldId id="319" r:id="rId24"/>
    <p:sldId id="318" r:id="rId25"/>
    <p:sldId id="317" r:id="rId26"/>
    <p:sldId id="316" r:id="rId27"/>
    <p:sldId id="288" r:id="rId28"/>
    <p:sldId id="321" r:id="rId29"/>
    <p:sldId id="320" r:id="rId30"/>
    <p:sldId id="301" r:id="rId31"/>
    <p:sldId id="333" r:id="rId32"/>
    <p:sldId id="332" r:id="rId33"/>
    <p:sldId id="331" r:id="rId34"/>
    <p:sldId id="330" r:id="rId35"/>
    <p:sldId id="329" r:id="rId36"/>
    <p:sldId id="328" r:id="rId37"/>
    <p:sldId id="327" r:id="rId38"/>
    <p:sldId id="326" r:id="rId39"/>
    <p:sldId id="325" r:id="rId40"/>
    <p:sldId id="324" r:id="rId41"/>
    <p:sldId id="323" r:id="rId42"/>
    <p:sldId id="32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35:26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3369 10883 0,'0'18'125,"-18"-18"-109,18 17 15,-17-17 1,17 18-17,0 0 16,0-1-15,0 1 0,0 17 15,0-17-15,17-18-1,-34 35 16,17-17-15,0 35 15,0-36-15,-18 1 0,18-36 15</inkml:trace>
  <inkml:trace contextRef="#ctx0" brushRef="#br0" timeOffset="836.6">3193 11148 0,'17'17'78,"-17"1"-63,18 0 1,0-1 0,17 36 15,-18-35-15,-17 0-16,18-1 15,0 1 16,-1-18-15,1-35 0,0 17-1,17-53 1,-17 18 0,-1-17-1</inkml:trace>
  <inkml:trace contextRef="#ctx0" brushRef="#br0" timeOffset="5963.62">4145 10918 0,'-17'0'31,"17"36"78,0 34-93,0 1 0,0-18-1,0-18-15,0 0 16,0 18 0,17-35 15</inkml:trace>
  <inkml:trace contextRef="#ctx0" brushRef="#br0" timeOffset="6377.32">4022 11201 0,'17'35'15,"19"53"17,-19-35-17,1-35 1,17-1 0,18-52-1,-18-18 1,18-35-1,-17 35 1</inkml:trace>
  <inkml:trace contextRef="#ctx0" brushRef="#br0" timeOffset="7197.52">4886 10936 0,'0'18'62,"0"17"-46,0 0 0,0 36-1,-18 35 17,1-89-17</inkml:trace>
  <inkml:trace contextRef="#ctx0" brushRef="#br0" timeOffset="7634.68">4780 11130 0,'18'35'31,"17"54"0,-17-54-15,-1-17 0,1-1-1,17-34 1,18-19-1,-35 1 1,-1-36 0</inkml:trace>
  <inkml:trace contextRef="#ctx0" brushRef="#br0" timeOffset="8935.83">5680 10901 0,'17'35'62,"-17"-17"-46,-17 88-1,17-53 1,-18-18-16,-17 88 31,35-87-15,-18-1 0</inkml:trace>
  <inkml:trace contextRef="#ctx0" brushRef="#br0" timeOffset="9265.76">5592 11148 0,'17'0'16,"-17"17"0,18 36-1,-18 0 1,17 0 0,1 0-1,0-53 1,-1 0-1,72-141 1,-72 106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46:00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20408 8308 0,'0'-18'16,"0"1"15,18 17 1,-1 17-17,19 1 16,-1 17 1,-17 36-1,-18-54-15,17 54 15,19-53-16,-19-36 1,19-35 0,-19 0-1,1 0 1,-18 36-16,0-89 31,0 35-15,0 36-1,0 0 1,17-1 0,-17 19 15,18-1-15,17 18 15,1-18-16,-19 18 1,107 0 15,-54-17-15,-17 17 0,-35 0-16,52 0 31,-34 0-16,-1 17 1,18 1 15,-53 0-15,0-1 0,-18 72 15,18-72-31,-70 54 31</inkml:trace>
  <inkml:trace contextRef="#ctx0" brushRef="#br0" timeOffset="544.26">20796 8273 0,'36'-18'31,"16"18"0,-16 0-15,-1 35 15,-53 1-15,-17 16-1,0-16 1,35-19-16,0 54 31,53-53-15,0-36 0,-36 18-16</inkml:trace>
  <inkml:trace contextRef="#ctx0" brushRef="#br0" timeOffset="940.04">20373 8678 0,'88'18'31,"-176"-36"-31,458 36 31,-70-53 0,-176 35-15,-89 0 0</inkml:trace>
  <inkml:trace contextRef="#ctx0" brushRef="#br0" timeOffset="1466.86">20673 8855 0,'0'0'0,"17"-18"16,1 18-1,17 0 1,-17 0-16,35 0 31,-53 18-15,0-1 0,-18 19-1,54-19 1,-1 1-1,18 0 1,-36-18 0,-17 35-1,-123 35 17,52-34-17,18-54 1,53-53-1</inkml:trace>
  <inkml:trace contextRef="#ctx0" brushRef="#br0" timeOffset="2088.1">21713 8590 0,'0'0'0,"0"-17"15,0-19 17,-17 19-17,-18-1 16,-54 89 1,54-19-17,0 37 1,88 16 15,0-87-15,-18-53-1</inkml:trace>
  <inkml:trace contextRef="#ctx0" brushRef="#br0" timeOffset="2264.5">21519 8731 0,'53'0'16,"18"0"15,-53 0-15</inkml:trace>
  <inkml:trace contextRef="#ctx0" brushRef="#br0" timeOffset="3023.72">21819 8872 0,'18'0'16,"17"-53"15,18 1-15,-35 16-1,70-105 1,18-53 15,-71 88 0,-17 71-15,-18 70 31,0 71-31,0-71-16,-18 18 15,0 159 1,1-177-16,17 71 31,-18-106-15</inkml:trace>
  <inkml:trace contextRef="#ctx0" brushRef="#br0" timeOffset="3577.2">21978 8714 0,'18'0'16,"-1"0"-1,72 0 1,-19-18 0,-35 0-1,-17 18 1</inkml:trace>
  <inkml:trace contextRef="#ctx0" brushRef="#br0" timeOffset="7580.5">21696 9296 0,'0'-18'32,"-18"18"46,18-18-63,-17 18 1,-1-17 0,0 17-16,-35 0 31,0 0-16,18 35 1,-18 0 0,18 71 15,53-53-15,-1-35-16,1-1 15,0-17-15,17 18 16,-18-36-1</inkml:trace>
  <inkml:trace contextRef="#ctx0" brushRef="#br0" timeOffset="7905.99">21502 9366 0,'35'0'31,"-17"36"-15,52 16 15,-34-34-15</inkml:trace>
  <inkml:trace contextRef="#ctx0" brushRef="#br0" timeOffset="8546.28">21802 9631 0,'0'-18'0,"17"-35"31,1 18-16,35-36 1,0 1 0,-18 17-1,0-35 1,-17 70 0,-18-17-1,18 17 16,-18 36-15,0 0-16,0 34 16,0 72-1,-18 52 17</inkml:trace>
  <inkml:trace contextRef="#ctx0" brushRef="#br0" timeOffset="8749.58">21925 9525 0,'18'-18'31,"-36"36"-31,89-36 31,-71 36-15</inkml:trace>
  <inkml:trace contextRef="#ctx0" brushRef="#br0" timeOffset="9028.94">22137 9596 0,'35'-18'16,"-17"18"-1,-18 35 1,-18 18-1,18 0 1,0-18 0,35-35-1,18 0 1,-17-17-16</inkml:trace>
  <inkml:trace contextRef="#ctx0" brushRef="#br0" timeOffset="14068.59">23989 8008 0,'18'-18'31,"34"18"0,-34 0-31,17 0 32,-35 18-17,-35 35 1,-18 0-1,18 0 1,0 0 0,35-18-1,53-17 1,35-18 0,-18-18-1,-17 0 1</inkml:trace>
  <inkml:trace contextRef="#ctx0" brushRef="#br0" timeOffset="14436.26">23777 8431 0,'0'0'0,"141"36"32,106-36-1,-35-18 0,-194 18-15</inkml:trace>
  <inkml:trace contextRef="#ctx0" brushRef="#br0" timeOffset="14872.69">23865 8625 0,'0'0'0,"18"0"15,0 0-15,17 18 16,18-18-1,0 0 1,0 0 0,-18-18-1,-17 18-15,-54 18 32,-122 158-1,105-105-16,17-18 1,19-35 0</inkml:trace>
  <inkml:trace contextRef="#ctx0" brushRef="#br0" timeOffset="15035.29">23724 8819 0,'18'-17'15,"0"17"1,123 17 0,-53-17-1,18 0 1,-53-17 0</inkml:trace>
  <inkml:trace contextRef="#ctx0" brushRef="#br0" timeOffset="16768.1">24906 8255 0,'0'-18'0,"0"1"31,-18 17-15,-34 17-1,34 1 1,0 0-16,-35 87 31,53-34-15,0-53-1,36 52 1,34-70 15,-70-17-15</inkml:trace>
  <inkml:trace contextRef="#ctx0" brushRef="#br0" timeOffset="16935.54">24730 8467 0,'17'-18'15,"1"18"1,70-35 0,-53 35-1,1-18 1</inkml:trace>
  <inkml:trace contextRef="#ctx0" brushRef="#br0" timeOffset="18327.28">25065 8555 0,'0'-18'62,"35"1"-46,-17-36 0,17 0-1,18-18 1,-18-17-1,-17 35 1,17-17 0,0 17-1,-17 17 1,17 1 15,-35 53-15,-17 52-1,-1 1 1,0 176 15,1-159-15,17-35 15</inkml:trace>
  <inkml:trace contextRef="#ctx0" brushRef="#br0" timeOffset="18485.62">25118 8467 0,'35'0'31,"36"17"0,-54-17-15</inkml:trace>
  <inkml:trace contextRef="#ctx0" brushRef="#br0" timeOffset="19100.84">25435 8590 0,'18'-17'31,"0"34"-16,17 1 1,0-1 0,-17 1-1,-36 70 17,-17-35-17,35-18 1,17 1-1,36-54 1</inkml:trace>
  <inkml:trace contextRef="#ctx0" brushRef="#br0" timeOffset="22434.16">26917 7938 0,'0'-36'16,"0"19"0,0-1-1,0 0 1,0 36 15,-18 17-15,18 1-1,-70 193 1,70-176 0,0 88-1,0-124-15,106 36 32,-71-53-17,0-17-15</inkml:trace>
  <inkml:trace contextRef="#ctx0" brushRef="#br0" timeOffset="23763.57">27129 8308 0,'0'-35'31,"-18"52"16,-17 19-32,17 52 1,18-53 0,35 0-1,18-52 1,-35-1-16,35-17 16,-18-36-1,-53 36 1,-34-18-1,-72 88 17,106 36-17,18-54-15</inkml:trace>
  <inkml:trace contextRef="#ctx0" brushRef="#br0" timeOffset="24252.28">27411 8378 0,'-18'-35'31,"36"70"-31,-89-17 31,89 53 1,35-71-17,0-36 1,-18-17 0,-53-35 15,-17 88-16,-18 36 1,18 16 0,17 1-1</inkml:trace>
  <inkml:trace contextRef="#ctx0" brushRef="#br0" timeOffset="24530.19">27464 8396 0,'0'18'31,"-18"158"1,0-52-17,-17 34 16,-18-105-15,-35-70 15,70-36-15,18 17-16,-17-34 16</inkml:trace>
  <inkml:trace contextRef="#ctx0" brushRef="#br0" timeOffset="25833.56">27640 8520 0,'18'-18'15,"17"18"17,-17-18-17,17 18 1,-35 18-1,0-18 1,-18 18 0,1 17-1,-1-17 1,18 17 0,35 0-1,-17-35-15,0 18 16,17 35 15,-53-36-15,-35 1-1,18 0 1,17-18-16,-17-18 31</inkml:trace>
  <inkml:trace contextRef="#ctx0" brushRef="#br0" timeOffset="27114.16">28011 8061 0,'0'-18'16,"0"1"0,0-1-1,17 18 1,36 0-1,-18 18 1,1-1 0,-36 1-1,-18 35 1,-17 17 0,-18 19-1,53-36 1,53-1-1,0-34 1,-18 0 0</inkml:trace>
  <inkml:trace contextRef="#ctx0" brushRef="#br0" timeOffset="28299.72">28751 8202 0,'18'-18'15,"-18"1"1,0-1 0,0 1 15,-35 17-15,-36 52 15,18 19-16,36-18 1,17 17 0,0-52-1,70 35 1,1-71 0,-54 1-1</inkml:trace>
  <inkml:trace contextRef="#ctx0" brushRef="#br0" timeOffset="28499.04">28593 8290 0,'17'0'15,"1"0"1,52-17-1,1 17 1,-36 0 0,-17-18-16</inkml:trace>
  <inkml:trace contextRef="#ctx0" brushRef="#br0" timeOffset="29474.81">28945 8449 0,'0'-18'31,"18"1"-15,53-71 15,-18 35-15,52-106 15,-69 71-15,-19 52-1,19-34 1,-19 17 15,-17 106 0,0-18-31,-35 177 32,0-89-17,17-35 1,0-52-1,1-19 1</inkml:trace>
  <inkml:trace contextRef="#ctx0" brushRef="#br0" timeOffset="29670.15">29104 8308 0,'18'-18'31,"-36"36"-31,89-36 31,-36 18-15,-17 18 0</inkml:trace>
  <inkml:trace contextRef="#ctx0" brushRef="#br0" timeOffset="29983.1">29298 8396 0,'35'0'31,"-70"0"-31,88 53 31,-71-35-31,18-1 0,-35 54 32,35-18-17,53-18 1,35-17-1,1-18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49:26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19438 12735 0,'18'-17'0,"-1"-1"15,54-88 17,-53 71-17,-1 17-15,54-88 31,-36 36-15,0-1 0,53-17 15,-52 35-15,-19 18-1,1 17 1,0 1-1,-18 70 32,17 35-31,-34 53 0,17-18-1,0-17 1,0-53-1</inkml:trace>
  <inkml:trace contextRef="#ctx0" brushRef="#br0" timeOffset="233.86">19614 12506 0,'0'0'16,"89"18"15,-1-36-15,-18 18-1</inkml:trace>
  <inkml:trace contextRef="#ctx0" brushRef="#br0" timeOffset="3907.91">20197 12506 0,'35'18'47,"-18"-1"-31,1-17-16,17 18 15,18-18 1,0-18 0,-35 1-1</inkml:trace>
  <inkml:trace contextRef="#ctx0" brushRef="#br0" timeOffset="4126.21">20267 12435 0,'53'0'31,"-106"0"-31,124 18 16,-54-18-16,19 18 15,-19-18-15</inkml:trace>
  <inkml:trace contextRef="#ctx0" brushRef="#br0" timeOffset="5050.6">20937 11977 0,'-17'-18'31,"17"1"-15,-18 17 15,18 35-15,-18 53-1,-17 35 1,-35 124 15,52-176-15,0-53-1,1 17 1,34-88 15,19 18-15,17 70 15,-53 18-15,-18 53-1,-17 0 1,35-36 0,17 1-1,-17-54-15,18 1 16</inkml:trace>
  <inkml:trace contextRef="#ctx0" brushRef="#br0" timeOffset="10545.01">21149 12171 0,'0'-18'62,"0"36"-15,0 17-31,0 18-1,0-18 1,18 1-1,-18-19 1,35-70 15,0-53 1,-17 36-17,0-1 1,-18 54-1,17-71 1,1 52 0,-1 36-1,-17-17 1,36 17 0,-1 0-1,-17 0 1,87 17 15,-87-17-31,0 0 16,52 18-1,-34-18 1,-19 0 0,1 18-1,-18 17 1,0 18-1,0-18 1,-18 36 15</inkml:trace>
  <inkml:trace contextRef="#ctx0" brushRef="#br0" timeOffset="11124.35">21343 12153 0,'18'-17'16,"35"34"15,-18-17-16,-17 0-15,-1 18 16,1-1 0,-36 19-1,-17-1 1,35-17-16,-18 17 16,18 0-1,0-17-15,71 0 31,-54-36-15</inkml:trace>
  <inkml:trace contextRef="#ctx0" brushRef="#br0" timeOffset="11444.83">20990 12524 0,'0'0'0,"18"-18"16,105 36-1,-52-18 1,-36 0-16,1 17 16,105-17-1,-124 0-15,107-17 32</inkml:trace>
  <inkml:trace contextRef="#ctx0" brushRef="#br0" timeOffset="11967.23">21220 12735 0,'17'0'15,"1"0"1,35 18-1,-36 0 1,19-1 0,-54 18 15,18-17-15,-18 17-1,71 18 16,-35-35-15,-36 17 0,-52 1 15,35-19-15,17-34-16,0 17 15</inkml:trace>
  <inkml:trace contextRef="#ctx0" brushRef="#br0" timeOffset="12266.53">21872 12912 0,'-17'0'0,"-36"123"16,53-105-1,-36 52 1,54-70 0</inkml:trace>
  <inkml:trace contextRef="#ctx0" brushRef="#br0" timeOffset="13166.17">22260 12100 0,'0'-17'0,"18"17"31,17 0-15,-17 0-16,-1 0 15,54 17 1,-71 36 15,-35-18-15,-1 18 0,19-17-1,-1 34 1,53-17-1,18-35 1,-35-36 0</inkml:trace>
  <inkml:trace contextRef="#ctx0" brushRef="#br0" timeOffset="14030.89">22172 12594 0,'35'0'16,"1"18"-1,-1-18-15,-17 0 16,123 17-1,-106-34 1,88-1 0,-105 18-16</inkml:trace>
  <inkml:trace contextRef="#ctx0" brushRef="#br0" timeOffset="14481.43">22296 12806 0,'-18'0'16,"53"17"15,-17-17-15,52 18-1,1-18 1,-36-18 15,-52 54-15,-36 17-1,17-36 1,-69 124 0,105-123-1,-36 53 1</inkml:trace>
  <inkml:trace contextRef="#ctx0" brushRef="#br0" timeOffset="14639.8">22225 13053 0,'0'-18'0,"0"36"0,18-53 16,52 17-1,1 18 1,-36 18-16,89-36 31</inkml:trace>
  <inkml:trace contextRef="#ctx0" brushRef="#br0" timeOffset="15379.51">22913 12647 0,'0'18'0,"-35"123"31,17-88-15</inkml:trace>
  <inkml:trace contextRef="#ctx0" brushRef="#br0" timeOffset="16485.59">23372 12153 0,'-18'18'31,"-17"35"-15,35-18 0,0 0-1,88 1 16,-53-36-15,-17 0 0,-18 35-1,-36 0 1,1 0 0,0-17 15,17-36-16</inkml:trace>
  <inkml:trace contextRef="#ctx0" brushRef="#br0" timeOffset="16625.78">23389 12188 0,'18'-17'0,"-36"34"0,177-69 31,-71 69 0</inkml:trace>
  <inkml:trace contextRef="#ctx0" brushRef="#br0" timeOffset="16939.5">23178 12629 0,'0'0'0,"88"0"16,-35 0 0,52 18-1,-52-18-15,106-18 32</inkml:trace>
  <inkml:trace contextRef="#ctx0" brushRef="#br0" timeOffset="17397.8">23442 12859 0,'0'0'0,"-35"0"15,17 17-15,-88 107 31,106-89-15,0 89 0,36-107-1,-19-17-15,19 0 16,34-70 0,-123 34 15,-35 72-16,70-19 1,-17 36 0</inkml:trace>
  <inkml:trace contextRef="#ctx0" brushRef="#br0" timeOffset="18919.86">24077 12682 0,'0'53'31,"-35"18"-15,-36 52 15,71-105-31</inkml:trace>
  <inkml:trace contextRef="#ctx0" brushRef="#br0" timeOffset="20550.21">24518 12171 0,'0'-18'32,"-35"124"-1,0 35-16,17-35 1,18-71-16,0 53 16,0 18-1,18-88-15,17 0 16</inkml:trace>
  <inkml:trace contextRef="#ctx0" brushRef="#br0" timeOffset="20859.45">24642 12629 0,'-53'53'31,"106"-106"-31,-142 195 32,89-125-32,89 18 31,-19-70-16,-17 0 1,-35-36 0,-36 71-1,-53 0 1,54 18-16,-71 70 31,105-35-15</inkml:trace>
  <inkml:trace contextRef="#ctx0" brushRef="#br0" timeOffset="21157.94">24924 12718 0,'-36'17'31,"72"-34"-31,-54 105 32,89-106-1,-18-17-15,-36 17-16,-17 1 15,-106 17 16,53 53-15,36-18 0,-1 0-1</inkml:trace>
  <inkml:trace contextRef="#ctx0" brushRef="#br0" timeOffset="21406.16">25065 12753 0,'-18'0'0,"36"0"0,-53 0 16,17 18-1,0 70 1,18-35-16,-17 35 16,-1 53-1,-17-35 1,17-36-1,-35-70 1,-35 0 0</inkml:trace>
  <inkml:trace contextRef="#ctx0" brushRef="#br0" timeOffset="23398.27">25171 12841 0,'17'0'187,"1"0"-171,0 18 0,-1-1 15,-34 1-15,-1 0-1,0-1 1,1 1-1,34-18 1,1 0 0,0 18-1,-1-18-15,19 35 32,-54 0-17,-35 0 16,35-35-15,1-17 0</inkml:trace>
  <inkml:trace contextRef="#ctx0" brushRef="#br0" timeOffset="24375.15">25435 12347 0,'0'-17'31,"18"-1"1,0 0-1,-1 36-15,1 0-1,17 17 1,-35 71 15,-70 0 0,70-89-31,-18 18 16,18 18 0,18 18-1,70-36 16,-71-35-31</inkml:trace>
  <inkml:trace contextRef="#ctx0" brushRef="#br0" timeOffset="30892.04">25929 12788 0,'18'0'0,"-18"-17"31,0 52 47,-18 18-62,1-18-16,-36 124 31,35-142-16</inkml:trace>
  <inkml:trace contextRef="#ctx0" brushRef="#br0" timeOffset="32749.47">26317 12347 0,'18'0'63,"17"-17"-48,-17-1-15,88-70 31,-36 17 1,-52 36-17,-1 17 1,-34 106 15,-1 1-15,18-19-1,18-52 1</inkml:trace>
  <inkml:trace contextRef="#ctx0" brushRef="#br0" timeOffset="32968.14">26370 12471 0,'35'17'31,"-70"-34"-31,194 52 32,-141-35-32,17 0 15,0 0-15</inkml:trace>
  <inkml:trace contextRef="#ctx0" brushRef="#br0" timeOffset="33310.44">26423 12735 0,'71'18'31,"-18"17"0,-36 0-15,-17 1-1,0-1 1,18 0 0,52-52-1,1-1 1,-18 0-16</inkml:trace>
  <inkml:trace contextRef="#ctx0" brushRef="#br0" timeOffset="33747.18">27058 12735 0,'0'0'0,"-35"106"16,0 0-1,35-18 16,17-88-31</inkml:trace>
  <inkml:trace contextRef="#ctx0" brushRef="#br0" timeOffset="34192.56">27287 12365 0,'-17'18'15,"34"-18"1,19-18 0,34 0-1,1-17 1,-1-18 0,-34 18-1,-19 35-15,-17 35 31,-17 18-15,17-18-16,0 53 31</inkml:trace>
  <inkml:trace contextRef="#ctx0" brushRef="#br0" timeOffset="34389.4">27305 12559 0,'0'18'16,"0"-36"-16,18 53 16,70-17-1,-18-18 1,19-18 15</inkml:trace>
  <inkml:trace contextRef="#ctx0" brushRef="#br0" timeOffset="34812.04">27446 12788 0,'53'0'31,"-35"0"-31,-89 0 0,212 18 31,-123-18-31,-18 17 16,-35 19 0,-1-1-1,19 0 1,70 18 15,-18-35-15,-35 17 15,-71-17-15,18-1-1,0-34 1,53-1 0</inkml:trace>
  <inkml:trace contextRef="#ctx0" brushRef="#br0" timeOffset="35765.68">27993 12859 0,'-18'35'16,"1"36"0,-1-54-16,-35 107 31,71-124-16</inkml:trace>
  <inkml:trace contextRef="#ctx0" brushRef="#br0" timeOffset="36347.43">28381 12383 0,'18'0'31,"17"-18"0,0-17-15,89-36 15,-89 36-15,-35 17-16,53-35 31,-71 88 0,1 54-15,-19 69 15,36-122-15</inkml:trace>
  <inkml:trace contextRef="#ctx0" brushRef="#br0" timeOffset="36563.91">28363 12647 0,'53'18'15,"124"-1"17,-19-17-17,-105-17 1,-35 17-16</inkml:trace>
  <inkml:trace contextRef="#ctx0" brushRef="#br0" timeOffset="36937.8">28646 12806 0,'0'0'0,"-36"35"47,-17 71-16,53-88-31,0 17 16,36 0-1,17-35 1,-18 0-1,-18 18 1,-34 35 0,-36 17 15,71-52-31</inkml:trace>
  <inkml:trace contextRef="#ctx0" brushRef="#br0" timeOffset="37298.67">29175 12771 0,'-36'70'31,"-69"142"1,105-177-17,35-35 1</inkml:trace>
  <inkml:trace contextRef="#ctx0" brushRef="#br0" timeOffset="37752.75">29457 12471 0,'18'0'31,"17"0"0,35-36-15,19 1 0,34-71 15,-70 71-16,-53 17-15,0 18 32,-35 53-17,-18 53 1,18 18 0,-1-36 15</inkml:trace>
  <inkml:trace contextRef="#ctx0" brushRef="#br0" timeOffset="37901.9">29475 12682 0,'35'36'31,"124"-19"0,-89-17-15,-17-17 0</inkml:trace>
  <inkml:trace contextRef="#ctx0" brushRef="#br0" timeOffset="38269.9">29580 12929 0,'0'0'0,"-35"18"16,-18 88 15,71-53-16,17-36 1,36 1 0,-36 0-1,0-1 1,-52 19 0,-1-1-1,0-35-15,-70 17 31,35-34-15,36-18 0</inkml:trace>
  <inkml:trace contextRef="#ctx0" brushRef="#br0" timeOffset="38405.83">29528 13018 0,'17'-18'0,"-34"36"0,87-89 15,-52 71-15,88-18 31,-1 18-15,1-17 15</inkml:trace>
  <inkml:trace contextRef="#ctx0" brushRef="#br0" timeOffset="38748.98">30215 12929 0,'-17'36'31,"-71"140"0,70-105-15,18-36-1,18-35-15</inkml:trace>
  <inkml:trace contextRef="#ctx0" brushRef="#br0" timeOffset="39017.04">30621 12894 0,'18'0'31,"-18"0"0</inkml:trace>
  <inkml:trace contextRef="#ctx0" brushRef="#br0" timeOffset="39153.93">30745 12912 0,'35'-18'63</inkml:trace>
  <inkml:trace contextRef="#ctx0" brushRef="#br0" timeOffset="39296.25">30974 12894 0,'18'18'31,"-36"-36"-31,53 53 32,0-88-1</inkml:trace>
  <inkml:trace contextRef="#ctx0" brushRef="#br0" timeOffset="40500.08">31362 12118 0,'18'0'0,"-18"-18"15,17 1 16,1 34-15,-36 89 15,-17-18-15,0 18 0,35 106 15,35-177-16,0-17 1,-17-18-16,17-36 31,-35 19-15,-17-1-16,-19 1 31,1 34-15,17-17-16,18 53 15,-17-35-15,34 211 32,-17-105-17,-17-89-15,-1 71 16,-17-18 0,-36-18-1,1-17 1,-54-53-1</inkml:trace>
  <inkml:trace contextRef="#ctx0" brushRef="#br0" timeOffset="46392.12">19844 14111 0,'0'-18'16,"-18"1"15,-17 34-15,-18 1 15,-18 0-16,18 35 1,-17 17 0,52-17-1,1 53 1,17-71-16,17 18 16,89 0-1,-71-35-15,159-36 31</inkml:trace>
  <inkml:trace contextRef="#ctx0" brushRef="#br0" timeOffset="48987.23">20249 14358 0,'18'0'0,"0"0"31,52 18 1,-34-1-17,34-17 16</inkml:trace>
  <inkml:trace contextRef="#ctx0" brushRef="#br0" timeOffset="49217.88">20355 14199 0,'36'0'31,"69"36"0,-87-36-15</inkml:trace>
  <inkml:trace contextRef="#ctx0" brushRef="#br0" timeOffset="50297.57">20849 13829 0,'18'0'0,"-18"-18"31,0 36 0,-18 0 1,1-1-17,-1 54 1,-35 17-1,35-53 1,-35 71 0,53-88-16,-35 35 15,18-18 1,17-17 0,-18-1-1,36-34 1,-1-1-1,1 18 1,35 0 0,-36 18-1,1 70 1,-18-53-16,-35 106 31,17-70-15,0 17-1,18-53 1,0 53 0,53-52-1</inkml:trace>
  <inkml:trace contextRef="#ctx0" brushRef="#br0" timeOffset="52483.75">21114 14058 0,'17'18'32,"1"-1"-17,-18 19 1,18 34 0,-18-52-16,35 35 31,-17-53-16,17-35 1,-17-89 0,-18-35 15,0 71 0,35 71 0,-18 17-15,72 17 0,16 18 15,-16-35 0,-72-17-15,19-1-1,-36 53 17,-36 124-1,19-35 0,17-142-15</inkml:trace>
  <inkml:trace contextRef="#ctx0" brushRef="#br0" timeOffset="52953.21">21308 14270 0,'0'0'0,"35"0"47,0-18-31,-17 18 0,0 18-1,-36 52 16,0 19 1,71-72-1,-35-34-15,17-1-1</inkml:trace>
  <inkml:trace contextRef="#ctx0" brushRef="#br0" timeOffset="53263.23">21061 14587 0,'106'0'32,"-212"0"-32,441 36 31,-264-54-16,17 18 1</inkml:trace>
  <inkml:trace contextRef="#ctx0" brushRef="#br0" timeOffset="53717.65">21290 14764 0,'0'-18'31,"53"18"0,-18 18-15,-17 35 15,-36-18 1,36-17-1,0 17-16,-1 0 1,1 0 0,-36-17-1,-52 17 1,-36-17 0,53 0-1,35-36-15</inkml:trace>
  <inkml:trace contextRef="#ctx0" brushRef="#br0" timeOffset="54411.28">21890 14534 0,'0'36'31,"0"52"-16,-35 53 17,52-123-17</inkml:trace>
  <inkml:trace contextRef="#ctx0" brushRef="#br0" timeOffset="54793.9">22366 13935 0,'53'0'32,"-106"0"-32,141 88 31,-123 0-15,-36 36 15,89-1 0,141-123 0,-141-18-31</inkml:trace>
  <inkml:trace contextRef="#ctx0" brushRef="#br0" timeOffset="55188.59">22190 14587 0,'35'-17'15,"36"17"1,158 35 15,-35-35 0</inkml:trace>
  <inkml:trace contextRef="#ctx0" brushRef="#br0" timeOffset="55529.52">22366 14781 0,'18'18'47,"88"-18"-16,-71 18-15,-17 17 0,-71 106 15,0-35-16,-18-36 1,18-52 15</inkml:trace>
  <inkml:trace contextRef="#ctx0" brushRef="#br0" timeOffset="55669.55">22243 15046 0,'0'0'0,"35"-35"16,88 35 15,36-36 0,-124 19-31,1-1 0</inkml:trace>
  <inkml:trace contextRef="#ctx0" brushRef="#br0" timeOffset="55997.61">23001 14711 0,'0'0'16,"-35"106"15,0-36-15,35-34-1,17-54-15</inkml:trace>
  <inkml:trace contextRef="#ctx0" brushRef="#br0" timeOffset="56435.65">23442 13935 0,'-70'53'31,"140"-106"-31,-193 229 31,140-141-31,36 18 31,18-35-15,-54 0-16,1-1 16,17 19-1,-70 34 16,0-52-15,-1-36 0,1-17-1</inkml:trace>
  <inkml:trace contextRef="#ctx0" brushRef="#br0" timeOffset="56546.65">23407 14005 0,'88'-53'31,"88"71"0,-140-18-31</inkml:trace>
  <inkml:trace contextRef="#ctx0" brushRef="#br0" timeOffset="56887.93">23266 14534 0,'106'-17'32,"-212"34"-32,370 19 31,-246-36-31,70 17 31,-70-34-31</inkml:trace>
  <inkml:trace contextRef="#ctx0" brushRef="#br0" timeOffset="57263.59">23530 14746 0,'-53'35'32,"-35"71"-1,88-35-16,53 35 17,0-124-17,-35 0-15,35-87 32,-89 69-17,19 36-15,-19 0 16,-52 71-1,53-36 1,35-17-16</inkml:trace>
  <inkml:trace contextRef="#ctx0" brushRef="#br0" timeOffset="57565.7">23918 14834 0,'18'0'0,"-36"0"0,36 106 32,-124 71-1,89-177-15</inkml:trace>
  <inkml:trace contextRef="#ctx0" brushRef="#br0" timeOffset="58423.11">24377 14146 0,'18'-17'15,"-36"52"1,18 18 0,-71 212 15,54-142-16,52 18 17,-17-123-32,17-1 15,-17-17-15</inkml:trace>
  <inkml:trace contextRef="#ctx0" brushRef="#br0" timeOffset="58737.25">24589 14587 0,'-18'0'31,"36"0"-31,-71 53 32,53 35-1,35-70-16,0-36 1,18-34 0,-35-19-1,-124 36 17,53 70-17,18 18 1,52-18-1</inkml:trace>
  <inkml:trace contextRef="#ctx0" brushRef="#br0" timeOffset="59203.23">24818 14640 0,'-53'0'31,"35"18"0,71 35 1,-17-36-17,16-52 1,-34-53 15,-36 53-15,-17 35-1,35 70 17,-17 18-17,17 36 1,-36 105 15,1-176-15,-18-18-1,0-87 17,53 34-32</inkml:trace>
  <inkml:trace contextRef="#ctx0" brushRef="#br0" timeOffset="60085.94">25065 14746 0,'18'-18'31,"-1"18"-16,-17 18 1,0 17 0,-53 18 15,53-17-15,53-19-1,18 19 16,-89 34 1,0-52-17,-52-1 1,52-17 0,1-17-16,-19-19 15</inkml:trace>
  <inkml:trace contextRef="#ctx0" brushRef="#br0" timeOffset="60687.82">25329 14376 0,'0'0'16,"53"-18"15,18 71 1,-71-35-32,18 87 31,-36-69-16,-17 52 1,105-18 15,18-87-15,-35-1-16</inkml:trace>
  <inkml:trace contextRef="#ctx0" brushRef="#br0" timeOffset="62342.42">21308 13212 0,'17'0'0,"-17"-18"32,-17 36-1,17 17 0,0 18-15,17 0-1,-34 70 17,17-105-32,0 17 15</inkml:trace>
  <inkml:trace contextRef="#ctx0" brushRef="#br0" timeOffset="62876.81">21220 13370 0,'0'18'31,"0"17"-15,17 53 0,1-35-1,70 18 17,-53-89-17,71-52 16,-106 52-15</inkml:trace>
  <inkml:trace contextRef="#ctx0" brushRef="#br0" timeOffset="65046.5">22401 13317 0,'0'-17'31,"18"34"0,-18 124 0,0-52-15,-18-36 0,1-18-1</inkml:trace>
  <inkml:trace contextRef="#ctx0" brushRef="#br0" timeOffset="65376.62">22313 13511 0,'0'36'31,"35"87"0,1-70-15,17-18-1,-36-35-15,36 0 16,18-35 0,-1-88 15</inkml:trace>
  <inkml:trace contextRef="#ctx0" brushRef="#br0" timeOffset="66672.78">23583 13300 0,'0'-18'31,"0"36"32,0 35-48,0-36-15,-35 213 31,17-160-15,18-52 0</inkml:trace>
  <inkml:trace contextRef="#ctx0" brushRef="#br0" timeOffset="66952.86">23495 13494 0,'0'53'15,"0"88"16,18-88-15,-1 0 0,1-53-16,52-18 15,19-53 1,-19 1 0</inkml:trace>
  <inkml:trace contextRef="#ctx0" brushRef="#br0" timeOffset="68314.06">24642 13388 0,'0'-18'0,"-18"1"31,18 70 0,18 35-15,-18 18-1,17 52 17,-17-105-17</inkml:trace>
  <inkml:trace contextRef="#ctx0" brushRef="#br0" timeOffset="68608.89">24553 13635 0,'0'18'31,"0"-36"-31,18 106 16,0-53-16,17 89 31,0-71-15,18-36 0,106-158 15,-142 106-31,-17 17 15</inkml:trace>
  <inkml:trace contextRef="#ctx0" brushRef="#br0" timeOffset="70718.38">26000 14693 0,'0'-17'31,"0"34"-15,0 18 0,-18 54-1,-35 69 17,36-105-17</inkml:trace>
  <inkml:trace contextRef="#ctx0" brushRef="#br0" timeOffset="74189.31">26529 14288 0,'-18'0'15,"1"17"1,-72 107 15,54-36-15,18 18-1,17-36 1,35-35 0,35-52-1,36-71 1,-71 70 0,36-176-1,-89 88 1,-35 36-1,36 70 1,-54 35 0,36 53-1,53 18 1</inkml:trace>
  <inkml:trace contextRef="#ctx0" brushRef="#br0" timeOffset="75934.66">26811 14764 0,'-35'35'47,"0"53"-32,-1 18 1,1 0 15</inkml:trace>
  <inkml:trace contextRef="#ctx0" brushRef="#br0" timeOffset="78514.38">27146 14340 0,'36'-17'78,"-1"-18"-62,53-71 15,-70 70-15,-18 19 15,0 52-15,-36 141 15,54-123-16,-18-35 1</inkml:trace>
  <inkml:trace contextRef="#ctx0" brushRef="#br0" timeOffset="78740.06">27199 14517 0,'124'0'31,"-248"0"-31,265 0 16,-123 0-16,17 0 15</inkml:trace>
  <inkml:trace contextRef="#ctx0" brushRef="#br0" timeOffset="79036.48">27252 14676 0,'18'17'16,"17"36"15,-17-18-15,-18 1-1,-18-19 1,18 1-16,18 53 31,35-54-15,-1-17-1</inkml:trace>
  <inkml:trace contextRef="#ctx0" brushRef="#br0" timeOffset="79427.1">27728 14711 0,'0'17'0,"0"-34"0,-35 105 15,-18 88 16,36-105-15,52-53 0</inkml:trace>
  <inkml:trace contextRef="#ctx0" brushRef="#br0" timeOffset="79827.53">27993 14376 0,'0'-18'16,"35"0"15,18-17-15,18-35 15,-36 52-16,-17 0-15,-18 54 32,-18-1-17,18 0-15,0 0 16,18 1 0,-18-19-16</inkml:trace>
  <inkml:trace contextRef="#ctx0" brushRef="#br0" timeOffset="80029.78">28028 14587 0,'0'0'0,"35"18"16,-17-18-16,35 0 15,-18-18 1,1 1-16,17-19 16,-36 36-1</inkml:trace>
  <inkml:trace contextRef="#ctx0" brushRef="#br0" timeOffset="80470.57">28134 14693 0,'0'0'15,"18"0"1,-1 53 15,-17-35-15,-17 17-1,17-17 1,17 17 15,19-17-15,-1 17-1,-35-17 1,-53 34 15,0-34-15,35-36 0,1-17-1</inkml:trace>
  <inkml:trace contextRef="#ctx0" brushRef="#br0" timeOffset="80875.2">28610 14676 0,'0'35'16,"-53"106"15,36-70-15,52-54-1</inkml:trace>
  <inkml:trace contextRef="#ctx0" brushRef="#br0" timeOffset="81254.23">28840 14323 0,'0'0'0,"17"0"16,71-18 15,-52 1-16,-19-1-15,36-17 16,0-18 0,-35 35-1,17-17 1,-70 88 0,0 53-1,17-71 1,36 88-1,-1-105 1</inkml:trace>
  <inkml:trace contextRef="#ctx0" brushRef="#br0" timeOffset="81480.2">28928 14605 0,'0'0'0,"70"18"32,-52-18-17,70 0 1</inkml:trace>
  <inkml:trace contextRef="#ctx0" brushRef="#br0" timeOffset="81842.17">29104 14764 0,'-17'17'16,"-36"89"15,53-70-15,35-19-1,0-17 1,0 0-16,18-17 31,-53 34-15,-35 36 0,0 0-1,52-35 1</inkml:trace>
  <inkml:trace contextRef="#ctx0" brushRef="#br0" timeOffset="82234.63">29598 14764 0,'-18'106'31,"-34"70"0,69-158-15,1-18-16</inkml:trace>
  <inkml:trace contextRef="#ctx0" brushRef="#br0" timeOffset="82843.35">29810 14270 0,'0'-18'0,"0"36"0,17-53 16,19 17-1,-1-17 1,0-1-1,-17 19 1,-1-1 0,1 53-1,-36 54 1,18-19 0,0-17-1</inkml:trace>
  <inkml:trace contextRef="#ctx0" brushRef="#br0" timeOffset="83053.9">29845 14411 0,'0'0'0,"18"0"15,-18 18 1,35 17-1,-17-17 1,87-1 0,-52-17-1</inkml:trace>
  <inkml:trace contextRef="#ctx0" brushRef="#br0" timeOffset="83389.84">29986 14658 0,'-18'35'16,"1"-35"-1,-36 88 1,53-70-1,0 53 1,53-54 0,17-17-1,-34 0 1,17 36 0,-89-1-1,1-18 1,17 1-1,-70-36 1</inkml:trace>
  <inkml:trace contextRef="#ctx0" brushRef="#br0" timeOffset="83518.2">29951 14764 0,'0'0'0,"70"-53"15,1 53 1,-53 0-1,158 0 1,-141 0 0</inkml:trace>
  <inkml:trace contextRef="#ctx0" brushRef="#br0" timeOffset="83965.9">30409 14852 0,'0'0'0,"-17"53"16,-54 106 15,54-142-15,17 1-16,35-18 15</inkml:trace>
  <inkml:trace contextRef="#ctx0" brushRef="#br0" timeOffset="84200.51">30780 14781 0,'0'0'0,"-18"36"31,18-19-15,18-34-16</inkml:trace>
  <inkml:trace contextRef="#ctx0" brushRef="#br0" timeOffset="84371.27">30956 14799 0,'18'0'32,"17"-18"-17</inkml:trace>
  <inkml:trace contextRef="#ctx0" brushRef="#br0" timeOffset="84513.39">31203 14764 0,'-17'17'47,"52"-52"-16</inkml:trace>
  <inkml:trace contextRef="#ctx0" brushRef="#br0" timeOffset="86014.08">31538 14093 0,'18'-17'31,"-36"34"16,18 36-32,-17-17-15,-19 87 32,36-35-17,0-70-15,18 17 16,17 1-1,18-19 17,-35-34-17,-18-1 1,-18 0 0,-17 18 15,17 36-16,18-19-15,-17 18 16,-1 54 0,18-72-16,-18 124 31,-17-70-15,18-18-1,-19-18 1,-17-17-1,0-53 1</inkml:trace>
  <inkml:trace contextRef="#ctx0" brushRef="#br0" timeOffset="102078.22">26582 13212 0,'-18'0'0,"18"-18"31,-17 53 32,-1 36-48,0-36-15,1 36 16,-19 140 15,19-140-15,17-54 0,0 1-1</inkml:trace>
  <inkml:trace contextRef="#ctx0" brushRef="#br0" timeOffset="102490.51">26388 13494 0,'0'0'0,"0"35"31,-18 106 0,18-53-15,0-17 0,0-1-1,35-34 1,18-54 0,0-35-1,-17 36-15,-1-36 16,-18 35-16,1-35 15</inkml:trace>
  <inkml:trace contextRef="#ctx0" brushRef="#br0" timeOffset="108330.68">27481 13300 0,'-17'0'31,"17"-18"16,-18 18 15,18 18-15,-18 17-31,1 18-1,-1 17 1,1-52-16,17 17 16,-53 89 15,53-106-15</inkml:trace>
  <inkml:trace contextRef="#ctx0" brushRef="#br0" timeOffset="108903.71">27217 13564 0,'17'0'16,"-34"36"31,17-19-32,0 1-15,-18 105 16,36-70 0,17-35-1,-17-18 1,123-53-1,-53-18 1,-70 54-16,17-18 16</inkml:trace>
  <inkml:trace contextRef="#ctx0" brushRef="#br0" timeOffset="110014.77">28610 13353 0,'0'-18'15,"18"0"1,-36 18 15,18 18-15,-53 88 0,36-71-1,-89 194 1,106-193-1,0 34 1</inkml:trace>
  <inkml:trace contextRef="#ctx0" brushRef="#br0" timeOffset="110418.38">28310 13653 0,'0'0'0,"18"0"31,-53 141 0,35-71-15,0-52-16,17 17 15,72-35 1,-54 0-16,53-53 16,88-88-1</inkml:trace>
  <inkml:trace contextRef="#ctx0" brushRef="#br0" timeOffset="112065.03">29563 13458 0,'0'-17'16,"17"-1"15,-34 18 16,-1 53-32,1 18 1,-36 35 0,0-1 15,35-87-15</inkml:trace>
  <inkml:trace contextRef="#ctx0" brushRef="#br0" timeOffset="112829.24">29351 13635 0,'18'0'15,"-18"-18"1,0 36 15,-18 35-15,-17 17 0,0 19-1,35-54 1,-18 53-1,53-70 1,124-107 15,-106 37-15,0-1 0,-36 53-16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11:06:24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2875 13864 0,'-17'-17'16,"17"-19"15,-18 19 0,0 17 0,1 0-15,17 17 0,-36 19-1,36-19-15,0 18 16,-17 124 0,17-18-1,53-35 1,17-53-1,1-53 1,-36 0-16,18-35 16,-35 0-1,17 17-15,35-106 16,-70 89-16,0-18 16,-17-53-1,-1 71 1,-105-53-1,17 106 1,53 52 0,35-35-1,18 18 1</inkml:trace>
  <inkml:trace contextRef="#ctx0" brushRef="#br0" timeOffset="3566.33">3422 14076 0,'-18'0'31,"1"-18"-15,17 18 46,17 0-46,19 0-1,34 0 1,-35 0-16,107 0 31,-90 18-15,-52-1-16,18 1 15</inkml:trace>
  <inkml:trace contextRef="#ctx0" brushRef="#br0" timeOffset="4005.56">3757 13935 0,'-18'-18'16,"18"0"0,18 18-1,-18 18-15,53 17 31,0 1-15,17-19 0,1 19-1,-36-19 1,1 1 0,-36-1-16,0 72 31,-53-36-16,0 0 1,-18-53 0,54 0-1</inkml:trace>
  <inkml:trace contextRef="#ctx0" brushRef="#br0" timeOffset="4516.14">4463 14023 0,'0'0'0,"-36"35"16,19 36 0,17-36-1,53 89 1,52-107 0,-69-17-16,158-159 31,-177 124-16,1 0-15,-71-89 16,18 107 0,-142 52-1,142-17-15,0 17 16,-36 35 0</inkml:trace>
  <inkml:trace contextRef="#ctx0" brushRef="#br0" timeOffset="6903.15">2734 15046 0,'-18'0'16,"18"18"0,-17-18 15,34 0 0,19-18-15,-1-17-1,0 17 1,36-35 0,-54 18-16,36 0 15,18-36 1,-18 18 0,-18 35-1,-35 1-15,-18 105 31,1 18-15,-18 0 0,-1 0-1,36-18 1</inkml:trace>
  <inkml:trace contextRef="#ctx0" brushRef="#br0" timeOffset="7934.95">3440 15028 0,'35'0'32,"18"0"-17,53 0 17,-36 18-17,-52-18-15,35 18 16</inkml:trace>
  <inkml:trace contextRef="#ctx0" brushRef="#br0" timeOffset="8282.51">3810 14940 0,'0'0'0,"35"-35"31,-17 35-31,70 70 31,-17 54 0,-36-54-15,-35-52-16,0 0 16,-53-1-1,-18 1 1,-34 0 0,69-18-1</inkml:trace>
  <inkml:trace contextRef="#ctx0" brushRef="#br0" timeOffset="16136.45">4463 15117 0,'-18'-18'15,"53"0"32,124 18-16,-88 18 1,17-18-17</inkml:trace>
  <inkml:trace contextRef="#ctx0" brushRef="#br0" timeOffset="16493.59">5027 15099 0,'0'-18'0,"53"-35"32,-18 18-17,36-18 1,-54 36-16,36-36 16,-17 17-1,-19 19 1,-34 87-1,-19 107 1,1-19 15</inkml:trace>
  <inkml:trace contextRef="#ctx0" brushRef="#br0" timeOffset="16737.36">5045 15399 0,'0'0'0,"17"-18"15,1 18-15,88-53 16,-71 36-1,142-36 1,-142 53 0,18 0-1</inkml:trace>
  <inkml:trace contextRef="#ctx0" brushRef="#br0" timeOffset="21218.18">2928 15787 0,'0'-18'0,"18"18"31,-1-17-15,1 17-1,17 0 1,1 0 15,-36 35-15,35 35 15,-35-17-15,0-35-16,-18 17 15,18-17-15,-35 17 16,0 18 0,17-35-16,-35 52 31,53 1 0,53-54-15,18 1-1,70-36 17</inkml:trace>
  <inkml:trace contextRef="#ctx0" brushRef="#br0" timeOffset="21516.94">3528 16034 0,'0'0'0,"17"-36"15,1 36 1,123 18 15,-70 0-15,-18-36 0</inkml:trace>
  <inkml:trace contextRef="#ctx0" brushRef="#br0" timeOffset="21823.48">3916 15787 0,'-18'0'0,"36"0"0,-18 0 31,17 17-31,54 54 31,-18-18-15,-18-18 0,-17 0-1,-18-17-15,-18 17 16,-123 54 15,123-89-31,-52 0 31</inkml:trace>
  <inkml:trace contextRef="#ctx0" brushRef="#br0" timeOffset="22262">4392 16051 0,'18'-17'31,"-36"34"-31,124-70 31,-88 36-31,105-107 32,-52 54-17,-18 35 1,-36 70-1,-34 18 1,-19 70 0,36-70-16,-35 124 31,35-160-31</inkml:trace>
  <inkml:trace contextRef="#ctx0" brushRef="#br0" timeOffset="22479.86">4568 16316 0,'53'-18'16,"-106"36"-16,230-71 31,-142 53-31,36 0 16</inkml:trace>
  <inkml:trace contextRef="#ctx0" brushRef="#br0" timeOffset="23941.89">7320 13776 0,'0'-18'16,"0"1"0,35 17 31,-17 17-32,0-17-15,52 0 31,-34 0-15,-19 0-16,-34 53 31,-19 18-15,1-36 0,35-17-16,0 52 31,35-52-16,18-18 1,0 53 15,-53-18-15,-106 53 15,18-52-15,18-36-1</inkml:trace>
  <inkml:trace contextRef="#ctx0" brushRef="#br0" timeOffset="24376.15">7902 13970 0,'36'-18'31,"34"36"0,1 0-15,-54-1-16,36-34 16,18-1-1,-54 18 1</inkml:trace>
  <inkml:trace contextRef="#ctx0" brushRef="#br0" timeOffset="24720.63">8202 13847 0,'18'0'16,"-1"17"-1,54 36 1,-36-18 0,-17-17-16,17 0 15,71 35 1,-88-53-16,-1 17 16,-17 1-1,-17-18 1,-107 35-1,54-35 1,-1 0 0</inkml:trace>
  <inkml:trace contextRef="#ctx0" brushRef="#br0" timeOffset="28355.62">8819 14005 0,'36'0'31,"34"0"-16,36 0 17</inkml:trace>
  <inkml:trace contextRef="#ctx0" brushRef="#br0" timeOffset="28828.52">9260 13811 0,'18'0'16,"17"0"-1,-17 18-15,53 35 31,-36-18-15,-35-17 0,-18 88-1,1-71 1,-54 71 0,71-71-16,-18-17 15,71 35 1,0-36-1,-35-17 1</inkml:trace>
  <inkml:trace contextRef="#ctx0" brushRef="#br0" timeOffset="29607.06">7373 14693 0,'0'0'0,"18"-17"15,-18-1 1,17 18 15,-17 35-15,0-17 0,-35 158-1,-18 54 16,53-195-15,0-18-16,53 54 16,-35-71-1,105-35 1,-70 52 15,-53 1-15,0 0-16,-53 105 15,36-35 1,17-52 0</inkml:trace>
  <inkml:trace contextRef="#ctx0" brushRef="#br0" timeOffset="30011.4">7990 15205 0,'0'-18'0,"36"18"16,52 35 15,-53-17-15,89 0-1,-107-36 1</inkml:trace>
  <inkml:trace contextRef="#ctx0" brushRef="#br0" timeOffset="30340.36">8343 15028 0,'0'18'16,"35"17"-1,18 36 1,-17-36 0,17 0-1,-36-17-15,36 0 32,-70 17-17,-54 18 1,-17 35-1,35-53 17</inkml:trace>
  <inkml:trace contextRef="#ctx0" brushRef="#br0" timeOffset="32408.56">9049 14923 0,'17'0'0,"1"-36"31,17 36-15,36 0 0,-1 0-1,-17 88 16,-106 18-15,-52 141 15,122-141-15,1-88-16,52-1 16,54-17-1</inkml:trace>
  <inkml:trace contextRef="#ctx0" brushRef="#br0" timeOffset="33333.25">7338 15928 0,'-18'18'32,"1"17"-17,-1 88 17,36-70-17,17-35 1,71-36 15,-53 36-15,-18 35-1,-18 0 1,-34 0 0,-1-36-1,-52 54 1,34-36-1,1-35 1</inkml:trace>
  <inkml:trace contextRef="#ctx0" brushRef="#br0" timeOffset="33568.12">7408 15928 0,'0'0'0,"18"-18"16,0 18-1,123 36 1,-71-36 0,54 17-1,-89-17-15</inkml:trace>
  <inkml:trace contextRef="#ctx0" brushRef="#br0" timeOffset="33888.69">8202 16122 0,'0'0'0,"35"0"16,1 0 0,69 35-1,-34-17 1,-53-18 0</inkml:trace>
  <inkml:trace contextRef="#ctx0" brushRef="#br0" timeOffset="34193.5">8555 16034 0,'0'0'0,"35"0"16,-17 35-1,17 0 1,18 1 0,-18-1-1,-35 0 1,0-17 0,-70 35-1,-1-18 1,36-35-1</inkml:trace>
  <inkml:trace contextRef="#ctx0" brushRef="#br0" timeOffset="35028.68">9102 16157 0,'35'0'16,"0"18"-1,-17-18-15,88 0 32</inkml:trace>
  <inkml:trace contextRef="#ctx0" brushRef="#br0" timeOffset="35416.65">9454 16034 0,'18'-18'15,"35"36"1,-35-1 0,17 19-1,-17-1 1,-36 18 0,0-35-1,36-1 1,0 1-1,17-1 1,0 54 15,-70-36-15,-18 1 0,-53 16-1</inkml:trace>
  <inkml:trace contextRef="#ctx0" brushRef="#br0" timeOffset="36471.37">11518 13582 0,'18'0'0,"-18"-18"31,-18 1 0,-17 34-15,-18 54 0,0 35-1,35 123 16,54-194-15,34-52 0,-17-36-1,-53 0 1,-17 18 0,-54 35-1,0 17 1,36 71 15</inkml:trace>
  <inkml:trace contextRef="#ctx0" brushRef="#br0" timeOffset="36776.72">11836 13829 0,'53'0'16,"-36"0"0,107 18-1,-36-36 1,-53 18 0</inkml:trace>
  <inkml:trace contextRef="#ctx0" brushRef="#br0" timeOffset="37049.51">12206 13635 0,'18'18'16,"70"34"15,-17 1-16,-1 0 1,-52-17 0,-71-1-1,0 0 1,18-35-16,-36 35 16,36-35-1,52 0 1</inkml:trace>
  <inkml:trace contextRef="#ctx0" brushRef="#br0" timeOffset="37561.53">12982 13653 0,'0'0'0,"53"0"16,-35 0-16,52 35 31,-52-18-15,-36 36 15,-17-17-15,35-19-1,18 19 1,-1-19-16,36 36 31,-88-18-15,-141 54 15,140-89-15,1-18-1</inkml:trace>
  <inkml:trace contextRef="#ctx0" brushRef="#br0" timeOffset="38403.76">11236 14711 0,'53'0'32,"-35"0"-17,105 17 1,-105 1 0,87-18-1,-87 0-15,-18 35 31,-18-17-15,-105 123 0,35-17 15,70-89-15,1 0-16</inkml:trace>
  <inkml:trace contextRef="#ctx0" brushRef="#br0" timeOffset="38574.74">11201 15064 0,'70'-18'16,"-52"18"-1,141 35 1,-124-35-1,0 0-15</inkml:trace>
  <inkml:trace contextRef="#ctx0" brushRef="#br0" timeOffset="38851.8">11924 15046 0,'0'0'0,"18"-18"16,-1 1 0,89 17 15,-53-18-16</inkml:trace>
  <inkml:trace contextRef="#ctx0" brushRef="#br0" timeOffset="39279.6">12259 14905 0,'18'0'31,"-1"0"-15,36 35 0,0 0-1,18 1 16,-71-19-15,-36 36 0,-34-17-1,52-19 1,-52 1 0</inkml:trace>
  <inkml:trace contextRef="#ctx0" brushRef="#br0" timeOffset="39855.71">12771 14993 0,'17'0'16,"-34"0"-16,52 0 16,71 35-1,-53-17 16,17-18-15</inkml:trace>
  <inkml:trace contextRef="#ctx0" brushRef="#br0" timeOffset="40200.68">13317 14711 0,'18'-18'31,"0"18"-31,-54 88 31,1 1-15,35-1-1,35-35 1,36-71 0,17 0 15,-70 36-31,-106 123 31,17-17-15,36-36-1,17-71-15</inkml:trace>
  <inkml:trace contextRef="#ctx0" brushRef="#br0" timeOffset="41604.94">11395 15981 0,'53'-18'16,"17"1"15,-17-19-15,-35 19-1,17-54 1,-106 18 15,1 53 0,52 0-15,1 18-16,-1 88 16,0-71-1,36 159 1,-36-53 31,1-123-47,-54 17 31,54-35-31,-19-35 16,36 17-1,71-105 16,70 52 1,-106 71-17</inkml:trace>
  <inkml:trace contextRef="#ctx0" brushRef="#br0" timeOffset="41981.91">12030 16087 0,'35'-36'31,"-70"72"-31,176-89 31,-35 70 1,-89-17-32</inkml:trace>
  <inkml:trace contextRef="#ctx0" brushRef="#br0" timeOffset="42291.15">12312 15840 0,'18'0'31,"87"70"0,-87-34-31,35-1 16,0 35-1,-35-34-15,-1 34 32,-123-34-1,36-19-15,35 1-1</inkml:trace>
  <inkml:trace contextRef="#ctx0" brushRef="#br0" timeOffset="42824.15">13229 15646 0,'18'-36'16,"-18"19"-16,17-1 31,-87 159 0,52 53-15,36-141 15,52 0-15,-17 35 15,-35 36-15,-36-71-1,1 53 1,-1-89-16</inkml:trace>
  <inkml:trace contextRef="#ctx0" brushRef="#br0" timeOffset="94119.25">13547 7285 0,'0'-35'16,"-18"35"0,18-18-1,0 0 1,18 1 15,-18 52 0,0 18-15,0 88 0,0-106-1,0 177 1,0-177-1,0 124 1,0-141 0</inkml:trace>
  <inkml:trace contextRef="#ctx0" brushRef="#br0" timeOffset="94478.22">13741 7514 0,'17'71'32,"-34"-142"-32,52 300 31,-35-193-31,0 123 31,0-89-15</inkml:trace>
  <inkml:trace contextRef="#ctx0" brushRef="#br0" timeOffset="95123.55">13653 7144 0,'17'-18'31,"-34"36"-31,34-18 31,1 35-15,-1 18-1,19 141 1,-19-88 0,36 53-1,0-18 1,-18-71-1,18 1 1,-35-54-16,17 36 31,-17-70-15,17-54 0,53-211 15,-70 176-16,0-17 1,-1 70 0</inkml:trace>
  <inkml:trace contextRef="#ctx0" brushRef="#br0" timeOffset="96403.25">15064 7602 0,'0'-17'31,"-18"-1"-15,0 18 0,-17-18-1,-35 18 17,-1 18-1,53-18-16,-35 18 1,-17 17 15,-1 18 1,71-35-17,-88 70 1,53-18 15,52-17 0,1-35-15,35 17 0,-35-17-1,140 17 1,107-35 15,-194 0 0,-36 0-15</inkml:trace>
  <inkml:trace contextRef="#ctx0" brushRef="#br0" timeOffset="98263.9">15610 7373 0,'-17'-18'32,"-1"18"-1,53 18 16,18 0-32,71 17 1,-89-17 0,89 17-1,-72 0 17,-87 53-1,0-70-16,-106 123 1,0 0 15,105-53 1,36-70-17,53 17 1,141-70 15,-158 17-15,140-34-1,-141 34 1,-17 0 0</inkml:trace>
  <inkml:trace contextRef="#ctx0" brushRef="#br0" timeOffset="98652.7">15716 8008 0,'18'0'0,"-36"0"0,106-88 15,18 0 17,18-36-17,87-87 17,-193 193-32</inkml:trace>
  <inkml:trace contextRef="#ctx0" brushRef="#br0" timeOffset="106966">14658 8767 0,'-18'0'0,"1"0"78,34 0-31,36 0-32,106 0 16,-88 0-15,-36 17 0,18 1-1,-53 17 1,-18 0 0,-35 18-1,-35 18 1,-18 52 15,71-70-15,35 0-1,53-18 1,35-17 0,-17-36-1,-19 1-15,72-54 31</inkml:trace>
  <inkml:trace contextRef="#ctx0" brushRef="#br0" timeOffset="107387.66">14905 9208 0,'18'-36'15,"140"-140"17,-34 52-17,-54 36 1,-34 53-16</inkml:trace>
  <inkml:trace contextRef="#ctx0" brushRef="#br0" timeOffset="107949.18">15434 9066 0,'71'0'32,"-142"0"-32,247 0 31,-158 0-31</inkml:trace>
  <inkml:trace contextRef="#ctx0" brushRef="#br0" timeOffset="108112.24">15558 8925 0,'52'0'31,"-104"0"-31,281-35 32,-141 17-17</inkml:trace>
  <inkml:trace contextRef="#ctx0" brushRef="#br0" timeOffset="108622.01">16263 8643 0,'0'-35'31,"0"70"-31,-18-105 32,-17 105-1,0 53-15,35-53-16,-35 53 15,-1 36 1,-52 52 15,70-176-31,18 18 31,36-53-15,-1 17 0,18 18-1,-35 71 1,-36 34-1,0-16 1,71-36 15</inkml:trace>
  <inkml:trace contextRef="#ctx0" brushRef="#br0" timeOffset="109476.86">16492 9013 0,'18'36'31,"17"-19"-15,89 1 15,-54-53-15</inkml:trace>
  <inkml:trace contextRef="#ctx0" brushRef="#br0" timeOffset="111040.18">16616 9066 0,'0'18'31,"17"35"0,1-53-15,35-35 15,-53-18 0,-53 53 1,35 17-17,-17 36 1,35-35 0,35-36-1</inkml:trace>
  <inkml:trace contextRef="#ctx0" brushRef="#br0" timeOffset="111541.56">16880 9190 0,'0'0'0,"-35"0"15,18 18 17,17-1-17,17 1 1,54-89 15,-89 36 16,-35 70-31,53-17-1,18 0 17</inkml:trace>
  <inkml:trace contextRef="#ctx0" brushRef="#br0" timeOffset="111886.51">17163 9155 0,'17'0'31,"1"17"0,17-17 0,-17 0-15,35-35 0,-36 17-1,-87 36 1,-1 70 15,107-88 0,-19 0-15,1-17-16</inkml:trace>
  <inkml:trace contextRef="#ctx0" brushRef="#br0" timeOffset="112776.34">17657 9190 0,'-18'70'31,"-17"19"-15,17-1 15</inkml:trace>
  <inkml:trace contextRef="#ctx0" brushRef="#br0" timeOffset="112991.1">17851 9013 0,'17'-35'16,"54"35"15,-1 18-15,-52-18-16,35 0 15</inkml:trace>
  <inkml:trace contextRef="#ctx0" brushRef="#br0" timeOffset="113333.13">18344 8837 0,'0'0'0,"-35"0"31,18 35-15,34 18-1,1-35 1,70 35 0,-35-18-1,-18 0 1,-17 1 0,-36 17-1,-35-36 1,0-17-1,0-17 1</inkml:trace>
  <inkml:trace contextRef="#ctx0" brushRef="#br0" timeOffset="113475.14">18415 8837 0,'18'-18'0,"105"-17"31,-35 35-15,-35 0 0</inkml:trace>
  <inkml:trace contextRef="#ctx0" brushRef="#br0" timeOffset="113720.34">18891 9225 0,'-17'18'0,"34"-36"0,-52 71 16,-18 18 15,53-54-16</inkml:trace>
  <inkml:trace contextRef="#ctx0" brushRef="#br0" timeOffset="113935.19">19050 9013 0,'18'0'15,"17"0"17,18 0-17,-36-17-15,19 17 16,-19 0-16</inkml:trace>
  <inkml:trace contextRef="#ctx0" brushRef="#br0" timeOffset="114248.32">19456 8802 0,'0'0'0,"0"0"16,-53 70 15,18 1-15,17-53-16,18 17 15,35 0 1,71-17 15,-71-18-15,-52 17-1,-19 54 1,19-53-16,17 17 16,-36 35-1</inkml:trace>
  <inkml:trace contextRef="#ctx0" brushRef="#br0" timeOffset="114423.19">19667 9190 0,'0'18'0,"0"-36"0,-17 88 16,-1-17 0,0-35-1,36-18 1</inkml:trace>
  <inkml:trace contextRef="#ctx0" brushRef="#br0" timeOffset="114803.21">19967 8996 0,'36'0'15,"-36"17"1,123-17 0,-17-35 15</inkml:trace>
  <inkml:trace contextRef="#ctx0" brushRef="#br0" timeOffset="115230.3">20391 8819 0,'52'0'16,"-34"0"0,70 53-1,-17-17 17,-71-19-17,-71 54 1,36 17 15,53 0 16,-36-52-31,-17-19-1,-53 18 1,35-17-1,17-18 1</inkml:trace>
  <inkml:trace contextRef="#ctx0" brushRef="#br0" timeOffset="115408.58">20655 9260 0,'18'36'31,"-36"-72"-31,-35 160 32,18-89-17</inkml:trace>
  <inkml:trace contextRef="#ctx0" brushRef="#br0" timeOffset="116058.52">20955 9031 0,'18'0'0,"-1"0"31,1 18-15,35-18-1,0-18 1</inkml:trace>
  <inkml:trace contextRef="#ctx0" brushRef="#br0" timeOffset="116341.34">21273 8872 0,'70'18'31,"-140"-36"-31,264 71 32,-177-35-17,-34 52 1,-1-52-16,-88 123 31,106-70-15,106-36 15,-53-35-31</inkml:trace>
  <inkml:trace contextRef="#ctx0" brushRef="#br0" timeOffset="116544.56">21713 9296 0,'0'17'0,"0"-34"0,-17 70 16,17-36-16,-53 107 31,35-89-15</inkml:trace>
  <inkml:trace contextRef="#ctx0" brushRef="#br0" timeOffset="116919.6">21925 9102 0,'53'0'32,"-18"0"-17,1 0 1,-1 0 0</inkml:trace>
  <inkml:trace contextRef="#ctx0" brushRef="#br0" timeOffset="117184.8">22313 9049 0,'18'-18'32,"52"-52"-1,-17 17-16,0-18 17,-53 89-17,-17-1-15,-19 36 16,-17 53 0,36-71-16,-19 54 15,36-1 1,0-53-16</inkml:trace>
  <inkml:trace contextRef="#ctx0" brushRef="#br0" timeOffset="117370.65">22507 9313 0,'-17'18'16,"17"0"-16,-36 52 31,36-52-15</inkml:trace>
  <inkml:trace contextRef="#ctx0" brushRef="#br0" timeOffset="117757.82">22948 8996 0,'-17'-18'32,"34"36"-32,-105-1 15,35 142 32,159-71-16,17-140-15,1-160 0,-212 124 15,70 88-16,-105 88 1,87-18 0,36-34-16,0-1 15</inkml:trace>
  <inkml:trace contextRef="#ctx0" brushRef="#br0" timeOffset="117951.71">23354 9225 0,'0'0'0,"-18"0"15,1 35 1,-1 1 0,-17 70-1,17-89 1,36 18-1</inkml:trace>
  <inkml:trace contextRef="#ctx0" brushRef="#br0" timeOffset="118341.75">23601 9066 0,'53'-17'15,"-36"17"1,125-71 0,-107 54-1,71-36 1,-106 35 0,0 71-1,-18-18 1,-105 142-1,123-142 1,-18 0 0</inkml:trace>
  <inkml:trace contextRef="#ctx0" brushRef="#br0" timeOffset="118551.65">23971 9296 0,'-53'53'15,"0"35"17,53-71-17,36-17 1</inkml:trace>
  <inkml:trace contextRef="#ctx0" brushRef="#br0" timeOffset="118858.67">24183 9013 0,'0'0'0,"18"-17"15,-1-1-15,54-17 16,-36 35 0,89 18-1,-89 34 1,-35-34 0,-35 70-1,35-70 1,-53 105-1,106-87 17,-36-36-17</inkml:trace>
  <inkml:trace contextRef="#ctx0" brushRef="#br0" timeOffset="119070.3">24783 9349 0,'0'17'15,"-53"54"1,-18-1 15,71-52-15</inkml:trace>
  <inkml:trace contextRef="#ctx0" brushRef="#br0" timeOffset="119964.79">25241 8943 0,'0'-18'15,"18"1"1,0 17-1,34 0 1,-34 0 0,35 17-1,-106 71 17,18-35-17,17 18 1,106 0 15,-35-19 0,-141 19 1,0-71-1</inkml:trace>
  <inkml:trace contextRef="#ctx0" brushRef="#br0" timeOffset="120125.68">25594 9437 0,'-35'70'31,"70"-140"-31,-123 229 31,70-124-15</inkml:trace>
  <inkml:trace contextRef="#ctx0" brushRef="#br0" timeOffset="120667.98">25964 8908 0,'18'-18'32,"-36"36"-32,1-1 15,-89 107 17,88-36-17,18-53-15,124 1 31,-36-72-15,-35 19 0,-71 34-1,-17 19 1,0-19-16,-53 142 31,88-106-15</inkml:trace>
  <inkml:trace contextRef="#ctx0" brushRef="#br0" timeOffset="120833.18">26317 9490 0,'-70'70'16,"-1"-17"-1,53-35-15,18-1 16</inkml:trace>
  <inkml:trace contextRef="#ctx0" brushRef="#br0" timeOffset="121251.54">26688 9031 0,'-18'-18'15,"-17"18"16,-1 71-15,19 0 0,17-18-1,0-36-15,35 18 16,53 18 0,-17-17 15,-106 17-16,-36 17 17,36-70-17,35-18-15,0 1 16</inkml:trace>
  <inkml:trace contextRef="#ctx0" brushRef="#br0" timeOffset="121400.16">26723 9066 0,'18'-35'16,"-1"35"-16,89-18 31,-35 54-15,-1-1 0</inkml:trace>
  <inkml:trace contextRef="#ctx0" brushRef="#br0" timeOffset="121623.18">26952 9472 0,'-53'88'31,"106"-176"-31,-159 264 32,124-176-17</inkml:trace>
  <inkml:trace contextRef="#ctx0" brushRef="#br0" timeOffset="121812.1">27182 9472 0,'-18'18'32,"36"-36"-32,-36 53 31,36-52-16</inkml:trace>
  <inkml:trace contextRef="#ctx0" brushRef="#br0" timeOffset="121980.98">27411 9472 0,'0'18'31,"0"-36"-31,17 18 32,-17-18-32</inkml:trace>
  <inkml:trace contextRef="#ctx0" brushRef="#br0" timeOffset="122155.61">27605 9507 0,'0'18'31,"53"-18"0,0-35-15</inkml:trace>
  <inkml:trace contextRef="#ctx0" brushRef="#br0" timeOffset="123295.11">27975 8784 0,'0'-17'16,"36"17"0,-19-18-1,1 36 1,-1 34-1,-34 19 1,-1-36 0,-52 106-1,70-123-15,-18 35 16,18-35 0,35 52-1,1-70 1,-19 0-16,1 0 15,-1 0-15,1-17 16,-18-19 0,0 19-1,0-1-15,-18 36 32,1-18-17,17 17-15,-18 71 16,1 18-1,-1-18 1,0-70 0,-17 88-1,-18-53 1,35-36 0,-87 19-1</inkml:trace>
  <inkml:trace contextRef="#ctx0" brushRef="#br0" timeOffset="130724.99">22737 9419 0,'0'18'0,"-18"52"32,18 1-17,0 35 17,35-53-17,-17-18 1,-1-17-1,1-1 1,0-17 0,-1-17-1,1 17-15,17-18 16,71 0 15,-18 18-15,-17 0-1,-18 18 1,-36 0-16,89 35 31,-35-18-15,-54-35-16,36 35 16,0 0-1,-35-17 1,17 17-1,-17-17-15,-18 0 16,35-1 0,-17 1-1,35-1 1,-18 1 0,18 0-1,17-1 16,-17 1-15,-17-18-16,87 18 31,-52-1-15,17-17 0,0 0-1,-17 0 1,34 18-1,1-18 1,0 0 0,-18 18-1,-35-18 1,-35 0-16,35 17 16,17-17-1,-34 0-15,-19 18 16,54-18-1,-18 35 17,-18-35-17,-17 18 1,17-1 0,-35 1-1,18 0 1,-18-1 15,-18 1 0,18 0-15,0-1 0,-18 19-1,1-1 16,-1 0-15,0-17 15,18-1-15,0-34 0,0-1-1,18 0-15,35-52 31,35-54 1,-53 89-17,1 17 1,-19 1-16,19 17 16,16-18-1,19 18 1,17-17-1,36 17 17,-54 0-17,1 0 1,-1 17 0,-34-17-1,52 0 1,-53 0-16,0 0 15,54 0 1,-19 18 0,1-18-1,52 0 17,-52 0-17,-1 0 1,1 0-1,52 0 17,-70 0-17,-35 0-15,88-18 32,-53 18-17,35-17 1,18-1 15,-36 0-15,1 1-1,17-1 1,124-70 15,-124 35-15,-71 0 15,-69-18-15</inkml:trace>
  <inkml:trace contextRef="#ctx0" brushRef="#br0" timeOffset="131870.96">24783 10707 0,'0'-18'0,"0"71"47,0 18-31,0-1-1,-18 36 1,0-71-16,18 18 16,18 0-1,0-35-15</inkml:trace>
  <inkml:trace contextRef="#ctx0" brushRef="#br0" timeOffset="132091.59">24959 10918 0,'0'0'16,"-18"106"15,18-53-15,-17 18-1,17-54 1,0 1 0</inkml:trace>
  <inkml:trace contextRef="#ctx0" brushRef="#br0" timeOffset="132404.23">24888 10742 0,'18'-35'32,"-36"70"-32,107 71 31,-54-18-15,18 18-1,-35-71-15,70 53 31,53-158 1,-106 17-17,-17 18-15,-1-36 16,19-35 0,-36 89-16</inkml:trace>
  <inkml:trace contextRef="#ctx0" brushRef="#br0" timeOffset="149792.74">22190 7214 0,'0'-17'31,"0"34"-16,-18 89 17,0-18-17,18-52-15,0 52 16,-17 35 0,-1 1-1,18-89-15</inkml:trace>
  <inkml:trace contextRef="#ctx0" brushRef="#br0" timeOffset="150058.79">22331 7461 0,'0'-17'0,"0"34"0,17 19 31,-17-19-31,-17 142 32,17-71-17,0-17 16</inkml:trace>
  <inkml:trace contextRef="#ctx0" brushRef="#br0" timeOffset="150403.54">22348 7303 0,'0'-53'16,"18"53"15,0 53-15,17 211 15,-17-140-15,-1-36-1,1-53 1,88-106 15,-18-52-15,0-106 15,-70 123-15,-18 88-1</inkml:trace>
  <inkml:trace contextRef="#ctx0" brushRef="#br0" timeOffset="151140.47">22684 7902 0,'0'18'31,"0"0"-15,0-1-1,17 1 1,36-36 0,-18 1-1,-35-1-15,0-35 31,-35 35-15,-18 36 0,53 0-1</inkml:trace>
  <inkml:trace contextRef="#ctx0" brushRef="#br0" timeOffset="151949.07">22948 7691 0,'18'17'31,"17"1"-15,0-18-1,18 17 1,-53-34-16,18 17 15</inkml:trace>
  <inkml:trace contextRef="#ctx0" brushRef="#br0" timeOffset="152091.97">23072 7549 0,'0'0'0,"0"-17"15,17 17-15,-17 17 16,71-17-1,-53 0 1,-1 0-16</inkml:trace>
  <inkml:trace contextRef="#ctx0" brushRef="#br0" timeOffset="152579.01">23460 7320 0,'0'0'0,"0"-17"15,17 17 17,-34 52-17,-1-16 1,-70 122 0,70-122-16,-70 70 15,53-54 1,35-34-1,17 35 1,54-71 0,0 18-1,-89 106 17,-17-35-17,-1-1 1,36-52-1,36 0 1</inkml:trace>
  <inkml:trace contextRef="#ctx0" brushRef="#br0" timeOffset="152950.09">23601 7638 0,'0'0'0,"0"-18"15,-35 89 17,17-1-17,0 1 1,36-54-1,105-52 1,-34-53 0,-54 53-1,-17-89 1,-36 106-16,-106 36 31,107 0-15,-36 105-1</inkml:trace>
  <inkml:trace contextRef="#ctx0" brushRef="#br0" timeOffset="153138.5">23918 7885 0,'0'17'0,"-35"36"16,17-35 0,-34 52-1,52-52 17</inkml:trace>
  <inkml:trace contextRef="#ctx0" brushRef="#br0" timeOffset="153523.75">24148 7655 0,'0'0'0,"17"-17"31,1 17-15,70-53-1,-53 35 1,71-52 0,-159 140 15,-53 124 0,89-176-15,17 17-16,35 18 15</inkml:trace>
  <inkml:trace contextRef="#ctx0" brushRef="#br0" timeOffset="153700.56">24465 7955 0,'0'0'0,"-88"106"16,70-88-1,-52 70 1,87-71-1</inkml:trace>
  <inkml:trace contextRef="#ctx0" brushRef="#br0" timeOffset="154135.82">24836 7567 0,'35'-18'31,"-70"36"-31,140-36 32,-87 18-32,53 53 31,-124 71 0,-18-36-15,18-35-1,53 18 17,71-71-17</inkml:trace>
  <inkml:trace contextRef="#ctx0" brushRef="#br0" timeOffset="154270.79">25118 7973 0,'-71'88'16,"142"-176"-1,-159 194-15,35-18 16</inkml:trace>
  <inkml:trace contextRef="#ctx0" brushRef="#br0" timeOffset="154870.89">25400 7673 0,'0'0'0,"35"-35"16,-35 17 0,71 0-1,-54 18 1,36 53 0,-88 35 15,17-70-16,-34 53 1,122-36 15,-52-17-15,35 17 0,-53-17-1,-36 52 1,19-70-1,-54 35 1</inkml:trace>
  <inkml:trace contextRef="#ctx0" brushRef="#br0" timeOffset="155015.54">25806 8026 0,'0'17'0,"-71"36"16,71-35 0,-53 35-1,36-53 1</inkml:trace>
  <inkml:trace contextRef="#ctx0" brushRef="#br0" timeOffset="156657.6">23195 8784 0,'0'-17'0,"18"-1"16,35-35 0,17-18-1,-34 36-15,34-35 16,18-36 0,-52 53-1</inkml:trace>
  <inkml:trace contextRef="#ctx0" brushRef="#br0" timeOffset="157030.07">23389 8484 0,'0'0'0,"35"-17"31,-17 17-15,0 0-16,88-71 16,-18 18-1,-53 36 1,71-72-1,-159 142 17,35-17-17,-70 122 1,88-140 0,-18 35-16</inkml:trace>
  <inkml:trace contextRef="#ctx0" brushRef="#br0" timeOffset="157485.89">23795 8802 0,'0'-18'15,"18"18"1,87-123 0,-16 17-1,-1-53 16,-88 89-15,-18 52 15</inkml:trace>
  <inkml:trace contextRef="#ctx0" brushRef="#br0" timeOffset="157811.71">23848 8555 0,'0'0'0,"17"0"16,1 0-1,35-53 1,-18 35-16,124-105 31,-71 52-15,-70 54-1,17-1 1,-53 71 0,-17 53-1,35-89 1,-17 89-1</inkml:trace>
  <inkml:trace contextRef="#ctx0" brushRef="#br0" timeOffset="158192.76">24306 8819 0,'18'-17'15,"106"-124"17,-36 53-17,-53 52 1,53-105 0,-70 106-16,17-53 31,-53 88-16</inkml:trace>
  <inkml:trace contextRef="#ctx0" brushRef="#br0" timeOffset="158549.54">24448 8467 0,'17'0'32,"107"-53"-1,-36 0-16,0 0 1,-70 35 0,17-17-1,-53 70 1,1 36 0,-1-36-1,0 18 1</inkml:trace>
  <inkml:trace contextRef="#ctx0" brushRef="#br0" timeOffset="159155.57">25030 8731 0,'17'-17'16,"-17"-1"0,18 18-16,70-106 15,18 18 1,-18-53 15</inkml:trace>
  <inkml:trace contextRef="#ctx0" brushRef="#br0" timeOffset="159623.87">25153 8467 0,'18'-18'16,"-1"18"-1,54-53 1,-53 35 0,105-52-1,-52 17 1,-54 35 0,36-17-1,-88 106 16,-18 52 1,35-105-17</inkml:trace>
  <inkml:trace contextRef="#ctx0" brushRef="#br0" timeOffset="160921.4">26247 7655 0,'0'-17'0,"0"-1"0,17-17 31,-34 35-15,-1 17 0,-53 36-1,54-17-15,-54 69 32,54-69-32,70 17 31,17-71-16,1 0 1,-36 1 0,-53 34-1,-70 72 1,18 52 15,70-106-31</inkml:trace>
  <inkml:trace contextRef="#ctx0" brushRef="#br0" timeOffset="161308.82">25735 8608 0,'0'0'15,"0"-18"1,18 18-16,70-88 16,18 0-1,-71 35 1,-17 35-16</inkml:trace>
  <inkml:trace contextRef="#ctx0" brushRef="#br0" timeOffset="161667.95">25912 8326 0,'-18'0'0,"36"-18"32,52 0-1,-35 1-16,1-1 1,-1 36 0,-35 35-1,-18-36 1,-17 107 0,53-107-1</inkml:trace>
  <inkml:trace contextRef="#ctx0" brushRef="#br0" timeOffset="162339.19">26494 8132 0,'-36'35'32,"1"18"-17,17 17 16</inkml:trace>
  <inkml:trace contextRef="#ctx0" brushRef="#br0" timeOffset="162842.19">26829 8149 0,'17'18'62,"-17"-36"-46</inkml:trace>
  <inkml:trace contextRef="#ctx0" brushRef="#br0" timeOffset="162998.07">27040 8149 0,'-17'-17'15,"34"17"17,1-18-17,35 18 1</inkml:trace>
  <inkml:trace contextRef="#ctx0" brushRef="#br0" timeOffset="163123.21">27182 8149 0,'0'18'16,"-18"-1"-1,36-34 17,70-36-17,-71 18 1</inkml:trace>
  <inkml:trace contextRef="#ctx0" brushRef="#br0" timeOffset="163829.99">27587 7585 0,'18'-18'16,"35"-17"15,-18 52-15,-35 19 0,-53 70 15,36-89-31,-36 36 15,17 0 1,36-35-16,18 35 31,17-53-15,18-18 0,-18 0 15,-52 36 0,-1 35-15,1 17-1,-1 19 1,0 34 15,-17-52-15,-18-36-1,18-17 1</inkml:trace>
  <inkml:trace contextRef="#ctx0" brushRef="#br0" timeOffset="211420.89">17604 10901 0,'-18'0'0,"0"-18"31,-17 1-16,17 34 1,-17 54 0,18 140 15,69-140-15,19-53-1,17-89 1,0-88 15,-105 71-15,-107 18 15,71 122-15,36 1-1,17 0 1</inkml:trace>
  <inkml:trace contextRef="#ctx0" brushRef="#br0" timeOffset="211766.95">17939 11289 0,'0'0'0,"0"18"16,0-1-16,0 71 31,0-70-15</inkml:trace>
  <inkml:trace contextRef="#ctx0" brushRef="#br0" timeOffset="211996.86">18080 11077 0,'18'-17'31,"52"34"1,-17 1-17</inkml:trace>
  <inkml:trace contextRef="#ctx0" brushRef="#br0" timeOffset="212313.04">18397 11024 0,'0'0'16,"18"-35"0,88-53 15,-53 35-16,0 0 17,-71 88-17,-53 159 17,54-53-17,17-123-15</inkml:trace>
  <inkml:trace contextRef="#ctx0" brushRef="#br0" timeOffset="212563.98">18768 11218 0,'-35'71'16,"17"-18"0,-17 17-1</inkml:trace>
  <inkml:trace contextRef="#ctx0" brushRef="#br0" timeOffset="213578.15">19103 11060 0,'18'0'0,"-18"-18"15,35-17 1,0-1-1,36-34 1,-54 52-16,1 1 16,17-19-1,-52 54 1,-19 70 0,-17 141 15,71-193-16</inkml:trace>
  <inkml:trace contextRef="#ctx0" brushRef="#br0" timeOffset="213735.03">19438 11271 0,'-35'71'15,"0"17"17</inkml:trace>
  <inkml:trace contextRef="#ctx0" brushRef="#br0" timeOffset="214507.11">19791 10918 0,'17'-17'15,"1"-1"1,17 18 0,-17 0-1,0 18-15,52 17 16,-52 0 0,-18-17-1,-53 123 1,53-123-1,-18 88 1,36-89 0,0-17-1</inkml:trace>
  <inkml:trace contextRef="#ctx0" brushRef="#br0" timeOffset="214657.11">20197 11289 0,'-18'18'0,"0"-18"16,-35 70-1,53-52 1,0 70 0</inkml:trace>
  <inkml:trace contextRef="#ctx0" brushRef="#br0" timeOffset="-214368.58">20408 11077 0,'0'0'0,"0"-17"16,35 34-1,71-17 17,-88 0-17,53-35 1</inkml:trace>
  <inkml:trace contextRef="#ctx0" brushRef="#br0" timeOffset="-214094.52">20796 10848 0,'36'0'31,"-72"0"-31,124 53 31,-88 53 0,-52 0-15,34-89-16,36 107 31,87-124-15,1-18 0,-88 18-16</inkml:trace>
  <inkml:trace contextRef="#ctx0" brushRef="#br0" timeOffset="-174949.61">14887 10354 0,'0'-35'31,"-17"-1"-16,17 19-15,-36-1 16,-105-17 15,71 35-15,-36 0 0,71 0-16,-54 0 15,-34 0 1,70 18-16,-176 34 31,105 1-15,18-17-1,1 34 1,34-34 0,-17 52-1,70-53-15,-35 53 16,-35 36-1,17 17 1,36 0 0,35 18-1,18-36 1,17 1 0,-17-36-1,52 18 1,18-18-1,142 35 17,-107-70-17,1-18 1,-54-17 0,-17-18-16,159 35 31,-89-17-16,142-36 17,-159 1-17,-71-1-15,53 0 16,36 1 0,87-54 15,-122 1-16,52-71 17,-53 17-17,-70 89-15,17-36 16,35-35 0,-34-105 15,-36 123-16,-18-71 17,0 53-17,-17 35 1,0 1 0,-36-18 15,18 35-16,36 35-15,-89-35 32,35 0-17,-17 0 17,35 18-17,0 0 1,-141 0 15,159 35-31,-89-36 31,107 36-31,-54-35 32,36 35-17,17-18 1</inkml:trace>
  <inkml:trace contextRef="#ctx0" brushRef="#br0" timeOffset="-174076.04">15416 9966 0,'36'-18'31,"-19"1"-15,1 17-16,17 17 15,1 1 1,-1 0 0,0 35 15,-53-18-15,-140 71 15,105-53-16,17-1 1,19-34-16,34 17 16,54-17-1,-53 0-15,140-18 32,-105-18-17,-35 18-15,17-18 16</inkml:trace>
  <inkml:trace contextRef="#ctx0" brushRef="#br0" timeOffset="-173563.04">15875 9966 0,'-53'53'47,"-141"141"-16,124-141-15,34 0-1</inkml:trace>
  <inkml:trace contextRef="#ctx0" brushRef="#br0" timeOffset="-169664.82">14870 10636 0,'-18'0'47,"18"-17"-16,-18 17-16,18-18 1,-17 18 0,-36-18-1,17 18 1,-69-17 15,16 34-15,1 1-1,-18 17 1,36-17 0,-18 17-1,17 0 1,36-17 0,-53 88 15,52-71-16,19-17-15,-36 105 32,35-70-17,18 18 1,-17-18 0,17-36-16,35 89 31,0-35-16,53 17 17,0-18-17,-35-52 1,36 17 0,-54-17-16,141 0 31,36-18 0,-142 0-15,19-18-1,69-53 17,-87 36-17,-18 0 1,0 0-1,-18-18 1,-17 35 0,17-52-1,0 17 1,-17-88 15,-18 88-15,0 0-1,-18 0 1,18 35-16,-17-17 16,-19 0-1,1-1 1,0 1 0,0 0-1,-1 17 1,1-17-1,17 17-15,-52-17 32,17 17-17,0 1 1,18-1 0,17 18-1,-35-18 1,35 18-1,-17 0 1</inkml:trace>
  <inkml:trace contextRef="#ctx0" brushRef="#br0" timeOffset="-168881.39">14252 10918 0,'0'-17'0,"0"-1"31,-17 18-15,17 124 15,0-18-15,-18-36-1,18 1 1,0-54-16</inkml:trace>
  <inkml:trace contextRef="#ctx0" brushRef="#br0" timeOffset="-168623.04">14305 11095 0,'18'0'15,"-18"70"16,-18 19-15,1-1 0,17-71-1,0 1-15</inkml:trace>
  <inkml:trace contextRef="#ctx0" brushRef="#br0" timeOffset="-168278.84">14252 10918 0,'0'18'16,"0"17"-1,18 18 1,0-35-16,34 123 31,-16-53-15,52 0 15,-53-70-15,-35-36-16,18 1 15,17-36 1,-17 18-16,35-195 31,-36 177-15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11:15:36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12665 7620 0,'17'-18'125,"1"18"-109,0-35-1,-1 17 1,1-17 15,0 0-15,-1 17 0,1 1-1,17-1 16,-35 0-15,18 18-16,-18 18 16,17 17-1,-17 18 1,-17 35 0,17-17-1,0-36 1</inkml:trace>
  <inkml:trace contextRef="#ctx0" brushRef="#br0" timeOffset="817.04">13406 7426 0,'17'0'46,"54"0"-14,-36 18-17,-17 17 1,-18-17 0,-36 52-1,36-52-15,0 52 31,53-34-15,71-19 15</inkml:trace>
  <inkml:trace contextRef="#ctx0" brushRef="#br0" timeOffset="1554.75">14552 7338 0,'53'-35'32,"-106"70"-32,159-88 31,-88 53-31,-18 18 16,17-1-1,-17 36 1,-17-18-1,17-17 1,52 0 15,1-1-15,-35 36 15,-53-18-15,-1 1-1,19-36-15,-18 0 16,35-18 0</inkml:trace>
  <inkml:trace contextRef="#ctx0" brushRef="#br0" timeOffset="2226.8">15787 7232 0,'0'0'0,"17"0"32,-34 0-32,17 35 15,-35 18 1,35 18 0,0-36-1,35 0 1,-18-35-1,1 0-15,0-17 16,-36 34 0,-17 36-1,-18 53 17</inkml:trace>
  <inkml:trace contextRef="#ctx0" brushRef="#br0" timeOffset="3246.09">16810 7373 0,'-18'18'16,"1"17"-1,-1 0 1,18 1 0,0-19-1,53 1 1,0-1-1,-18-17 1,-35 18 0,-35 53-1,35-54-15,-18 1 16,-70 35 0,70-36-1,-35-17 1</inkml:trace>
  <inkml:trace contextRef="#ctx0" brushRef="#br0" timeOffset="3399.16">16792 7444 0,'0'-18'0,"0"36"0,36-71 16,-19 53-16,124 0 31,-70 0-16</inkml:trace>
  <inkml:trace contextRef="#ctx0" brushRef="#br0" timeOffset="4090.36">17992 7373 0,'0'0'0,"0"-18"16,-18 36 15,-35 35-15,35 0-1,18 0 1,0-18 0,71 18-1,-18-71 1,-35-17-1,-89 17 17,0 54-17,1 34 17</inkml:trace>
  <inkml:trace contextRef="#ctx0" brushRef="#br0" timeOffset="4974.22">19015 7267 0,'0'18'16,"17"0"-1,1-1 1,17 1 0,1-18-1,16-18 1,-16 18-1,-19 18 17,-34-1-32,-19 36 15,-34 36 1,17-37 0,53-34-1</inkml:trace>
  <inkml:trace contextRef="#ctx0" brushRef="#br0" timeOffset="5152.46">19015 7479 0,'0'-18'15,"0"36"-15,17-36 16,72 36 0,-1-18-1,-35 0 1</inkml:trace>
  <inkml:trace contextRef="#ctx0" brushRef="#br0" timeOffset="5818.04">20144 7355 0,'0'0'0,"70"18"31,-70 0-31,35-18 15,36-18 1,-36-17 0,-17 0-1,-18-18 1,0 17 0,-35 1 15,17 70-16,-17 36 1,-18 35 0,0-18-1,18-35 1,17-36-16,-17 19 16,17-36-16,-35-36 31,53 1-16,53 0 1,141-71 15</inkml:trace>
  <inkml:trace contextRef="#ctx0" brushRef="#br0" timeOffset="6728.66">21184 7320 0,'-17'53'31,"52"-35"-15,0-18 0,36-18-1,-71 0 1,35-52-1,-53 52 1,-17 1 0,18 17-1,-19 70 1,36-35 0,18-17-1</inkml:trace>
  <inkml:trace contextRef="#ctx0" brushRef="#br0" timeOffset="6918.63">21325 7355 0,'-17'36'15,"-1"-19"1,-52 124 0,70-105-1,-89 87 1,54-105-1,-18-18 1,18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26 24575,'0'0'0,"-1"-1"0,1 0 0,0 0 0,0 0 0,0 0 0,0 0 0,0 0 0,0 0 0,0 0 0,0 0 0,0 0 0,0 0 0,0 0 0,1 0 0,-1 0 0,0 1 0,1-1 0,-1 0 0,1 0 0,-1 0 0,1 0 0,-1 1 0,1-1 0,-1 0 0,1 0 0,0 1 0,0-1 0,-1 1 0,2-2 0,-1 3 0,0 0 0,0 0 0,0 0 0,0 0 0,0 0 0,0 0 0,0 0 0,0 0 0,-1 0 0,1 0 0,0 0 0,-1 1 0,1-1 0,-1 0 0,1 0 0,-1 1 0,1-1 0,-1 0 0,0 1 0,0 1 0,12 52 0,-4 1 0,-1 0 0,-3 1 0,-3 0 0,-7 71 0,4-111-341,-1 1 0,0-1-1,-12 31 1,6-26-6485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24575,'0'5'0,"4"5"0,2 5 0,-1 5 0,-1 3 0,-1 3 0,-1 4 0,-1 2 0,0 0 0,-1 3 0,0 0 0,-1-2 0,1-2 0,0-1 0,0-3 0,0-5-8191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24575,'2'1'0,"1"1"0,-1-1 0,0 1 0,0 0 0,0 0 0,0 0 0,-1 0 0,1 0 0,0 0 0,-1 0 0,1 0 0,-1 1 0,0-1 0,0 1 0,0-1 0,0 1 0,0 3 0,3 3 0,120 213 0,-103-187 0,23 57 0,-38-75 0,1 0 0,0 0 0,1-1 0,1 0 0,1-1 0,0 0 0,1 0 0,23 23 0,-33-37 0,-1-1 0,1 1 0,-1-1 0,1 0 0,0 1 0,-1-1 0,1 0 0,0 1 0,-1-1 0,1 0 0,0 0 0,-1 1 0,1-1 0,0 0 0,-1 0 0,1 0 0,0 0 0,0 0 0,-1 0 0,1 0 0,0 0 0,0 0 0,-1 0 0,1-1 0,0 1 0,-1 0 0,1 0 0,0-1 0,-1 1 0,1 0 0,0-1 0,-1 1 0,1-1 0,-1 1 0,1-1 0,-1 1 0,1-1 0,-1 1 0,1-1 0,-1 0 0,1 1 0,-1-1 0,0 1 0,1-1 0,-1 0 0,0 1 0,0-1 0,0 0 0,1 0 0,-1 1 0,0-1 0,0 0 0,0-1 0,8-52 0,-6 40 0,23-234 0,-16 139 0,-4 63-110,-1 21-69,-1 0-1,-1 0 1,-2 1 0,0-1 0,-2 0-1,-4-25 1,0 35-6647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24575,'5'-2'0,"0"0"0,0 0 0,-1-1 0,1 0 0,-1 0 0,1 0 0,-1 0 0,0-1 0,0 0 0,-1 1 0,7-9 0,1 0 0,-2 2 0,-1-1 0,0 0 0,-1 0 0,0-1 0,10-22 0,11-19 0,-28 52 0,0 1 0,0-1 0,0 1 0,1-1 0,-1 1 0,0-1 0,0 1 0,1-1 0,-1 1 0,0-1 0,1 1 0,-1 0 0,0-1 0,1 1 0,-1-1 0,1 1 0,-1 0 0,1-1 0,-1 1 0,0 0 0,1 0 0,-1-1 0,1 1 0,0 0 0,-1 0 0,1 0 0,-1 0 0,1-1 0,-1 1 0,1 0 0,-1 0 0,2 0 0,3 18 0,-8 29 0,-47 215-1365,42-234-5461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24575,'4'0'0,"6"0"0,6 0 0,0 4 0,1 1 0,2 1 0,3-2 0,1-1 0,2 4 0,0-5 0,1-6 0,-9-3 0,-7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24575,'4'0'0,"6"0"0,6 0 0,3 0 0,4 0 0,2 0 0,2 0 0,-1 0 0,1-4 0,-1-2 0,-4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6 24575,'0'-4'0,"0"2"0,0 7 0,0 6 0,-5 10 0,0 5 0,-1 8 0,2 2 0,1-1 0,1-2 0,1-2 0,1-2 0,0-11 0,0-7-8191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24575,'4'-1'0,"0"-1"0,0 0 0,0 0 0,0 0 0,-1 0 0,1-1 0,-1 0 0,0 1 0,0-1 0,0-1 0,3-3 0,15-12 0,-18 17 0,0 0 0,0 0 0,1 0 0,-1 1 0,0-1 0,1 1 0,-1 0 0,1 0 0,-1 0 0,1 1 0,-1-1 0,1 1 0,0 0 0,-1 0 0,1 0 0,-1 0 0,1 1 0,0-1 0,-1 1 0,6 2 0,-7-2 0,0 0 0,0 0 0,0 0 0,0 1 0,-1-1 0,1 1 0,-1-1 0,1 1 0,-1 0 0,1-1 0,-1 1 0,0 0 0,0 0 0,0 0 0,0 0 0,0 0 0,0 0 0,-1 0 0,1 0 0,-1 1 0,1-1 0,-1 0 0,0 0 0,0 0 0,0 1 0,0-1 0,0 0 0,-1 0 0,1 0 0,-1 0 0,1 1 0,-1-1 0,0 0 0,-1 3 0,-12 29 0,10-26 0,1 0 0,0 0 0,0 0 0,1 0 0,-2 12 0,4-17 0,0 0 0,0 0 0,0 0 0,0 0 0,1 0 0,-1 0 0,1 0 0,0 0 0,0 0 0,0 0 0,0 0 0,1 0 0,-1-1 0,1 1 0,0-1 0,0 1 0,0-1 0,0 1 0,2 1 0,4 3 0,0 0 0,1-1 0,0 0 0,0-1 0,0 0 0,12 5 0,29 17 0,-49-26 0,0 0 0,0 0 0,0 0 0,0 0 0,0 1 0,0-1 0,-1 0 0,1 1 0,-1-1 0,1 0 0,-1 1 0,1-1 0,-1 0 0,0 1 0,0-1 0,1 1 0,-1-1 0,0 1 0,0-1 0,-1 1 0,1-1 0,0 0 0,0 1 0,-1-1 0,1 1 0,-1-1 0,1 0 0,-1 1 0,0-1 0,1 0 0,-1 0 0,0 1 0,0-1 0,-1 1 0,-33 43 0,33-44 0,-2 4 10,-1 0 0,0 0 0,0-1 0,0 0 0,-1 0 0,0 0 0,0-1 0,0 0 0,0 0 0,0 0 0,-9 1 0,12-3-72,-1 0 0,1-1 0,-1 1 0,1-1 1,-1 0-1,1 0 0,-1-1 0,1 1 0,-1-1 0,1 1 0,0-1 0,-1 0 1,1 0-1,0-1 0,0 1 0,-1-1 0,1 0 0,0 1 0,0-1 0,1 0 1,-1-1-1,0 1 0,-2-4 0,-12-14-6764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0 24575,'0'5'0,"-4"5"0,-2 6 0,1 8 0,-4 5 0,0 6 0,-2 1 0,-1 3 0,-1 0 0,1-3 0,-2-3 0,2-3 0,2-7-8191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24575,'-1'0'0,"0"1"0,0-1 0,0 1 0,0 0 0,0-1 0,0 1 0,0 0 0,0 0 0,0 0 0,0-1 0,0 1 0,0 0 0,0 0 0,1 1 0,-1-1 0,0 0 0,1 0 0,-1 0 0,0 2 0,-12 32 0,10-26 0,-29 83 0,30-84 0,0 0 0,1 0 0,-1-1 0,1 1 0,1 0 0,-1 0 0,1 0 0,1 0 0,2 15 0,-2-21 0,0-1 0,0 1 0,-1-1 0,1 1 0,1-1 0,-1 1 0,0-1 0,0 0 0,0 1 0,1-1 0,-1 0 0,1 0 0,-1 0 0,1 0 0,-1 0 0,1 0 0,-1-1 0,1 1 0,0 0 0,0-1 0,-1 1 0,1-1 0,0 0 0,0 0 0,-1 0 0,1 1 0,0-2 0,2 1 0,-2 0 0,0 0 0,0 0 0,0 0 0,0 0 0,0 0 0,0 0 0,0 1 0,0-1 0,0 1 0,0-1 0,0 1 0,0 0 0,0-1 0,-1 1 0,1 0 0,0 1 0,-1-1 0,1 0 0,0 0 0,-1 1 0,0-1 0,1 1 0,-1-1 0,0 1 0,0-1 0,0 1 0,0 0 0,0 0 0,0-1 0,0 1 0,1 4 0,2 21-10,-1 0 0,-2 0 0,0 0 0,-5 44 0,1-9-1305,2-49-5511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24575,'0'5'0,"-5"5"0,-1 10 0,-3 6 0,-2 6 0,3 4 0,-3-2 0,1-1 0,2-2 0,-2-2 0,1-7-8191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 24575,'0'4'0,"-5"6"0,0 6 0,-1 4 0,-2 7 0,-1 4 0,1 5 0,-2 1 0,1 2 0,2 0 0,6-8 0,3-9-8191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37 24575,'0'-1'0,"1"-1"0,-1 1 0,0 0 0,0-1 0,0 1 0,-1-1 0,1 1 0,0-1 0,0 1 0,-1-1 0,1 1 0,-1-1 0,1 1 0,-1 0 0,0-1 0,1 1 0,-1 0 0,0 0 0,0 0 0,0-1 0,0 1 0,0 0 0,0 0 0,0 0 0,-2-1 0,1 2 0,0-1 0,0 1 0,0 0 0,0 0 0,0 0 0,0 0 0,0 0 0,0 0 0,0 0 0,0 1 0,0-1 0,0 1 0,0-1 0,0 1 0,0 0 0,-2 1 0,-4 2 0,-1 1 0,1 0 0,0 0 0,1 1 0,-1 0 0,-12 14 0,6-1 0,0 0 0,2 1 0,0 0 0,1 0 0,1 1 0,1 1 0,-12 43 0,18-53 0,0 1 0,1-1 0,1 0 0,-1 1 0,2-1 0,0 1 0,0-1 0,2 1 0,-1-1 0,1 1 0,1-1 0,0 0 0,1 0 0,0 0 0,1-1 0,9 16 0,-13-25 0,0 0 0,0-1 0,0 1 0,0-1 0,0 1 0,1-1 0,-1 0 0,0 1 0,1-1 0,-1 0 0,1 0 0,0 0 0,-1 0 0,1 0 0,0 0 0,-1-1 0,1 1 0,0 0 0,0-1 0,0 0 0,0 1 0,0-1 0,0 0 0,3 0 0,-1-1 0,-1 0 0,1 0 0,-1 0 0,1 0 0,-1 0 0,1-1 0,-1 0 0,0 0 0,0 0 0,0 0 0,0 0 0,4-4 0,-3 2 0,1 0 0,-1 0 0,0-1 0,-1 1 0,1-1 0,-1 0 0,0 0 0,0 0 0,0 0 0,-1-1 0,0 1 0,0-1 0,0 0 0,-1 1 0,1-1 0,0-11 0,-2 15 0,0-1 0,-1 1 0,1 0 0,0-1 0,-1 1 0,1 0 0,-1 0 0,0-1 0,1 1 0,-1 0 0,0 0 0,0 0 0,-1 0 0,1 0 0,0 0 0,-1 0 0,1 1 0,-1-1 0,1 0 0,-1 1 0,0-1 0,0 1 0,0 0 0,0-1 0,0 1 0,0 0 0,0 0 0,0 0 0,0 1 0,-1-1 0,1 0 0,0 1 0,0 0 0,-1-1 0,1 1 0,0 0 0,-1 0 0,1 0 0,0 1 0,-4 0 0,0 0 0,-1 1 0,1 0 0,0 0 0,0 1 0,0 0 0,1 0 0,-1 0 0,1 1 0,-1-1 0,1 1 0,0 1 0,1-1 0,-7 8 0,5-5-118,3-3-7,0 0 1,-1 0-1,1 0 0,1 1 1,-1-1-1,1 1 0,0 0 0,0-1 1,-2 8-1,3 2-6701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24575,'0'5'0,"0"5"0,-4 6 0,-2 4 0,-4 7 0,-4 8 0,-5 2 0,1 4 0,0-1 0,2-3 0,0-4 0,3-7-8191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 24575,'0'-1'0,"0"1"0,-1 0 0,1 0 0,0 0 0,-1 0 0,1 0 0,0 0 0,-1 0 0,1 0 0,0 0 0,-1 0 0,1 0 0,0 0 0,-1 0 0,1 0 0,0 0 0,-1 0 0,1 1 0,0-1 0,-1 0 0,1 0 0,0 0 0,0 0 0,-1 1 0,1-1 0,0 0 0,0 0 0,-1 1 0,1-1 0,0 0 0,0 0 0,-1 1 0,1-1 0,0 0 0,0 1 0,0-1 0,0 0 0,0 1 0,8 12 0,20 7 0,-19-17 0,-1-1 0,1 0 0,0 0 0,0-1 0,0-1 0,0 1 0,0-1 0,0-1 0,0 1 0,0-2 0,0 1 0,0-1 0,-1 0 0,1-1 0,-1 0 0,1-1 0,8-4 0,-17 8 0,1-1 0,-1 1 0,0 0 0,1-1 0,-1 1 0,1 0 0,-1 0 0,1-1 0,-1 1 0,1 0 0,-1 0 0,0 0 0,1 0 0,-1 0 0,1 0 0,-1 0 0,1 0 0,-1 0 0,1 0 0,-1 0 0,1 0 0,-1 0 0,1 0 0,-1 0 0,1 1 0,-1-1 0,1 0 0,-1 0 0,1 0 0,-1 1 0,1-1 0,-1 0 0,0 1 0,1-1 0,-1 20 0,-18 30 0,15-43 0,-18 57 0,-23 116 0,5-16 0,22-121-1365,10-27-5461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24575,'0'-5'0,"5"0"0,0 4 0,5 2 0,4 1 0,5 1 0,3-1 0,2-1 0,6 0 0,2 0 0,-1-5 0,0-2 0,-2-4 0,-1 0 0,-1 1 0,-5 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24575,'0'5'0,"0"5"0,0 5 0,0 5 0,-4 3 0,-2 2 0,0 1 0,-3 5 0,1 1 0,-4 0 0,0 3 0,3 0 0,-1-2 0,0-2 0,2-7-8191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123 229 24575,'3'0'0,"0"-1"0,0 0 0,0 0 0,-1 0 0,1 0 0,0 0 0,-1-1 0,1 1 0,-1-1 0,0 0 0,1 1 0,-1-1 0,0 0 0,0-1 0,0 1 0,0 0 0,1-3 0,1 0 0,0-1 0,0 1 0,-1-1 0,0 0 0,0 0 0,3-9 0,-4 6 0,-1 0 0,0 1 0,0-1 0,-1 0 0,0 0 0,0 1 0,-1-1 0,0 0 0,-1 1 0,-2-11 0,3 17 0,1 0 0,-1-1 0,0 1 0,0 0 0,0 0 0,0 0 0,0 0 0,0 0 0,-1 0 0,1 0 0,0 0 0,-1 0 0,0 1 0,1-1 0,-1 1 0,0-1 0,0 1 0,0-1 0,0 1 0,0 0 0,0 0 0,0 0 0,-1 0 0,1 1 0,0-1 0,0 1 0,-1-1 0,1 1 0,0 0 0,-1-1 0,1 1 0,-1 1 0,1-1 0,0 0 0,-1 0 0,1 1 0,0-1 0,0 1 0,-1 0 0,1 0 0,-4 2 0,2-1 0,0 0 0,0 0 0,-1 1 0,1 0 0,1 0 0,-1 0 0,0 0 0,1 1 0,0-1 0,-1 1 0,1 0 0,1 0 0,-1 0 0,1 0 0,-1 0 0,1 1 0,0-1 0,1 1 0,-1-1 0,1 1 0,0 0 0,0 0 0,1-1 0,-1 1 0,1 0 0,0 8 0,2 13 0,1 0 0,1-1 0,13 49 0,-6-31 0,2 9 0,-5-28 0,-2 1 0,-1 0 0,-1 0 0,1 30 0,-5-49 0,0 0 0,0-1 0,-1 1 0,0 0 0,0 0 0,0-1 0,0 1 0,-1-1 0,0 1 0,0-1 0,-1 0 0,0 0 0,1 0 0,-2 0 0,1 0 0,0-1 0,-1 1 0,0-1 0,0 0 0,0 0 0,-1-1 0,1 1 0,-10 5 0,13-8 0,-1-1 0,1 1 0,0 0 0,0-1 0,0 1 0,0-1 0,-1 1 0,1-1 0,0 0 0,-1 1 0,1-1 0,0 0 0,0 0 0,-1 0 0,1 0 0,0 0 0,-1 0 0,1-1 0,0 1 0,-1 0 0,1 0 0,0-1 0,0 1 0,0-1 0,-2-1 0,1 1 0,0-1 0,1 1 0,-1-1 0,1 0 0,0 0 0,0 0 0,0 0 0,0 0 0,0 0 0,0 0 0,0 0 0,0 0 0,0-4 0,0-2 0,0 0 0,0 0 0,0 0 0,1 0 0,1 0 0,-1 0 0,3-12 0,5 0-29,0 1-1,1 0 1,1 1-1,20-31 1,-8 16-1189,-9 11-5608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24575,'0'5'0,"0"5"0,-4 5 0,-2 5 0,0 3 0,-2 2 0,-1 1 0,1 5 0,-1 1 0,-1 0 0,7-6 0,4-11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71 24575,'-1'10'0,"0"0"0,-1 0 0,0 0 0,0-1 0,-6 12 0,6-15 0,-1 0 0,1 0 0,0 0 0,1 0 0,-1 0 0,1 1 0,0-1 0,1 1 0,0-1 0,0 0 0,0 1 0,1-1 0,0 1 0,2 7 0,-3-13 0,0 1 0,1-1 0,0 1 0,-1-1 0,1 0 0,0 1 0,0-1 0,0 0 0,-1 1 0,1-1 0,1 0 0,-1 0 0,0 0 0,0 0 0,0 0 0,1 0 0,-1 0 0,0 0 0,1-1 0,-1 1 0,1 0 0,-1-1 0,1 1 0,2-1 0,-1 0 0,-1 0 0,1 0 0,-1-1 0,1 1 0,0-1 0,-1 0 0,1 1 0,-1-1 0,1-1 0,-1 1 0,0 0 0,1 0 0,2-3 0,3-3 0,0 1 0,0-2 0,-1 1 0,0-1 0,0 0 0,7-12 0,-3 1 0,0-1 0,8-22 0,-17 37 0,0-1 0,0 1 0,0-1 0,-1 0 0,0 0 0,0 0 0,0 1 0,-1-1 0,0 0 0,0 0 0,-1 0 0,1 0 0,-3-6 0,3 10 0,0 1 0,-1 0 0,1 0 0,-1-1 0,1 1 0,-1 0 0,0 0 0,1 0 0,-1 0 0,0 0 0,0 0 0,0 0 0,0 0 0,0 0 0,0 0 0,0 1 0,0-1 0,0 0 0,0 0 0,0 1 0,-1-1 0,1 1 0,0-1 0,0 1 0,-2-1 0,0 1 0,0 0 0,0 1 0,0-1 0,0 0 0,0 1 0,0-1 0,1 1 0,-1 0 0,0 0 0,0 0 0,-2 2 0,-4 2 0,1 0 0,0 0 0,0 1 0,0 0 0,1 1 0,-7 7 0,0 5-1365,5-1-5461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24575,'3'6'0,"1"0"0,-1 0 0,0 0 0,0 0 0,-1 0 0,0 0 0,0 1 0,0-1 0,-1 1 0,0 0 0,0-1 0,-1 1 0,0 10 0,4 19 0,-1-17 0,4 21 0,-2 0 0,1 63 0,-6-93 0,0 0 0,-1 0 0,0 0 0,-1 0 0,0-1 0,0 1 0,-1 0 0,0-1 0,-1 0 0,0 1 0,-1-1 0,0-1 0,0 1 0,-1-1 0,-12 15 0,13-19 12,1 0 0,-1-1 0,-1 1 0,1-1 0,0 0 0,-1-1 0,1 1 0,-1-1 0,-9 3 0,12-4-86,0-1-1,-1 1 1,1-1 0,0 1 0,0-1-1,-1 0 1,1 0 0,0 0 0,0 0-1,-1-1 1,1 0 0,0 1 0,0-1-1,0 0 1,0 0 0,0-1 0,0 1-1,0-1 1,-3-2 0,-6-7-6752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0 24575,'0'5'0,"0"5"0,-4 10 0,-2 6 0,-4 6 0,0 4 0,-3 3 0,1 4 0,-2 3 0,2-2 0,-2 1 0,1-4 0,4-13 0,7-10 0,4-10-8191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24575,'5'0'0,"5"0"0,1-4 0,-1-2-8191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24575,'0'5'0,"5"1"0,5-1 0,1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24575,'0'5'0,"4"1"0,6-5 0,2-3-8191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13 24575,'0'0'0,"0"-1"0,0 1 0,0-1 0,0 1 0,0-1 0,0 1 0,0 0 0,0-1 0,0 1 0,0-1 0,0 1 0,0-1 0,0 1 0,1 0 0,-1-1 0,0 1 0,0-1 0,0 1 0,1 0 0,-1-1 0,0 1 0,1 0 0,-1 0 0,0-1 0,1 1 0,-1 0 0,0-1 0,1 1 0,-1 0 0,0 0 0,1 0 0,-1 0 0,1-1 0,-1 1 0,1 0 0,-1 0 0,0 0 0,1 0 0,-1 0 0,1 0 0,-1 0 0,1 0 0,-1 0 0,0 0 0,1 0 0,-1 0 0,1 0 0,-1 1 0,0-1 0,1 0 0,-1 0 0,1 0 0,-1 1 0,0-1 0,1 0 0,-1 0 0,0 1 0,1-1 0,20 19 0,-17-10 0,-1 0 0,0 0 0,-1 1 0,0-1 0,0 0 0,-1 1 0,0-1 0,0 1 0,-1-1 0,-3 17 0,1-10 0,-1 0 0,0-1 0,-1 1 0,-1-1 0,-11 24 0,15-37 0,0 0 0,0 0 0,0 0 0,0 0 0,0 0 0,1 1 0,-1-1 0,1 0 0,-1 0 0,1 1 0,0-1 0,0 0 0,0 1 0,0-1 0,0 0 0,0 1 0,1-1 0,-1 0 0,1 0 0,0 1 0,0-1 0,-1 0 0,1 0 0,1 0 0,-1 0 0,0 0 0,0 0 0,1 0 0,-1-1 0,1 1 0,0 0 0,-1-1 0,1 1 0,0-1 0,0 0 0,0 1 0,0-1 0,3 1 0,-1 0 0,0 0 0,0-1 0,0 0 0,0 0 0,0 0 0,1 0 0,-1-1 0,0 1 0,0-1 0,1 0 0,-1 0 0,0-1 0,0 1 0,1-1 0,-1 0 0,0 0 0,0-1 0,0 1 0,4-3 0,-11 7 0,1-1 0,0 0 0,-1 1 0,1 0 0,0-1 0,0 1 0,1 0 0,-1 0 0,1 0 0,-1 0 0,1 0 0,0 0 0,0 1 0,0-1 0,0 0 0,0 5 0,-3 60 0,3-58 0,2 43 0,3 0 0,10 55 0,-11-90 0,-1-2 0,0 0 0,-1 0 0,-1 0 0,-1 0 0,0 0 0,-4 19 0,5-31 0,-1-1 0,0 0 0,0 0 0,1 1 0,-2-1 0,1 0 0,0 0 0,-1 0 0,1 0 0,-1-1 0,0 1 0,0 0 0,0-1 0,0 1 0,-1-1 0,1 1 0,-1-1 0,1 0 0,-1 0 0,0-1 0,1 1 0,-1 0 0,0-1 0,0 0 0,-1 1 0,1-1 0,0 0 0,0-1 0,0 1 0,-1-1 0,1 1 0,0-1 0,-1 0 0,1 0 0,0 0 0,-6-2 0,1 0-136,1 0-1,0-1 1,0 0-1,0 0 1,1 0-1,-1-1 1,1 0-1,0-1 0,-10-8 1,-7-7-6690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24575,'6'73'0,"-3"-49"0,-1 1 0,-2-1 0,-1 28 0,0-44 0,0 1 0,-1-1 0,0 0 0,0 0 0,-1 0 0,0-1 0,0 1 0,-1-1 0,0 1 0,0-1 0,-1 0 0,0-1 0,-10 11 0,-1 1 0,25-20 0,-5 0 0,0 0 0,1 0 0,0 0 0,-1 1 0,1 0 0,9-1 0,-12 2 0,1 0 0,0 0 0,-1 1 0,1-1 0,-1 1 0,1-1 0,-1 1 0,0 0 0,1 0 0,-1 0 0,0 0 0,1 0 0,-1 1 0,0-1 0,0 1 0,0-1 0,0 1 0,2 2 0,-1 1 0,0-1 0,0 1 0,0 0 0,0 0 0,-1 0 0,1 0 0,-1 0 0,1 6 0,2 11 0,-1 1 0,-1-1 0,0 28 0,-3-45 0,3 80 0,-2-19 0,16 101 0,-16-162 15,0 0 0,0-1 0,0 1 0,1-1 0,0 0 0,0 1 0,3 4 0,-4-8-59,-1 0 1,1 0-1,0 0 0,-1 0 1,1 0-1,0 0 0,0-1 1,0 1-1,0 0 0,0-1 1,0 1-1,0 0 0,0-1 1,0 1-1,0-1 0,0 0 0,0 1 1,0-1-1,0 0 0,0 0 1,0 1-1,0-1 0,1 0 1,-1 0-1,0 0 0,0 0 1,0-1-1,0 1 0,0 0 1,0 0-1,1-1 0,-1 1 1,2-2-1,10-6-6782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0 259 24575,'18'-21'0,"-1"0"0,-1-1 0,-1-1 0,-1 0 0,-1-1 0,-1-1 0,-1 0 0,9-34 0,-18 44 0,-9 40 0,6 3 0,1-1 0,5 44 0,-2-39 0,-2 51 0,-13 264-1365,12-321-5461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24575,'0'4'0,"0"6"0,0 6 0,0 4 0,-5 3 0,0 2 0,-1 1 0,2 0 0,1 1 0,1-5-8191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0 131 24575,'4'-2'0,"-1"0"0,1-1 0,0 1 0,-1-1 0,0 1 0,0-1 0,0 0 0,0-1 0,0 1 0,-1 0 0,1-1 0,-1 1 0,3-7 0,5-5 0,-4 7 0,1 1 0,0 1 0,0-1 0,0 1 0,1 0 0,-1 1 0,2 0 0,-1 0 0,10-4 0,-16 9 0,0-1 0,0 0 0,0 0 0,0 1 0,0-1 0,0 1 0,1 0 0,-1 0 0,0 0 0,0 0 0,1 0 0,-1 0 0,0 1 0,0-1 0,0 0 0,0 1 0,4 1 0,-4 0 0,0-1 0,0 1 0,-1 0 0,1-1 0,0 1 0,-1 0 0,1 0 0,-1 0 0,0 0 0,0 1 0,0-1 0,0 0 0,0 0 0,0 1 0,0-1 0,-1 1 0,1-1 0,-1 0 0,0 5 0,1 5 0,-1-1 0,-1 0 0,0 1 0,0-1 0,-1 0 0,0 0 0,-1 0 0,-1 0 0,-7 17 0,-9 13 0,-26 41 0,27-49 0,-1-4 0,16-24 0,0 0 0,1 0 0,-1 0 0,1 1 0,0-1 0,0 1 0,0 0 0,1 0 0,0 0 0,-2 9 0,5-13 0,-1 0 0,0-1 0,1 1 0,0-1 0,-1 1 0,1-1 0,0 1 0,0-1 0,0 1 0,0-1 0,0 0 0,0 1 0,0-1 0,0 0 0,1 0 0,-1 0 0,0 0 0,1 0 0,-1 0 0,3 1 0,39 19 0,-28-15 0,38 26-1,-42-25-169,-1 0-1,2 0 0,-1-1 1,1 0-1,0-1 1,0-1-1,14 4 1,-4-6-6656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12 24575,'0'-5'0,"-4"-1"0,-2 5 0,5 2 0,2 6 0,2 6 0,-1 4 0,0 5 0,0 2 0,-1 2 0,-1 0 0,-4 1 0,-1-1 0,-1 0 0,2-4-8191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24575,'1'5'0,"1"-1"0,-1 1 0,1-1 0,0 0 0,0 1 0,0-1 0,0 0 0,5 6 0,5 10 0,-10-15 0,2 4 0,1 0 0,0 0 0,0-1 0,10 13 0,-14-20 0,-1 0 0,1 0 0,0 0 0,0 0 0,0 0 0,-1 0 0,1-1 0,0 1 0,0 0 0,0-1 0,0 1 0,0-1 0,0 1 0,0-1 0,1 0 0,-1 1 0,0-1 0,0 0 0,0 0 0,0 1 0,0-1 0,1 0 0,-1 0 0,0-1 0,0 1 0,0 0 0,0 0 0,0 0 0,1-1 0,-1 1 0,0 0 0,0-1 0,0 1 0,0-1 0,0 0 0,0 1 0,0-1 0,0 0 0,0 0 0,-1 1 0,1-1 0,0 0 0,0 0 0,-1 0 0,1 0 0,0 0 0,-1 0 0,1 0 0,0-2 0,9-16-227,-1-1-1,-1 0 1,0 0-1,-2-1 1,5-22-1,-6 20-6598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24575,'0'4'0,"-4"2"0,-2 4 0,0 4 0,2 5 0,1 3 0,1 2 0,1 2 0,0 0 0,1 0 0,-4 0 0,-1 0 0,0 0 0,-4-4 0,0-7-8191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24575,'20'54'0,"-6"-1"0,-10-33 0,1 0 0,1 0 0,1-1 0,1 0 0,10 20 0,-17-38 0,0 1 0,-1-1 0,1 1 0,0-1 0,0 0 0,0 1 0,0-1 0,0 0 0,1 0 0,-1 0 0,0 1 0,1-2 0,-1 1 0,0 0 0,1 0 0,-1 0 0,1-1 0,-1 1 0,1 0 0,0-1 0,-1 0 0,1 1 0,-1-1 0,1 0 0,0 0 0,-1 0 0,3 0 0,0-1 0,-1 0 0,0 0 0,0-1 0,0 1 0,0-1 0,0 0 0,0 0 0,0 0 0,-1 0 0,1 0 0,-1-1 0,4-3 0,5-8 0,-1 0 0,0 0 0,-1-1 0,9-20 0,23-74-1365,-31 80-5461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6 24575,'0'-4'0,"0"2"0,0 7 0,0 6 0,0 6 0,0 4 0,-4 3 0,-2 6 0,1 2 0,0 1 0,2-2 0,-3-2 0,-1-5-8191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24575,'2'18'0,"2"-1"0,-1 0 0,2 0 0,0 0 0,11 22 0,-15-37 0,-1 0 0,1-1 0,-1 1 0,1 0 0,0-1 0,0 1 0,0 0 0,0-1 0,0 1 0,0-1 0,0 0 0,1 1 0,-1-1 0,0 0 0,1 0 0,-1 0 0,1 1 0,0-2 0,-1 1 0,1 0 0,0 0 0,-1 0 0,1-1 0,3 1 0,-2-1 0,0 0 0,-1-1 0,1 1 0,-1-1 0,1 1 0,-1-1 0,1 0 0,-1 0 0,1-1 0,-1 1 0,0 0 0,1-1 0,-1 1 0,0-1 0,2-2 0,3-2 0,-1-1 0,0 1 0,0-1 0,-1 0 0,1-1 0,-2 0 0,1 1 0,-1-1 0,5-14 0,-7 2-1365,-3 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24575,'0'4'0,"0"6"0,-4 6 0,-2 4 0,0 3 0,2 2 0,1 1 0,1 0 0,1 1 0,0-1 0,1 0 0,0-4-8191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24575,'0'5'0,"0"5"0,5 6 0,0 4 0,1 3 0,-2 2 0,4-3 0,4-6 0,4-9 0,5-11 0,2-9 0,2-6 0,-4-4 0,0 1 0,-5 1 0,-4 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24575,'1'1'0,"-1"-1"0,0 0 0,1 1 0,-1-1 0,0 0 0,1 1 0,-1-1 0,0 0 0,1 1 0,-1-1 0,0 1 0,0-1 0,0 0 0,1 1 0,-1-1 0,0 1 0,0-1 0,0 1 0,0-1 0,0 1 0,0-1 0,0 1 0,0-1 0,0 0 0,0 1 0,0-1 0,0 1 0,0-1 0,0 1 0,-1-1 0,1 1 0,0-1 0,0 0 0,0 1 0,-1-1 0,1 1 0,-1 0 0,-10 28 0,6-17 0,1 1 0,1-1 0,0 1 0,1 0 0,0 0 0,1 0 0,1 0 0,1 25 0,0-34 0,-1 1 0,1-1 0,0 0 0,0 0 0,1 0 0,-1 0 0,1 0 0,0 0 0,0 0 0,0 0 0,1-1 0,-1 1 0,1-1 0,0 1 0,0-1 0,0 0 0,0 0 0,1-1 0,-1 1 0,1-1 0,-1 1 0,1-1 0,0 0 0,0-1 0,0 1 0,7 1 0,30 4 0,-31-7 0,0 2 0,0-1 0,0 1 0,-1 0 0,1 1 0,15 7 0,-24-10 0,0 1 0,0 0 0,0 0 0,1 0 0,-1 0 0,0 0 0,0 0 0,0 0 0,0 0 0,0 0 0,-1 0 0,1 1 0,0-1 0,-1 0 0,1 1 0,0-1 0,-1 0 0,0 1 0,1-1 0,-1 2 0,0 0 0,0 1 0,0-1 0,-1 0 0,0 0 0,1 0 0,-1 0 0,0 0 0,0 0 0,-1-1 0,1 1 0,-1 0 0,1-1 0,-3 4 0,-1 1 9,0-1 1,0 0-1,-1 0 0,0-1 0,0 0 1,0 0-1,0 0 0,-1 0 0,0-1 0,0 0 1,0-1-1,-10 4 0,12-5-83,0-1-1,0 1 1,0-1 0,0 0 0,0 0-1,0-1 1,-1 1 0,1-1 0,0 0-1,0-1 1,-1 1 0,1-1 0,0 0-1,0 0 1,0-1 0,0 0 0,0 1-1,0-2 1,-4-2 0,-4-4-6752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24575,'5'-4'0,"5"-6"0,6-1 0,4 1 0,3-1 0,2 0 0,1 2 0,0 3 0,1 3 0,-1 1 0,0 1 0,0 1 0,0-4 0,-1-1 0,-4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24575,'0'4'0,"0"6"0,-5 5 0,0 5 0,-1 3 0,-2-2 0,-1-1 0,-3 2 0,1 0 0,-3-3 0,2-1 0,3-3-8191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24575,'19'54'0,"-16"-38"0,0 5 0,2 0 0,9 30 0,-13-48 0,0 0 0,0 0 0,0 0 0,0 0 0,1 0 0,-1 0 0,1 0 0,0-1 0,-1 1 0,1-1 0,0 1 0,1-1 0,-1 0 0,0 0 0,1 0 0,-1 0 0,1 0 0,-1 0 0,1-1 0,0 0 0,0 1 0,0-1 0,0 0 0,6 1 0,-6-2 7,0-1-1,1 1 0,-1-1 0,0 0 1,0 0-1,0-1 0,1 1 1,-1-1-1,-1 1 0,1-1 1,0 0-1,0 0 0,-1 0 0,1-1 1,-1 1-1,1 0 0,-1-1 1,3-4-1,2-2-303,-1 0 0,0 0 0,-1-1 0,7-14 0,-5 5-6529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24575,'-4'0'0,"-2"4"0,1 6 0,1 6 0,1 4 0,1 3 0,1 2 0,0 5 0,1 3 0,0-1 0,1-2 0,-1 0 0,-4-7 0,-2-2 0,1-5-8191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24575,'1'14'0,"1"-1"0,0 0 0,0 1 0,2-1 0,-1 0 0,2 0 0,0-1 0,0 1 0,1-1 0,0 0 0,1-1 0,14 18 0,-20-28 0,1 0 0,-1 0 0,0 0 0,0 0 0,1-1 0,-1 1 0,0-1 0,1 1 0,-1-1 0,0 1 0,1-1 0,-1 1 0,1-1 0,-1 0 0,1 0 0,-1 0 0,1 0 0,-1 0 0,1 0 0,-1-1 0,1 1 0,-1 0 0,0-1 0,1 1 0,-1-1 0,1 1 0,-1-1 0,0 0 0,0 1 0,1-1 0,-1 0 0,0 0 0,0 0 0,0 0 0,0 0 0,0 0 0,1-2 0,7-7 0,-1 1 0,-1-1 0,10-17 0,-9 14 0,26-40-1365,-21 30-5461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12 24575,'0'-5'0,"-5"-1"0,-1 5 0,1 7 0,-4 6 0,0 6 0,2 9 0,-3 3 0,1 2 0,-3 3 0,1 1 0,2-2 0,-1-2 0,0-3 0,-2-6 0,1-6-8191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 0 0,1 0 0,-1 0 0,1 0 0,-1 0 0,1 0 0,-1 0 0,1 1 0,-1-1 0,0 0 0,0 1 0,0-1 0,0 1 0,0 0 0,0-1 0,0 1 0,0 0 0,-1 0 0,2 2 0,12 38 0,-9-21 0,-3-10 0,0-1 0,1 1 0,0-1 0,1 0 0,0 0 0,7 10 0,-10-18 0,0-1 0,0 1 0,0-1 0,0 0 0,0 0 0,0 1 0,1-1 0,-1 0 0,0 0 0,1-1 0,-1 1 0,1 0 0,-1 0 0,1-1 0,0 1 0,-1 0 0,1-1 0,2 1 0,-1-1 0,0-1 0,-1 1 0,1 0 0,0-1 0,-1 0 0,1 0 0,0 0 0,-1 0 0,1 0 0,-1 0 0,1 0 0,-1-1 0,0 0 0,0 1 0,3-3 0,7-7-227,-1-1-1,-1 1 1,1-2-1,-2 0 1,13-22-1,-7 11-6598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24575,'0'4'0,"-4"6"0,-2 6 0,1 4 0,-3 3 0,-1 2 0,1 1 0,-1 1 0,-1-1 0,3-4-8191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24575,'1'0'0,"0"0"0,0 1 0,0-1 0,0 1 0,0 0 0,0-1 0,0 1 0,0 0 0,0-1 0,0 1 0,0 0 0,0 0 0,-1 0 0,1 0 0,0 0 0,-1 0 0,1 0 0,-1 0 0,1 0 0,-1 0 0,1 1 0,-1-1 0,0 0 0,1 0 0,-1 0 0,0 1 0,0 1 0,5 38 0,-5-36 0,2 18 0,1 1 0,1-1 0,0 0 0,14 35 0,-18-57 0,0 0 0,0 0 0,1-1 0,-1 1 0,0 0 0,1-1 0,-1 1 0,1 0 0,-1-1 0,1 1 0,-1 0 0,1-1 0,-1 1 0,1-1 0,0 1 0,-1-1 0,1 1 0,0-1 0,-1 0 0,1 1 0,0-1 0,0 0 0,-1 1 0,1-1 0,0 0 0,0 0 0,-1 0 0,1 0 0,0 0 0,0 0 0,0 0 0,-1 0 0,1 0 0,0 0 0,0 0 0,0 0 0,-1-1 0,1 1 0,0 0 0,0 0 0,-1-1 0,1 1 0,0-1 0,-1 1 0,1-1 0,0 1 0,-1-1 0,1 1 0,-1-1 0,1 1 0,-1-1 0,1 0 0,-1 1 0,1-1 0,-1 0 0,1-1 0,27-40 0,-27 41 0,11-24-1365,-2 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22 24575,'0'-4'0,"0"-6"0,0 3 0,0 7 0,-5 8 0,0 7 0,-1 5 0,-2 3 0,-1 3 0,-3 0 0,1 1 0,-3 0 0,2 0 0,-2-5 0,2-2 0,3-4-8191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24575,'-2'56'0,"1"-33"0,0 0 0,2 0 0,0-1 0,6 29 0,-7-49 0,0 0 0,1 0 0,-1-1 0,1 1 0,-1 0 0,1-1 0,0 1 0,-1-1 0,1 1 0,0-1 0,0 1 0,0-1 0,0 0 0,0 1 0,1-1 0,-1 0 0,0 0 0,1 0 0,-1 0 0,1 0 0,-1 0 0,1 0 0,-1 0 0,1-1 0,2 2 0,-1-2 0,0 0 0,0 0 0,1 0 0,-1 0 0,0-1 0,0 1 0,1-1 0,-1 0 0,0 0 0,0 0 0,0 0 0,5-3 0,9-6 0,-1 0 0,0-1 0,23-21 0,-36 30 0,14-14-455,-1 0 0,25-32 0,-24 25-6371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24575,'0'-4'0,"4"-2"0,6-4 0,2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24575,'4'0'0,"6"0"0,1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01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26 24575,'0'0'0,"-1"-1"0,1 0 0,0 0 0,0 0 0,0 0 0,0 0 0,0 0 0,0 0 0,0 0 0,0 0 0,0 0 0,0 0 0,0 0 0,1 0 0,-1 0 0,0 1 0,1-1 0,-1 0 0,1 0 0,-1 0 0,1 0 0,-1 1 0,1-1 0,-1 0 0,1 0 0,0 1 0,0-1 0,-1 1 0,2-2 0,-1 3 0,0 0 0,0 0 0,0 0 0,0 0 0,0 0 0,0 0 0,0 0 0,0 0 0,-1 0 0,1 0 0,0 0 0,-1 1 0,1-1 0,-1 0 0,1 0 0,-1 1 0,1-1 0,-1 0 0,0 1 0,0 1 0,12 52 0,-4 1 0,-1 0 0,-3 1 0,-3 0 0,-7 71 0,4-111-341,-1 1 0,0-1-1,-12 31 1,6-26-6485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24575,'0'5'0,"4"5"0,2 5 0,-1 5 0,-1 3 0,-1 3 0,-1 4 0,-1 2 0,0 0 0,-1 3 0,0 0 0,-1-2 0,1-2 0,0-1 0,0-3 0,0-5-8191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24575,'2'1'0,"1"1"0,-1-1 0,0 1 0,0 0 0,0 0 0,0 0 0,-1 0 0,1 0 0,0 0 0,-1 0 0,1 0 0,-1 1 0,0-1 0,0 1 0,0-1 0,0 1 0,0 3 0,3 3 0,120 213 0,-103-187 0,23 57 0,-38-75 0,1 0 0,0 0 0,1-1 0,1 0 0,1-1 0,0 0 0,1 0 0,23 23 0,-33-37 0,-1-1 0,1 1 0,-1-1 0,1 0 0,0 1 0,-1-1 0,1 0 0,0 1 0,-1-1 0,1 0 0,0 0 0,-1 1 0,1-1 0,0 0 0,-1 0 0,1 0 0,0 0 0,0 0 0,-1 0 0,1 0 0,0 0 0,0 0 0,-1 0 0,1-1 0,0 1 0,-1 0 0,1 0 0,0-1 0,-1 1 0,1 0 0,0-1 0,-1 1 0,1-1 0,-1 1 0,1-1 0,-1 1 0,1-1 0,-1 1 0,1-1 0,-1 0 0,1 1 0,-1-1 0,0 1 0,1-1 0,-1 0 0,0 1 0,0-1 0,0 0 0,1 0 0,-1 1 0,0-1 0,0 0 0,0-1 0,8-52 0,-6 40 0,23-234 0,-16 139 0,-4 63-110,-1 21-69,-1 0-1,-1 0 1,-2 1 0,0-1 0,-2 0-1,-4-25 1,0 35-6647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24575,'5'-2'0,"0"0"0,0 0 0,-1-1 0,1 0 0,-1 0 0,1 0 0,-1 0 0,0-1 0,0 0 0,-1 1 0,7-9 0,1 0 0,-2 2 0,-1-1 0,0 0 0,-1 0 0,0-1 0,10-22 0,11-19 0,-28 52 0,0 1 0,0-1 0,0 1 0,1-1 0,-1 1 0,0-1 0,0 1 0,1-1 0,-1 1 0,0-1 0,1 1 0,-1 0 0,0-1 0,1 1 0,-1-1 0,1 1 0,-1 0 0,1-1 0,-1 1 0,0 0 0,1 0 0,-1-1 0,1 1 0,0 0 0,-1 0 0,1 0 0,-1 0 0,1-1 0,-1 1 0,1 0 0,-1 0 0,2 0 0,3 18 0,-8 29 0,-47 215-1365,42-234-5461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24575,'4'0'0,"6"0"0,6 0 0,0 4 0,1 1 0,2 1 0,3-2 0,1-1 0,2 4 0,0-5 0,1-6 0,-9-3 0,-7 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24575,'4'0'0,"6"0"0,6 0 0,3 0 0,4 0 0,2 0 0,2 0 0,-1 0 0,1-4 0,-1-2 0,-4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6 24575,'0'-4'0,"0"2"0,0 7 0,0 6 0,-5 10 0,0 5 0,-1 8 0,2 2 0,1-1 0,1-2 0,1-2 0,1-2 0,0-11 0,0-7-8191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24575,'4'-1'0,"0"-1"0,0 0 0,0 0 0,0 0 0,-1 0 0,1-1 0,-1 0 0,0 1 0,0-1 0,0-1 0,3-3 0,15-12 0,-18 17 0,0 0 0,0 0 0,1 0 0,-1 1 0,0-1 0,1 1 0,-1 0 0,1 0 0,-1 0 0,1 1 0,-1-1 0,1 1 0,0 0 0,-1 0 0,1 0 0,-1 0 0,1 1 0,0-1 0,-1 1 0,6 2 0,-7-2 0,0 0 0,0 0 0,0 0 0,0 1 0,-1-1 0,1 1 0,-1-1 0,1 1 0,-1 0 0,1-1 0,-1 1 0,0 0 0,0 0 0,0 0 0,0 0 0,0 0 0,0 0 0,-1 0 0,1 0 0,-1 1 0,1-1 0,-1 0 0,0 0 0,0 0 0,0 1 0,0-1 0,0 0 0,-1 0 0,1 0 0,-1 0 0,1 1 0,-1-1 0,0 0 0,-1 3 0,-12 29 0,10-26 0,1 0 0,0 0 0,0 0 0,1 0 0,-2 12 0,4-17 0,0 0 0,0 0 0,0 0 0,0 0 0,1 0 0,-1 0 0,1 0 0,0 0 0,0 0 0,0 0 0,0 0 0,1 0 0,-1-1 0,1 1 0,0-1 0,0 1 0,0-1 0,0 1 0,2 1 0,4 3 0,0 0 0,1-1 0,0 0 0,0-1 0,0 0 0,12 5 0,29 17 0,-49-26 0,0 0 0,0 0 0,0 0 0,0 0 0,0 1 0,0-1 0,-1 0 0,1 1 0,-1-1 0,1 0 0,-1 1 0,1-1 0,-1 0 0,0 1 0,0-1 0,1 1 0,-1-1 0,0 1 0,0-1 0,-1 1 0,1-1 0,0 0 0,0 1 0,-1-1 0,1 1 0,-1-1 0,1 0 0,-1 1 0,0-1 0,1 0 0,-1 0 0,0 1 0,0-1 0,-1 1 0,-33 43 0,33-44 0,-2 4 10,-1 0 0,0 0 0,0-1 0,0 0 0,-1 0 0,0 0 0,0-1 0,0 0 0,0 0 0,0 0 0,-9 1 0,12-3-72,-1 0 0,1-1 0,-1 1 0,1-1 1,-1 0-1,1 0 0,-1-1 0,1 1 0,-1-1 0,1 1 0,0-1 0,-1 0 1,1 0-1,0-1 0,0 1 0,-1-1 0,1 0 0,0 1 0,0-1 0,1 0 1,-1-1-1,0 1 0,-2-4 0,-12-14-6764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0 24575,'0'5'0,"-4"5"0,-2 6 0,1 8 0,-4 5 0,0 6 0,-2 1 0,-1 3 0,-1 0 0,1-3 0,-2-3 0,2-3 0,2-7-8191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24575,'-1'0'0,"0"1"0,0-1 0,0 1 0,0 0 0,0-1 0,0 1 0,0 0 0,0 0 0,0 0 0,0-1 0,0 1 0,0 0 0,0 0 0,1 1 0,-1-1 0,0 0 0,1 0 0,-1 0 0,0 2 0,-12 32 0,10-26 0,-29 83 0,30-84 0,0 0 0,1 0 0,-1-1 0,1 1 0,1 0 0,-1 0 0,1 0 0,1 0 0,2 15 0,-2-21 0,0-1 0,0 1 0,-1-1 0,1 1 0,1-1 0,-1 1 0,0-1 0,0 0 0,0 1 0,1-1 0,-1 0 0,1 0 0,-1 0 0,1 0 0,-1 0 0,1 0 0,-1-1 0,1 1 0,0 0 0,0-1 0,-1 1 0,1-1 0,0 0 0,0 0 0,-1 0 0,1 1 0,0-2 0,2 1 0,-2 0 0,0 0 0,0 0 0,0 0 0,0 0 0,0 0 0,0 0 0,0 1 0,0-1 0,0 1 0,0-1 0,0 1 0,0 0 0,0-1 0,-1 1 0,1 0 0,0 1 0,-1-1 0,1 0 0,0 0 0,-1 1 0,0-1 0,1 1 0,-1-1 0,0 1 0,0-1 0,0 1 0,0 0 0,0 0 0,0-1 0,0 1 0,1 4 0,2 21-10,-1 0 0,-2 0 0,0 0 0,-5 44 0,1-9-1305,2-49-5511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24575,'0'5'0,"-5"5"0,-1 10 0,-3 6 0,-2 6 0,3 4 0,-3-2 0,1-1 0,2-2 0,-2-2 0,1-7-8191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 24575,'0'4'0,"-5"6"0,0 6 0,-1 4 0,-2 7 0,-1 4 0,1 5 0,-2 1 0,1 2 0,2 0 0,6-8 0,3-9-8191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37 24575,'0'-1'0,"1"-1"0,-1 1 0,0 0 0,0-1 0,0 1 0,-1-1 0,1 1 0,0-1 0,0 1 0,-1-1 0,1 1 0,-1-1 0,1 1 0,-1 0 0,0-1 0,1 1 0,-1 0 0,0 0 0,0 0 0,0-1 0,0 1 0,0 0 0,0 0 0,0 0 0,-2-1 0,1 2 0,0-1 0,0 1 0,0 0 0,0 0 0,0 0 0,0 0 0,0 0 0,0 0 0,0 0 0,0 1 0,0-1 0,0 1 0,0-1 0,0 1 0,0 0 0,-2 1 0,-4 2 0,-1 1 0,1 0 0,0 0 0,1 1 0,-1 0 0,-12 14 0,6-1 0,0 0 0,2 1 0,0 0 0,1 0 0,1 1 0,1 1 0,-12 43 0,18-53 0,0 1 0,1-1 0,1 0 0,-1 1 0,2-1 0,0 1 0,0-1 0,2 1 0,-1-1 0,1 1 0,1-1 0,0 0 0,1 0 0,0 0 0,1-1 0,9 16 0,-13-25 0,0 0 0,0-1 0,0 1 0,0-1 0,0 1 0,1-1 0,-1 0 0,0 1 0,1-1 0,-1 0 0,1 0 0,0 0 0,-1 0 0,1 0 0,0 0 0,-1-1 0,1 1 0,0 0 0,0-1 0,0 0 0,0 1 0,0-1 0,0 0 0,3 0 0,-1-1 0,-1 0 0,1 0 0,-1 0 0,1 0 0,-1 0 0,1-1 0,-1 0 0,0 0 0,0 0 0,0 0 0,0 0 0,4-4 0,-3 2 0,1 0 0,-1 0 0,0-1 0,-1 1 0,1-1 0,-1 0 0,0 0 0,0 0 0,0 0 0,-1-1 0,0 1 0,0-1 0,0 0 0,-1 1 0,1-1 0,0-11 0,-2 15 0,0-1 0,-1 1 0,1 0 0,0-1 0,-1 1 0,1 0 0,-1 0 0,0-1 0,1 1 0,-1 0 0,0 0 0,0 0 0,-1 0 0,1 0 0,0 0 0,-1 0 0,1 1 0,-1-1 0,1 0 0,-1 1 0,0-1 0,0 1 0,0 0 0,0-1 0,0 1 0,0 0 0,0 0 0,0 0 0,0 1 0,-1-1 0,1 0 0,0 1 0,0 0 0,-1-1 0,1 1 0,0 0 0,-1 0 0,1 0 0,0 1 0,-4 0 0,0 0 0,-1 1 0,1 0 0,0 0 0,0 1 0,0 0 0,1 0 0,-1 0 0,1 1 0,-1-1 0,1 1 0,0 1 0,1-1 0,-7 8 0,5-5-118,3-3-7,0 0 1,-1 0-1,1 0 0,1 1 1,-1-1-1,1 1 0,0 0 0,0-1 1,-2 8-1,3 2-6701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24575,'0'5'0,"0"5"0,-4 6 0,-2 4 0,-4 7 0,-4 8 0,-5 2 0,1 4 0,0-1 0,2-3 0,0-4 0,3-7-8191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 24575,'0'-1'0,"0"1"0,-1 0 0,1 0 0,0 0 0,-1 0 0,1 0 0,0 0 0,-1 0 0,1 0 0,0 0 0,-1 0 0,1 0 0,0 0 0,-1 0 0,1 0 0,0 0 0,-1 0 0,1 1 0,0-1 0,-1 0 0,1 0 0,0 0 0,0 0 0,-1 1 0,1-1 0,0 0 0,0 0 0,-1 1 0,1-1 0,0 0 0,0 0 0,-1 1 0,1-1 0,0 0 0,0 1 0,0-1 0,0 0 0,0 1 0,8 12 0,20 7 0,-19-17 0,-1-1 0,1 0 0,0 0 0,0-1 0,0-1 0,0 1 0,0-1 0,0-1 0,0 1 0,0-2 0,0 1 0,0-1 0,-1 0 0,1-1 0,-1 0 0,1-1 0,8-4 0,-17 8 0,1-1 0,-1 1 0,0 0 0,1-1 0,-1 1 0,1 0 0,-1 0 0,1-1 0,-1 1 0,1 0 0,-1 0 0,0 0 0,1 0 0,-1 0 0,1 0 0,-1 0 0,1 0 0,-1 0 0,1 0 0,-1 0 0,1 0 0,-1 0 0,1 0 0,-1 0 0,1 1 0,-1-1 0,1 0 0,-1 0 0,1 0 0,-1 1 0,1-1 0,-1 0 0,0 1 0,1-1 0,-1 20 0,-18 30 0,15-43 0,-18 57 0,-23 116 0,5-16 0,22-121-1365,10-27-5461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24575,'0'-5'0,"5"0"0,0 4 0,5 2 0,4 1 0,5 1 0,3-1 0,2-1 0,6 0 0,2 0 0,-1-5 0,0-2 0,-2-4 0,-1 0 0,-1 1 0,-5 3-8191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24575,'0'5'0,"0"5"0,0 5 0,0 5 0,-4 3 0,-2 2 0,0 1 0,-3 5 0,1 1 0,-4 0 0,0 3 0,3 0 0,-1-2 0,0-2 0,2-7-8191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123 229 24575,'3'0'0,"0"-1"0,0 0 0,0 0 0,-1 0 0,1 0 0,0 0 0,-1-1 0,1 1 0,-1-1 0,0 0 0,1 1 0,-1-1 0,0 0 0,0-1 0,0 1 0,0 0 0,1-3 0,1 0 0,0-1 0,0 1 0,-1-1 0,0 0 0,0 0 0,3-9 0,-4 6 0,-1 0 0,0 1 0,0-1 0,-1 0 0,0 0 0,0 1 0,-1-1 0,0 0 0,-1 1 0,-2-11 0,3 17 0,1 0 0,-1-1 0,0 1 0,0 0 0,0 0 0,0 0 0,0 0 0,0 0 0,-1 0 0,1 0 0,0 0 0,-1 0 0,0 1 0,1-1 0,-1 1 0,0-1 0,0 1 0,0-1 0,0 1 0,0 0 0,0 0 0,0 0 0,-1 0 0,1 1 0,0-1 0,0 1 0,-1-1 0,1 1 0,0 0 0,-1-1 0,1 1 0,-1 1 0,1-1 0,0 0 0,-1 0 0,1 1 0,0-1 0,0 1 0,-1 0 0,1 0 0,-4 2 0,2-1 0,0 0 0,0 0 0,-1 1 0,1 0 0,1 0 0,-1 0 0,0 0 0,1 1 0,0-1 0,-1 1 0,1 0 0,1 0 0,-1 0 0,1 0 0,-1 0 0,1 1 0,0-1 0,1 1 0,-1-1 0,1 1 0,0 0 0,0 0 0,1-1 0,-1 1 0,1 0 0,0 8 0,2 13 0,1 0 0,1-1 0,13 49 0,-6-31 0,2 9 0,-5-28 0,-2 1 0,-1 0 0,-1 0 0,1 30 0,-5-49 0,0 0 0,0-1 0,-1 1 0,0 0 0,0 0 0,0-1 0,0 1 0,-1-1 0,0 1 0,0-1 0,-1 0 0,0 0 0,1 0 0,-2 0 0,1 0 0,0-1 0,-1 1 0,0-1 0,0 0 0,0 0 0,-1-1 0,1 1 0,-10 5 0,13-8 0,-1-1 0,1 1 0,0 0 0,0-1 0,0 1 0,0-1 0,-1 1 0,1-1 0,0 0 0,-1 1 0,1-1 0,0 0 0,0 0 0,-1 0 0,1 0 0,0 0 0,-1 0 0,1-1 0,0 1 0,-1 0 0,1 0 0,0-1 0,0 1 0,0-1 0,-2-1 0,1 1 0,0-1 0,1 1 0,-1-1 0,1 0 0,0 0 0,0 0 0,0 0 0,0 0 0,0 0 0,0 0 0,0 0 0,0 0 0,0-4 0,0-2 0,0 0 0,0 0 0,0 0 0,1 0 0,1 0 0,-1 0 0,3-12 0,5 0-29,0 1-1,1 0 1,1 1-1,20-31 1,-8 16-1189,-9 11-5608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24575,'0'5'0,"0"5"0,-4 5 0,-2 5 0,0 3 0,-2 2 0,-1 1 0,1 5 0,-1 1 0,-1 0 0,7-6 0,4-11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71 24575,'-1'10'0,"0"0"0,-1 0 0,0 0 0,0-1 0,-6 12 0,6-15 0,-1 0 0,1 0 0,0 0 0,1 0 0,-1 0 0,1 1 0,0-1 0,1 1 0,0-1 0,0 0 0,0 1 0,1-1 0,0 1 0,2 7 0,-3-13 0,0 1 0,1-1 0,0 1 0,-1-1 0,1 0 0,0 1 0,0-1 0,0 0 0,-1 1 0,1-1 0,1 0 0,-1 0 0,0 0 0,0 0 0,0 0 0,1 0 0,-1 0 0,0 0 0,1-1 0,-1 1 0,1 0 0,-1-1 0,1 1 0,2-1 0,-1 0 0,-1 0 0,1 0 0,-1-1 0,1 1 0,0-1 0,-1 0 0,1 1 0,-1-1 0,1-1 0,-1 1 0,0 0 0,1 0 0,2-3 0,3-3 0,0 1 0,0-2 0,-1 1 0,0-1 0,0 0 0,7-12 0,-3 1 0,0-1 0,8-22 0,-17 37 0,0-1 0,0 1 0,0-1 0,-1 0 0,0 0 0,0 0 0,0 1 0,-1-1 0,0 0 0,0 0 0,-1 0 0,1 0 0,-3-6 0,3 10 0,0 1 0,-1 0 0,1 0 0,-1-1 0,1 1 0,-1 0 0,0 0 0,1 0 0,-1 0 0,0 0 0,0 0 0,0 0 0,0 0 0,0 0 0,0 0 0,0 1 0,0-1 0,0 0 0,0 0 0,0 1 0,-1-1 0,1 1 0,0-1 0,0 1 0,-2-1 0,0 1 0,0 0 0,0 1 0,0-1 0,0 0 0,0 1 0,0-1 0,1 1 0,-1 0 0,0 0 0,0 0 0,-2 2 0,-4 2 0,1 0 0,0 0 0,0 1 0,0 0 0,1 1 0,-7 7 0,0 5-1365,5-1-5461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24575,'3'6'0,"1"0"0,-1 0 0,0 0 0,0 0 0,-1 0 0,0 0 0,0 1 0,0-1 0,-1 1 0,0 0 0,0-1 0,-1 1 0,0 10 0,4 19 0,-1-17 0,4 21 0,-2 0 0,1 63 0,-6-93 0,0 0 0,-1 0 0,0 0 0,-1 0 0,0-1 0,0 1 0,-1 0 0,0-1 0,-1 0 0,0 1 0,-1-1 0,0-1 0,0 1 0,-1-1 0,-12 15 0,13-19 12,1 0 0,-1-1 0,-1 1 0,1-1 0,0 0 0,-1-1 0,1 1 0,-1-1 0,-9 3 0,12-4-86,0-1-1,-1 1 1,1-1 0,0 1 0,0-1-1,-1 0 1,1 0 0,0 0 0,0 0-1,-1-1 1,1 0 0,0 1 0,0-1-1,0 0 1,0 0 0,0-1 0,0 1-1,0-1 1,-3-2 0,-6-7-6752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0 24575,'0'5'0,"0"5"0,-4 10 0,-2 6 0,-4 6 0,0 4 0,-3 3 0,1 4 0,-2 3 0,2-2 0,-2 1 0,1-4 0,4-13 0,7-10 0,4-10-8191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24575,'5'0'0,"5"0"0,1-4 0,-1-2-8191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24575,'0'5'0,"5"1"0,5-1 0,1 0-8191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24575,'0'5'0,"4"1"0,6-5 0,2-3-8191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13 24575,'0'0'0,"0"-1"0,0 1 0,0-1 0,0 1 0,0-1 0,0 1 0,0 0 0,0-1 0,0 1 0,0-1 0,0 1 0,0-1 0,0 1 0,1 0 0,-1-1 0,0 1 0,0-1 0,0 1 0,1 0 0,-1-1 0,0 1 0,1 0 0,-1 0 0,0-1 0,1 1 0,-1 0 0,0-1 0,1 1 0,-1 0 0,0 0 0,1 0 0,-1 0 0,1-1 0,-1 1 0,1 0 0,-1 0 0,0 0 0,1 0 0,-1 0 0,1 0 0,-1 0 0,1 0 0,-1 0 0,0 0 0,1 0 0,-1 0 0,1 0 0,-1 1 0,0-1 0,1 0 0,-1 0 0,1 0 0,-1 1 0,0-1 0,1 0 0,-1 0 0,0 1 0,1-1 0,20 19 0,-17-10 0,-1 0 0,0 0 0,-1 1 0,0-1 0,0 0 0,-1 1 0,0-1 0,0 1 0,-1-1 0,-3 17 0,1-10 0,-1 0 0,0-1 0,-1 1 0,-1-1 0,-11 24 0,15-37 0,0 0 0,0 0 0,0 0 0,0 0 0,0 0 0,1 1 0,-1-1 0,1 0 0,-1 0 0,1 1 0,0-1 0,0 0 0,0 1 0,0-1 0,0 0 0,0 1 0,1-1 0,-1 0 0,1 0 0,0 1 0,0-1 0,-1 0 0,1 0 0,1 0 0,-1 0 0,0 0 0,0 0 0,1 0 0,-1-1 0,1 1 0,0 0 0,-1-1 0,1 1 0,0-1 0,0 0 0,0 1 0,0-1 0,3 1 0,-1 0 0,0 0 0,0-1 0,0 0 0,0 0 0,0 0 0,1 0 0,-1-1 0,0 1 0,0-1 0,1 0 0,-1 0 0,0-1 0,0 1 0,1-1 0,-1 0 0,0 0 0,0-1 0,0 1 0,4-3 0,-11 7 0,1-1 0,0 0 0,-1 1 0,1 0 0,0-1 0,0 1 0,1 0 0,-1 0 0,1 0 0,-1 0 0,1 0 0,0 0 0,0 1 0,0-1 0,0 0 0,0 5 0,-3 60 0,3-58 0,2 43 0,3 0 0,10 55 0,-11-90 0,-1-2 0,0 0 0,-1 0 0,-1 0 0,-1 0 0,0 0 0,-4 19 0,5-31 0,-1-1 0,0 0 0,0 0 0,1 1 0,-2-1 0,1 0 0,0 0 0,-1 0 0,1 0 0,-1-1 0,0 1 0,0 0 0,0-1 0,0 1 0,-1-1 0,1 1 0,-1-1 0,1 0 0,-1 0 0,0-1 0,1 1 0,-1 0 0,0-1 0,0 0 0,-1 1 0,1-1 0,0 0 0,0-1 0,0 1 0,-1-1 0,1 1 0,0-1 0,-1 0 0,1 0 0,0 0 0,-6-2 0,1 0-136,1 0-1,0-1 1,0 0-1,0 0 1,1 0-1,-1-1 1,1 0-1,0-1 0,-10-8 1,-7-7-6690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24575,'6'73'0,"-3"-49"0,-1 1 0,-2-1 0,-1 28 0,0-44 0,0 1 0,-1-1 0,0 0 0,0 0 0,-1 0 0,0-1 0,0 1 0,-1-1 0,0 1 0,0-1 0,-1 0 0,0-1 0,-10 11 0,-1 1 0,25-20 0,-5 0 0,0 0 0,1 0 0,0 0 0,-1 1 0,1 0 0,9-1 0,-12 2 0,1 0 0,0 0 0,-1 1 0,1-1 0,-1 1 0,1-1 0,-1 1 0,0 0 0,1 0 0,-1 0 0,0 0 0,1 0 0,-1 1 0,0-1 0,0 1 0,0-1 0,0 1 0,2 2 0,-1 1 0,0-1 0,0 1 0,0 0 0,0 0 0,-1 0 0,1 0 0,-1 0 0,1 6 0,2 11 0,-1 1 0,-1-1 0,0 28 0,-3-45 0,3 80 0,-2-19 0,16 101 0,-16-162 15,0 0 0,0-1 0,0 1 0,1-1 0,0 0 0,0 1 0,3 4 0,-4-8-59,-1 0 1,1 0-1,0 0 0,-1 0 1,1 0-1,0 0 0,0-1 1,0 1-1,0 0 0,0-1 1,0 1-1,0 0 0,0-1 1,0 1-1,0-1 0,0 0 0,0 1 1,0-1-1,0 0 0,0 0 1,0 1-1,0-1 0,1 0 1,-1 0-1,0 0 0,0 0 1,0-1-1,0 1 0,0 0 1,0 0-1,1-1 0,-1 1 1,2-2-1,10-6-6782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0 259 24575,'18'-21'0,"-1"0"0,-1-1 0,-1-1 0,-1 0 0,-1-1 0,-1-1 0,-1 0 0,9-34 0,-18 44 0,-9 40 0,6 3 0,1-1 0,5 44 0,-2-39 0,-2 51 0,-13 264-1365,12-321-5461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24575,'0'4'0,"0"6"0,0 6 0,0 4 0,-5 3 0,0 2 0,-1 1 0,2 0 0,1 1 0,1-5-8191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0 131 24575,'4'-2'0,"-1"0"0,1-1 0,0 1 0,-1-1 0,0 1 0,0-1 0,0 0 0,0-1 0,0 1 0,-1 0 0,1-1 0,-1 1 0,3-7 0,5-5 0,-4 7 0,1 1 0,0 1 0,0-1 0,0 1 0,1 0 0,-1 1 0,2 0 0,-1 0 0,10-4 0,-16 9 0,0-1 0,0 0 0,0 0 0,0 1 0,0-1 0,0 1 0,1 0 0,-1 0 0,0 0 0,0 0 0,1 0 0,-1 0 0,0 1 0,0-1 0,0 0 0,0 1 0,4 1 0,-4 0 0,0-1 0,0 1 0,-1 0 0,1-1 0,0 1 0,-1 0 0,1 0 0,-1 0 0,0 0 0,0 1 0,0-1 0,0 0 0,0 0 0,0 1 0,0-1 0,-1 1 0,1-1 0,-1 0 0,0 5 0,1 5 0,-1-1 0,-1 0 0,0 1 0,0-1 0,-1 0 0,0 0 0,-1 0 0,-1 0 0,-7 17 0,-9 13 0,-26 41 0,27-49 0,-1-4 0,16-24 0,0 0 0,1 0 0,-1 0 0,1 1 0,0-1 0,0 1 0,0 0 0,1 0 0,0 0 0,-2 9 0,5-13 0,-1 0 0,0-1 0,1 1 0,0-1 0,-1 1 0,1-1 0,0 1 0,0-1 0,0 1 0,0-1 0,0 0 0,0 1 0,0-1 0,0 0 0,1 0 0,-1 0 0,0 0 0,1 0 0,-1 0 0,3 1 0,39 19 0,-28-15 0,38 26-1,-42-25-169,-1 0-1,2 0 0,-1-1 1,1 0-1,0-1 1,0-1-1,14 4 1,-4-6-6656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12 24575,'0'-5'0,"-4"-1"0,-2 5 0,5 2 0,2 6 0,2 6 0,-1 4 0,0 5 0,0 2 0,-1 2 0,-1 0 0,-4 1 0,-1-1 0,-1 0 0,2-4-8191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24575,'1'5'0,"1"-1"0,-1 1 0,1-1 0,0 0 0,0 1 0,0-1 0,0 0 0,5 6 0,5 10 0,-10-15 0,2 4 0,1 0 0,0 0 0,0-1 0,10 13 0,-14-20 0,-1 0 0,1 0 0,0 0 0,0 0 0,0 0 0,-1 0 0,1-1 0,0 1 0,0 0 0,0-1 0,0 1 0,0-1 0,0 1 0,0-1 0,1 0 0,-1 1 0,0-1 0,0 0 0,0 0 0,0 1 0,0-1 0,1 0 0,-1 0 0,0-1 0,0 1 0,0 0 0,0 0 0,0 0 0,1-1 0,-1 1 0,0 0 0,0-1 0,0 1 0,0-1 0,0 0 0,0 1 0,0-1 0,0 0 0,0 0 0,-1 1 0,1-1 0,0 0 0,0 0 0,-1 0 0,1 0 0,0 0 0,-1 0 0,1 0 0,0-2 0,9-16-227,-1-1-1,-1 0 1,0 0-1,-2-1 1,5-22-1,-6 20-6598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24575,'0'4'0,"-4"2"0,-2 4 0,0 4 0,2 5 0,1 3 0,1 2 0,1 2 0,0 0 0,1 0 0,-4 0 0,-1 0 0,0 0 0,-4-4 0,0-7-8191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24575,'20'54'0,"-6"-1"0,-10-33 0,1 0 0,1 0 0,1-1 0,1 0 0,10 20 0,-17-38 0,0 1 0,-1-1 0,1 1 0,0-1 0,0 0 0,0 1 0,0-1 0,0 0 0,1 0 0,-1 0 0,0 1 0,1-2 0,-1 1 0,0 0 0,1 0 0,-1 0 0,1-1 0,-1 1 0,1 0 0,0-1 0,-1 0 0,1 1 0,-1-1 0,1 0 0,0 0 0,-1 0 0,3 0 0,0-1 0,-1 0 0,0 0 0,0-1 0,0 1 0,0-1 0,0 0 0,0 0 0,0 0 0,-1 0 0,1 0 0,-1-1 0,4-3 0,5-8 0,-1 0 0,0 0 0,-1-1 0,9-20 0,23-74-1365,-31 80-5461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6 24575,'0'-4'0,"0"2"0,0 7 0,0 6 0,0 6 0,0 4 0,-4 3 0,-2 6 0,1 2 0,0 1 0,2-2 0,-3-2 0,-1-5-8191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24575,'2'18'0,"2"-1"0,-1 0 0,2 0 0,0 0 0,11 22 0,-15-37 0,-1 0 0,1-1 0,-1 1 0,1 0 0,0-1 0,0 1 0,0 0 0,0-1 0,0 1 0,0-1 0,0 0 0,1 1 0,-1-1 0,0 0 0,1 0 0,-1 0 0,1 1 0,0-2 0,-1 1 0,1 0 0,0 0 0,-1 0 0,1-1 0,3 1 0,-2-1 0,0 0 0,-1-1 0,1 1 0,-1-1 0,1 1 0,-1-1 0,1 0 0,-1 0 0,1-1 0,-1 1 0,0 0 0,1-1 0,-1 1 0,0-1 0,2-2 0,3-2 0,-1-1 0,0 1 0,0-1 0,-1 0 0,1-1 0,-2 0 0,1 1 0,-1-1 0,5-14 0,-7 2-1365,-3 3-5461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24575,'0'4'0,"0"6"0,-4 6 0,-2 4 0,0 3 0,2 2 0,1 1 0,1 0 0,1 1 0,0-1 0,1 0 0,0-4-8191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24575,'0'5'0,"0"5"0,5 6 0,0 4 0,1 3 0,-2 2 0,4-3 0,4-6 0,4-9 0,5-11 0,2-9 0,2-6 0,-4-4 0,0 1 0,-5 1 0,-4 3-8191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24575,'1'1'0,"-1"-1"0,0 0 0,1 1 0,-1-1 0,0 0 0,1 1 0,-1-1 0,0 0 0,1 1 0,-1-1 0,0 1 0,0-1 0,0 0 0,1 1 0,-1-1 0,0 1 0,0-1 0,0 1 0,0-1 0,0 1 0,0-1 0,0 1 0,0-1 0,0 0 0,0 1 0,0-1 0,0 1 0,0-1 0,0 1 0,-1-1 0,1 1 0,0-1 0,0 0 0,0 1 0,-1-1 0,1 1 0,-1 0 0,-10 28 0,6-17 0,1 1 0,1-1 0,0 1 0,1 0 0,0 0 0,1 0 0,1 0 0,1 25 0,0-34 0,-1 1 0,1-1 0,0 0 0,0 0 0,1 0 0,-1 0 0,1 0 0,0 0 0,0 0 0,0 0 0,1-1 0,-1 1 0,1-1 0,0 1 0,0-1 0,0 0 0,0 0 0,1-1 0,-1 1 0,1-1 0,-1 1 0,1-1 0,0 0 0,0-1 0,0 1 0,7 1 0,30 4 0,-31-7 0,0 2 0,0-1 0,0 1 0,-1 0 0,1 1 0,15 7 0,-24-10 0,0 1 0,0 0 0,0 0 0,1 0 0,-1 0 0,0 0 0,0 0 0,0 0 0,0 0 0,0 0 0,-1 0 0,1 1 0,0-1 0,-1 0 0,1 1 0,0-1 0,-1 0 0,0 1 0,1-1 0,-1 2 0,0 0 0,0 1 0,0-1 0,-1 0 0,0 0 0,1 0 0,-1 0 0,0 0 0,0 0 0,-1-1 0,1 1 0,-1 0 0,1-1 0,-3 4 0,-1 1 9,0-1 1,0 0-1,-1 0 0,0-1 0,0 0 1,0 0-1,0 0 0,-1 0 0,0-1 0,0 0 1,0-1-1,-10 4 0,12-5-83,0-1-1,0 1 1,0-1 0,0 0 0,0 0-1,0-1 1,-1 1 0,1-1 0,0 0-1,0-1 1,-1 1 0,1-1 0,0 0-1,0 0 1,0-1 0,0 0 0,0 1-1,0-2 1,-4-2 0,-4-4-6752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24575,'5'-4'0,"5"-6"0,6-1 0,4 1 0,3-1 0,2 0 0,1 2 0,0 3 0,1 3 0,-1 1 0,0 1 0,0 1 0,0-4 0,-1-1 0,-4 0-8191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24575,'0'4'0,"0"6"0,-5 5 0,0 5 0,-1 3 0,-2-2 0,-1-1 0,-3 2 0,1 0 0,-3-3 0,2-1 0,3-3-8191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24575,'19'54'0,"-16"-38"0,0 5 0,2 0 0,9 30 0,-13-48 0,0 0 0,0 0 0,0 0 0,0 0 0,1 0 0,-1 0 0,1 0 0,0-1 0,-1 1 0,1-1 0,0 1 0,1-1 0,-1 0 0,0 0 0,1 0 0,-1 0 0,1 0 0,-1 0 0,1-1 0,0 0 0,0 1 0,0-1 0,0 0 0,6 1 0,-6-2 7,0-1-1,1 1 0,-1-1 0,0 0 1,0 0-1,0-1 0,1 1 1,-1-1-1,-1 1 0,1-1 1,0 0-1,0 0 0,-1 0 0,1-1 1,-1 1-1,1 0 0,-1-1 1,3-4-1,2-2-303,-1 0 0,0 0 0,-1-1 0,7-14 0,-5 5-6529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24575,'-4'0'0,"-2"4"0,1 6 0,1 6 0,1 4 0,1 3 0,1 2 0,0 5 0,1 3 0,0-1 0,1-2 0,-1 0 0,-4-7 0,-2-2 0,1-5-8191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24575,'1'14'0,"1"-1"0,0 0 0,0 1 0,2-1 0,-1 0 0,2 0 0,0-1 0,0 1 0,1-1 0,0 0 0,1-1 0,14 18 0,-20-28 0,1 0 0,-1 0 0,0 0 0,0 0 0,1-1 0,-1 1 0,0-1 0,1 1 0,-1-1 0,0 1 0,1-1 0,-1 1 0,1-1 0,-1 0 0,1 0 0,-1 0 0,1 0 0,-1 0 0,1 0 0,-1-1 0,1 1 0,-1 0 0,0-1 0,1 1 0,-1-1 0,1 1 0,-1-1 0,0 0 0,0 1 0,1-1 0,-1 0 0,0 0 0,0 0 0,0 0 0,0 0 0,0 0 0,1-2 0,7-7 0,-1 1 0,-1-1 0,10-17 0,-9 14 0,26-40-1365,-21 30-5461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12 24575,'0'-5'0,"-5"-1"0,-1 5 0,1 7 0,-4 6 0,0 6 0,2 9 0,-3 3 0,1 2 0,-3 3 0,1 1 0,2-2 0,-1-2 0,0-3 0,-2-6 0,1-6-8191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 0 0,1 0 0,-1 0 0,1 0 0,-1 0 0,1 0 0,-1 0 0,1 1 0,-1-1 0,0 0 0,0 1 0,0-1 0,0 1 0,0 0 0,0-1 0,0 1 0,0 0 0,-1 0 0,2 2 0,12 38 0,-9-21 0,-3-10 0,0-1 0,1 1 0,0-1 0,1 0 0,0 0 0,7 10 0,-10-18 0,0-1 0,0 1 0,0-1 0,0 0 0,0 0 0,0 1 0,1-1 0,-1 0 0,0 0 0,1-1 0,-1 1 0,1 0 0,-1 0 0,1-1 0,0 1 0,-1 0 0,1-1 0,2 1 0,-1-1 0,0-1 0,-1 1 0,1 0 0,0-1 0,-1 0 0,1 0 0,0 0 0,-1 0 0,1 0 0,-1 0 0,1 0 0,-1-1 0,0 0 0,0 1 0,3-3 0,7-7-227,-1-1-1,-1 1 1,1-2-1,-2 0 1,13-22-1,-7 11-6598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24575,'0'4'0,"-4"6"0,-2 6 0,1 4 0,-3 3 0,-1 2 0,1 1 0,-1 1 0,-1-1 0,3-4-8191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24575,'1'0'0,"0"0"0,0 1 0,0-1 0,0 1 0,0 0 0,0-1 0,0 1 0,0 0 0,0-1 0,0 1 0,0 0 0,0 0 0,-1 0 0,1 0 0,0 0 0,-1 0 0,1 0 0,-1 0 0,1 0 0,-1 0 0,1 1 0,-1-1 0,0 0 0,1 0 0,-1 0 0,0 1 0,0 1 0,5 38 0,-5-36 0,2 18 0,1 1 0,1-1 0,0 0 0,14 35 0,-18-57 0,0 0 0,0 0 0,1-1 0,-1 1 0,0 0 0,1-1 0,-1 1 0,1 0 0,-1-1 0,1 1 0,-1 0 0,1-1 0,-1 1 0,1-1 0,0 1 0,-1-1 0,1 1 0,0-1 0,-1 0 0,1 1 0,0-1 0,0 0 0,-1 1 0,1-1 0,0 0 0,0 0 0,-1 0 0,1 0 0,0 0 0,0 0 0,0 0 0,-1 0 0,1 0 0,0 0 0,0 0 0,0 0 0,-1-1 0,1 1 0,0 0 0,0 0 0,-1-1 0,1 1 0,0-1 0,-1 1 0,1-1 0,0 1 0,-1-1 0,1 1 0,-1-1 0,1 1 0,-1-1 0,1 0 0,-1 1 0,1-1 0,-1 0 0,1-1 0,27-40 0,-27 41 0,11-24-1365,-2 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22 24575,'0'-4'0,"0"-6"0,0 3 0,0 7 0,-5 8 0,0 7 0,-1 5 0,-2 3 0,-1 3 0,-3 0 0,1 1 0,-3 0 0,2 0 0,-2-5 0,2-2 0,3-4-8191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24575,'-2'56'0,"1"-33"0,0 0 0,2 0 0,0-1 0,6 29 0,-7-49 0,0 0 0,1 0 0,-1-1 0,1 1 0,-1 0 0,1-1 0,0 1 0,-1-1 0,1 1 0,0-1 0,0 1 0,0-1 0,0 0 0,0 1 0,1-1 0,-1 0 0,0 0 0,1 0 0,-1 0 0,1 0 0,-1 0 0,1 0 0,-1 0 0,1-1 0,2 2 0,-1-2 0,0 0 0,0 0 0,1 0 0,-1 0 0,0-1 0,0 1 0,1-1 0,-1 0 0,0 0 0,0 0 0,0 0 0,5-3 0,9-6 0,-1 0 0,0-1 0,23-21 0,-36 30 0,14-14-455,-1 0 0,25-32 0,-24 25-6371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24575,'0'-4'0,"4"-2"0,6-4 0,2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24575,'4'0'0,"6"0"0,1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1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11:20:09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19667 4180 0,'0'-17'15,"0"-1"17,0 53 15,0-17-32,0 141 1,0-124-1,-17 106 1,17-106-16,0 71 31</inkml:trace>
  <inkml:trace contextRef="#ctx0" brushRef="#br0" timeOffset="348.47">19791 4374 0,'17'0'16,"1"89"-1,-18-54 1,35 88 0,-17-87-1,17-1 1</inkml:trace>
  <inkml:trace contextRef="#ctx0" brushRef="#br0" timeOffset="723.43">19826 4233 0,'-18'-17'0,"1"-54"16,17 54 15,17 34-15,36 124 0,36 89 15,-1-125 0,-71-87-15,36-53-1,36-177 17,-54-52-1,-35 228 0</inkml:trace>
  <inkml:trace contextRef="#ctx0" brushRef="#br0" timeOffset="1241.25">20532 4463 0,'70'17'31,"54"1"0</inkml:trace>
  <inkml:trace contextRef="#ctx0" brushRef="#br0" timeOffset="1381.75">20585 4357 0,'0'0'15,"123"17"17,-88-17-32,54 0 15,-54 0-15</inkml:trace>
  <inkml:trace contextRef="#ctx0" brushRef="#br0" timeOffset="2071.94">21343 4022 0,'18'0'16,"-1"-18"-1,-17 36 1,-53 88 15,18-36-15,-18 1 0,36-1-1,87-35 16,-17-17-15,-18 70 15,-52-17-15,17-36 0,17-53-1</inkml:trace>
  <inkml:trace contextRef="#ctx0" brushRef="#br0" timeOffset="3115.88">21713 4357 0,'0'-18'16,"36"1"-1,-19-1-15,36-17 16,18-18 0,-1-18-1,-34 54 1,-19-1 0,-34 53-1,-19 36 1,19-36-16,-18 141 31,35-105-15</inkml:trace>
  <inkml:trace contextRef="#ctx0" brushRef="#br0" timeOffset="3304.85">22154 4551 0,'0'0'0,"-35"106"15,18-53 1,34-18 0,1-70-1</inkml:trace>
  <inkml:trace contextRef="#ctx0" brushRef="#br0" timeOffset="3646.03">22507 4180 0,'53'0'16,"18"36"15,-54 34-15,-70 89 15,53-106-15,18-35-1,35-36 1,-35 18-16,-1 0 16</inkml:trace>
  <inkml:trace contextRef="#ctx0" brushRef="#br0" timeOffset="3914.82">22948 4551 0,'-17'0'0,"34"0"0,-70 106 31,53-89-31,-17 1 16,34 0 0,1-36-1</inkml:trace>
  <inkml:trace contextRef="#ctx0" brushRef="#br0" timeOffset="4310.85">23178 4198 0,'0'0'0,"17"-18"16,1 1-1,70-18 1,-53 35 0,18 17-1,-53 1-15,18-18 16,-18 53 0,-53 17 15,35-34-16,18-19-15,18 1 16,0 52 0,-54 36 15,1-88-15,17-18-1,-17-18 1</inkml:trace>
  <inkml:trace contextRef="#ctx0" brushRef="#br0" timeOffset="4538.97">23530 4498 0,'0'0'0,"18"0"15,0 0-15,17 35 16,-53 0 0,-35 89 15,36-106 0</inkml:trace>
  <inkml:trace contextRef="#ctx0" brushRef="#br0" timeOffset="5294.2">23989 4039 0,'0'36'32,"-35"52"-1,17-53-15,18 53-1,123-88 16,-52 0 1,-71 18-17,-71 105 1,54-34 15</inkml:trace>
  <inkml:trace contextRef="#ctx0" brushRef="#br0" timeOffset="5490.06">24359 4498 0,'0'0'0,"0"18"15,-106 87 1,89-52 15,34-53-15</inkml:trace>
  <inkml:trace contextRef="#ctx0" brushRef="#br0" timeOffset="5865.37">24765 4145 0,'0'0'0,"18"-17"16,-71 87 15,17 1-16,36-1 1,36-35 0,-1-17-1,106 0 1,-106-1 0,-35 1-1,0 0-15,-53 35 16,-17-18-1,52-35 1,-52-18 0</inkml:trace>
  <inkml:trace contextRef="#ctx0" brushRef="#br0" timeOffset="6015.13">24836 4233 0,'17'-35'0,"-34"70"0,122-105 15,-34 70 1,-53 17 0,52 19-1</inkml:trace>
  <inkml:trace contextRef="#ctx0" brushRef="#br0" timeOffset="6212.62">25365 4551 0,'-18'17'0,"36"-34"0,-54 52 16,19-35-16,-54 88 15,36-35 1,53-53 15</inkml:trace>
  <inkml:trace contextRef="#ctx0" brushRef="#br0" timeOffset="6718.9">25841 4180 0,'0'0'0,"-18"-17"31,1 34-15,-71 54 0,70-36-1,0 1-15,-17 105 16,53-53-1,-1-71 1,89-17 0,-71-17-16,-17-1 15,17-52 1,-35 52-16,-141 36 31,88 17-15,36-17-16,-1 17 15,18 18 1</inkml:trace>
  <inkml:trace contextRef="#ctx0" brushRef="#br0" timeOffset="6912.8">26035 4604 0,'-53'53'16,"35"-36"-16,1 19 15,-18 34 17,52-70-32</inkml:trace>
  <inkml:trace contextRef="#ctx0" brushRef="#br0" timeOffset="7303.98">26370 4286 0,'0'-35'15,"0"17"1,35-17 0,18-18 15,0 53-15,-35-17-16,17 17 15,0 0 1,-35 35-1,-52 35 1,-19 36 0,18-18-1,35 1 1,18-72 0,0 1-1</inkml:trace>
  <inkml:trace contextRef="#ctx0" brushRef="#br0" timeOffset="7439.25">26388 4374 0,'-18'-17'15,"53"70"17,18-18-17,0-17 1</inkml:trace>
  <inkml:trace contextRef="#ctx0" brushRef="#br0" timeOffset="7605.27">26723 4551 0,'0'0'0,"-18"35"15,1 18 16,17-35-15,17-18 0</inkml:trace>
  <inkml:trace contextRef="#ctx0" brushRef="#br0" timeOffset="8103.36">27129 4269 0,'-18'0'16,"36"0"-16,-36 17 15,18 1 1,71-18 0,-1-35-1,1-18 1,-36 35-1,0-88 1,-52 36 0,-1 52-1,18 0-15,-18 18 16,-35 71 0,0 52-1,1 19 1,34-107-1,-35 124 1,0-107 0,18-34-1,17-18 1,18-70 0,35-1-1,18 18 1,18 18-1,17 0 17</inkml:trace>
  <inkml:trace contextRef="#ctx0" brushRef="#br0" timeOffset="8352.84">27481 4568 0,'0'0'0,"-53"71"31,1 0-16,16-1 17</inkml:trace>
  <inkml:trace contextRef="#ctx0" brushRef="#br0" timeOffset="8538.21">27675 4586 0,'0'18'15,"18"-18"1,-18 17 0</inkml:trace>
  <inkml:trace contextRef="#ctx0" brushRef="#br0" timeOffset="8694.11">28046 4621 0,'0'0'0,"17"0"15,1-17 1</inkml:trace>
  <inkml:trace contextRef="#ctx0" brushRef="#br0" timeOffset="8828.7">28346 4586 0,'17'0'16,"-34"0"-16,52 18 31,-53-18-16</inkml:trace>
  <inkml:trace contextRef="#ctx0" brushRef="#br0" timeOffset="18456.46">21678 4904 0,'18'0'172,"-1"0"-156,-17 17-16,18-17 15,0 0 1,-1 18 0,-17 17-1,-17 18 16,-1-18-15,0-17-16,18 70 31,0-35-15,53 0 15,-17-35-15,-19-18-16,36-18 15</inkml:trace>
  <inkml:trace contextRef="#ctx0" brushRef="#br0" timeOffset="19974.61">22595 4921 0,'-17'18'156,"17"0"-140,-53 52-1,53-17 16,0-35-15,53-1 0,-36-17-1,36 0 1,-70 88 31,-19 71-16,72-159-15</inkml:trace>
  <inkml:trace contextRef="#ctx0" brushRef="#br0" timeOffset="20708.66">23319 5009 0,'0'-17'15,"-18"34"32,-35 54-31,-35 141 15,88-124-15,70-70 15,1-71-15,-53 35-16,-36-53 31,-53 71-15,1 36-1,70-1 1</inkml:trace>
  <inkml:trace contextRef="#ctx0" brushRef="#br0" timeOffset="21410.34">23954 5133 0,'17'18'31,"36"-36"0,-18 0-15,-17-52 15,-18 34-15,-35 1 0,35 18-1,-53 69 1,0 142 15,35-158-15,1 87-1,17-105 1,-53 35 0,-18-106 15,124-35 0,18 35 0,-1 35-15</inkml:trace>
  <inkml:trace contextRef="#ctx0" brushRef="#br0" timeOffset="21864.54">24430 5151 0,'18'0'31,"17"0"-15,0-36 0,36 1-1,-1 0 1,-52 17 0,-36 18-1,-70 141 16,53-53-15,35-70-16,17 17 16,1-35-16</inkml:trace>
  <inkml:trace contextRef="#ctx0" brushRef="#br0" timeOffset="22140.09">24800 5186 0,'-70'123'32,"87"-70"-17,19-35 1,-1-18-16,124-88 31,-124 52-31,-17-17 16,-124-35 15,35 124-15,1 16-1,70-16 1</inkml:trace>
  <inkml:trace contextRef="#ctx0" brushRef="#br0" timeOffset="22777.52">25559 5203 0,'-18'0'31,"36"0"-15,17-17-1,18-18 1,18-1 0,-36 19-1,-70 34 1,-36 71-1,36 1 1,17-19 0,36-52-1</inkml:trace>
  <inkml:trace contextRef="#ctx0" brushRef="#br0" timeOffset="23012.52">25876 5080 0,'18'0'0,"-36"0"0,54-18 15,-36 36-15,35 35 32,-35 17-17,-71 54 16,18-53-15,71-36 0,35-35-1,17-18 1</inkml:trace>
  <inkml:trace contextRef="#ctx0" brushRef="#br0" timeOffset="23508.63">26282 5221 0,'0'0'0,"18"0"16,-1 0-1,54-35 1,-54 35-16,1-18 16,70-35-1,-70 53 1,-106 36-1,70-1 1,-88 71 0,89-71-16,17-17 15,0-1 1</inkml:trace>
  <inkml:trace contextRef="#ctx0" brushRef="#br0" timeOffset="23818.89">26599 5115 0,'0'0'0,"-35"53"31,18-35-15,-19 52-1,72-17 1,87-70 15,-105 17-15,-1 0-16,-17 17 15,-35 54 1,0-36 0,-1 36-1,54-71 1,17-18-1</inkml:trace>
  <inkml:trace contextRef="#ctx0" brushRef="#br0" timeOffset="24396.11">26988 5239 0,'-18'0'32,"71"0"-1,-36-18-15,107-35-1,-106 53 1,-1 0-16,-34 0 15,-1 18 1,-88 123 0,106-70 15</inkml:trace>
  <inkml:trace contextRef="#ctx0" brushRef="#br0" timeOffset="24721.47">27464 5045 0,'0'0'0,"-71"53"16,36-36 0,-71 142-1,106-71 1,141-52 15,-106-36-15,-17-18-16,53-17 15,-142 17 17,53 36-17,-34 17 1,34-35-1</inkml:trace>
  <inkml:trace contextRef="#ctx0" brushRef="#br0" timeOffset="26526.26">28734 3951 0,'17'-18'16,"1"1"15,-18 52 0,-71 124 0,71-124-15,0 89 0,0-89-1,53 18 1,18-88 15,-36-18 0,-35 35-15,0 18 0,-17 18-1,-36 123 1,35-106-1,-35 106 1,53-123 0,-18 17-16,-52 53 15,-18-52 1,70-36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11:23:17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17868 10478 0,'-17'-18'31,"34"53"32,-17 53-47,18 18-1,-1 0 1,1-71-1,-18 1 1,0-19-16</inkml:trace>
  <inkml:trace contextRef="#ctx0" brushRef="#br0" timeOffset="241.91">17921 10566 0,'35'53'16,"36"141"15,-53-141-15,17 17-1,-35-52-15,18-1 16</inkml:trace>
  <inkml:trace contextRef="#ctx0" brushRef="#br0" timeOffset="563.87">17974 10530 0,'0'0'0,"0"-52"16,0 34-1,18 53 1,-1-17-16,72 193 31,-19-69-15,-52-125-16,35 18 15,0-35 1,17-70 0,-35-54-1,-17-17 1,-18 36 0</inkml:trace>
  <inkml:trace contextRef="#ctx0" brushRef="#br0" timeOffset="968.47">18785 10795 0,'0'-18'16,"18"1"-1,35-1 1,-35 18-16,-1 0 16,54 0-1,-54 0-15,1 0 16</inkml:trace>
  <inkml:trace contextRef="#ctx0" brushRef="#br0" timeOffset="1095.26">18962 10636 0,'0'0'0,"0"-17"16,17-1 0,107 0 15,-89 1-16</inkml:trace>
  <inkml:trace contextRef="#ctx0" brushRef="#br0" timeOffset="1522.94">19544 10266 0,'0'0'0,"0"-18"16,0 1-16,0 34 31,-18 54-15,1-1-1,-36 54 1,35-89 0,18 53-1,18-70-15,-1 0 16,19 17 0,-19-18-1,1 89 1,-18-35-1,0-54 1,18 1 0</inkml:trace>
  <inkml:trace contextRef="#ctx0" brushRef="#br0" timeOffset="1952.94">19914 10548 0,'0'0'0,"-35"53"16,35-35-16,0 17 15,18 71 1,-18-71 0,106 0-1,-18-105 1,-18-36-1,-52 71 1,-36-89 0,1 107-16,-1-1 15,-88 71 1,71-18 0,-18 106-1</inkml:trace>
  <inkml:trace contextRef="#ctx0" brushRef="#br0" timeOffset="2352.12">20496 10742 0,'0'18'16,"-17"-1"0,-19 89-1,36-35 16</inkml:trace>
  <inkml:trace contextRef="#ctx0" brushRef="#br0" timeOffset="2652.94">20655 10601 0,'0'-18'15,"35"18"17,18-35-17,88-71 17,-88 71-17,-35 17-15,-53 71 31,-1 35-15,1 36 0,35-36-1</inkml:trace>
  <inkml:trace contextRef="#ctx0" brushRef="#br0" timeOffset="2809.93">21008 10777 0,'-71'106'31,"142"-212"-31,-177 336 32,124-213-32</inkml:trace>
  <inkml:trace contextRef="#ctx0" brushRef="#br0" timeOffset="3108.39">21184 10495 0,'0'-17'0,"0"34"0,71-87 31,-53 70-31,70 35 32,-71 18-17,1 0 1,-36 17 0,1-52-16,-19 123 31,72-106-16,-19-35 1</inkml:trace>
  <inkml:trace contextRef="#ctx0" brushRef="#br0" timeOffset="3342.22">21572 10866 0,'-17'70'31,"-19"54"1,36-89-17,18-70 16</inkml:trace>
  <inkml:trace contextRef="#ctx0" brushRef="#br0" timeOffset="3743.95">21837 10513 0,'53'-35'32,"17"35"-1,-34 17-15,-19 1-16,-52 105 31,0-52-16,35-36 1,35-17 0,18-36-1,-35 18 1,-18 18-16,0-1 16,-36 36-1,-17 0 1,18-35-1,35-53 1</inkml:trace>
  <inkml:trace contextRef="#ctx0" brushRef="#br0" timeOffset="4062.38">22454 10830 0,'-17'36'32,"-19"69"-1,36-69-15</inkml:trace>
  <inkml:trace contextRef="#ctx0" brushRef="#br0" timeOffset="4404.88">22789 10319 0,'0'0'0,"18"-18"16,-36 36-16,-17 88 31,18 70 0,52-176-15,35-18 0,19-35 15,-107 71-16,0 0-15,-88 140 32,89-105-17</inkml:trace>
  <inkml:trace contextRef="#ctx0" brushRef="#br0" timeOffset="4622.12">23107 10866 0,'0'0'0,"-35"52"15,-1 37 16,54-89-15</inkml:trace>
  <inkml:trace contextRef="#ctx0" brushRef="#br0" timeOffset="4973.85">23389 10460 0,'0'-18'16,"-35"89"15,17-1-15,18-52-16,0 17 15,36 18 1,-19-53-16,124 0 31,-105 0-15,-36 35-1,0-17-15,-89 88 32,72-88-32,-1-1 15,-35-17 1,53-17-1</inkml:trace>
  <inkml:trace contextRef="#ctx0" brushRef="#br0" timeOffset="5122.39">23372 10478 0,'35'-36'16,"-18"19"-1,107 34 1,52 19 15</inkml:trace>
  <inkml:trace contextRef="#ctx0" brushRef="#br0" timeOffset="6622.92">23989 10301 0,'18'-18'15,"-1"18"17,-52 106 14,35-53-30,0 0 0,0 0-1,18-35-15,-1 17 32,1-17-17,-1-1 1,1-34-1,0 17 1,-1-36 15,-17 19 16,-17 17 16,17 17 15,-18-17-63,18 18-15,-35 70 32,-18 89-1,35-89-15,1-18-1,17-52-15,-18 35 16,-53 0 15,19-53-31</inkml:trace>
  <inkml:trace contextRef="#ctx0" brushRef="#br0" timeOffset="17923.41">16387 11483 0,'-18'35'31,"-17"36"-16,35-36 1,-53 124 0,35-142-1,18 54 1,0-53-16,18-1 16,-1-17-1,1 0-15,53 36 16,-54 52-1,-17-53 1,0 124 0,0-142-1,18 19 1</inkml:trace>
  <inkml:trace contextRef="#ctx0" brushRef="#br0" timeOffset="18311.2">16722 11783 0,'0'-18'16,"0"-17"-1,0 53 1,-36 52 0,36-35-16,36 71 31,-19-88-15,107-71-1,-71-53 1,-71-70 15,-88 229 0,71 17-15,35 1 0</inkml:trace>
  <inkml:trace contextRef="#ctx0" brushRef="#br0" timeOffset="19092.88">17145 11359 0,'0'0'15,"0"53"17,0 36-17,-18 34 1,36-70-16,17 106 31,18-142-15,0-17-1,-35-35 1,-18-18 15,-18 53-15,18 18-16,0 35 15,0 141 17,0-36-17,-53-34 17,-17-71-17</inkml:trace>
  <inkml:trace contextRef="#ctx0" brushRef="#br0" timeOffset="19498.32">17533 12012 0,'0'35'16,"0"-70"-16,-35 229 31,70-141 0</inkml:trace>
  <inkml:trace contextRef="#ctx0" brushRef="#br0" timeOffset="19933.7">17851 11501 0,'17'-18'15,"-17"0"-15,0 36 31,-35 52-15,0 19 0,17-36-16,-17 35 15,35-53-15,17 89 32,36-107-17,0-17 1,-18 53 15,-35 18-15,0-1 15</inkml:trace>
  <inkml:trace contextRef="#ctx0" brushRef="#br0" timeOffset="20247.75">18098 11889 0,'0'0'31,"70"-36"0,18-105 1,-35 53-17,-53 70-15,18-35 16,-18 36 0,-18 34-1,1 89 1,-1 53-1,18-18 1,0-70 0</inkml:trace>
  <inkml:trace contextRef="#ctx0" brushRef="#br0" timeOffset="21016.04">18574 11483 0,'0'-53'31,"0"106"-31,0-53 31,0 35-31,-36 212 32,54-123-17,17-71 1,1-53-1,17-36 1,-36-17 0,-17 18-1,-17 70 17,-1 36-17,0 35 1,1 0-1,-1-36 1,-17 54 15</inkml:trace>
  <inkml:trace contextRef="#ctx0" brushRef="#br0" timeOffset="21467.91">18962 12136 0,'0'35'16,"-35"106"15,35-123-15</inkml:trace>
  <inkml:trace contextRef="#ctx0" brushRef="#br0" timeOffset="22108.32">19332 11483 0,'0'-18'16,"0"36"-16,18-71 31,-36 53-15,-52 159 15,34-71-15,19 35-1,17-87-15,35 34 31,18-105-15,0 0 0,-71 70 15,18-17-31,-35 52 16,0 54-1,17-89-15,18 35 16,35-70 15</inkml:trace>
  <inkml:trace contextRef="#ctx0" brushRef="#br0" timeOffset="22590.25">19544 11553 0,'0'-17'16,"18"17"-1,-1-18 1,18 36 15,-17-1-15,-18 1-1,0 70 1,-35-35 0,-18 53-1,35-71-15,-17 36 16,53 17 0,35-53-1,17-35 1</inkml:trace>
  <inkml:trace contextRef="#ctx0" brushRef="#br0" timeOffset="23243.13">19879 11483 0,'18'-18'0,"17"-17"15,-35 106 17,-35 34-17,35-69 1,-53 140 0,53-158-1,53 17 1,-36-35-16,54-35 31,-71 88 0,-18-18-15,1 106 0,17-18-1,0-105-15,17 35 16</inkml:trace>
  <inkml:trace contextRef="#ctx0" brushRef="#br0" timeOffset="23629.66">20179 12136 0,'0'0'0,"0"35"16,0-18-16,0 36 31</inkml:trace>
  <inkml:trace contextRef="#ctx0" brushRef="#br0" timeOffset="24188.04">20461 12118 0,'0'0'0,"0"35"16,0-17 15,18-36-15</inkml:trace>
  <inkml:trace contextRef="#ctx0" brushRef="#br0" timeOffset="24359.18">20726 12100 0,'0'0'0,"0"18"16,17-36 15,1 18-16</inkml:trace>
  <inkml:trace contextRef="#ctx0" brushRef="#br0" timeOffset="24483.19">20902 12083 0,'-18'17'16,"18"1"-1,18-36 1,-18 1-1</inkml:trace>
  <inkml:trace contextRef="#ctx0" brushRef="#br0" timeOffset="25056.17">21273 11942 0,'0'17'0,"0"-34"0,0 52 15,-18 88 1,18-105 0,-35 88-1,52-106 1</inkml:trace>
  <inkml:trace contextRef="#ctx0" brushRef="#br0" timeOffset="25540.47">21625 11430 0,'18'-18'16,"-18"71"15,-18 35-16,1-52 1,-36 123 0,53-124-1,53-35 1,-36 0-16,1 0 16,35-18-1,-36 18 1,-52 124-1,18-89 1,-36 124 0,70-195 15</inkml:trace>
  <inkml:trace contextRef="#ctx0" brushRef="#br0" timeOffset="26024.22">21925 11589 0,'0'0'0,"35"-36"16,-70 89 15,0 18-15,17 17-1,18-70 1,36 52 0,16-70-1,-34-17-15,17 17 16,-17 0 0,0 53-1,-54 0 1,1-1-1,-35-52 17,34-35-17</inkml:trace>
  <inkml:trace contextRef="#ctx0" brushRef="#br0" timeOffset="26176.66">21890 11642 0,'53'-71'15,"-36"53"1,72 1 0,-36 34-1,-18-17 1,-18 18 0</inkml:trace>
  <inkml:trace contextRef="#ctx0" brushRef="#br0" timeOffset="26756.38">22401 11430 0,'0'0'16,"0"-35"-1,-17 52 1,-19 89 0,19-18-1,17 89 1,17-89 0,36-70-1,18-36 1,-36-17-1,-35 17-15,18 0 16,-18 1-16,-18 34 16,1 36-1,-36 53 1,17 18 0,19-89-16,-19 35 15,1 36 1,18-88-16,-125 53 31,107-71-15</inkml:trace>
  <inkml:trace contextRef="#ctx0" brushRef="#br0" timeOffset="27516.09">22878 12171 0,'-18'53'31,"0"35"-15,1-53-1,-19 142 1,19-160-16,17 1 16</inkml:trace>
  <inkml:trace contextRef="#ctx0" brushRef="#br0" timeOffset="28717.5">23530 11465 0,'0'-17'16,"0"-1"-1,0 36 17,-53 87-1,36-69-31,-71 140 31,88-105-15,0-54-16,88 19 31,-53 17-15,-17-18-1,-36 71 1,0-71-16,18 18 16,0-36-16,18 1 15,17-36 1</inkml:trace>
  <inkml:trace contextRef="#ctx0" brushRef="#br0" timeOffset="29125.96">23830 11748 0,'0'0'0,"-53"17"32,53 1-32,-35 52 15,17 19 1,36-19-1,-18-52-15,106-18 32,-71-18-32,0-35 15,18-70 1,-53 35 0,-53 52-1,-17 36 1,17 36-1,18 87 17</inkml:trace>
  <inkml:trace contextRef="#ctx0" brushRef="#br0" timeOffset="29372.17">24130 12083 0,'-71'141'31,"142"-282"-31,-159 352 31</inkml:trace>
  <inkml:trace contextRef="#ctx0" brushRef="#br0" timeOffset="29752.33">24359 11959 0,'36'0'31,"-36"-17"-31,-36 34 0,195-140 32,-53-1-1,-88 89-15,-71 158 15,0 1-16,53-54 1,0-52 0</inkml:trace>
  <inkml:trace contextRef="#ctx0" brushRef="#br0" timeOffset="30278.67">24836 11518 0,'0'-17'0,"0"34"0,35-34 15,-18 17 1,-17 52 0,0-16-16,-52 158 31,52-177-15,0 89-1,88-123 16,-53-36-15,-17 35-16,-18 0 16,0-17-1,0 18-15,-36 87 32,19 18-17,-19 89 16,19-89-15,17-71-16,-35 36 16,-1-17-1</inkml:trace>
  <inkml:trace contextRef="#ctx0" brushRef="#br0" timeOffset="30732.09">25206 12065 0,'0'18'16,"-53"87"0,-17 90 15,70-178-16,17-34-15</inkml:trace>
  <inkml:trace contextRef="#ctx0" brushRef="#br0" timeOffset="31233.08">25665 11536 0,'17'-53'31,"-34"106"-31,17-36 32,-53 72-17,0-1 1,35-53-16,18 71 31,18-88-15,35-18-1,-36 35 1,-34 18 0,-1 17-1,0-17 1,89-70 15</inkml:trace>
  <inkml:trace contextRef="#ctx0" brushRef="#br0" timeOffset="31612.36">26035 11659 0,'-53'53'31,"35"-35"-31,-52 176 31,88-141-15,140-88 15,-52-71-15,-88-35 15,-71 123-15,-35 71-1,17 17 1,53-52-16,18 88 31</inkml:trace>
  <inkml:trace contextRef="#ctx0" brushRef="#br0" timeOffset="31810.32">26370 11977 0,'-17'17'16,"-19"54"0,1 0-1,0-1 1,52-35 0,1-35-1</inkml:trace>
  <inkml:trace contextRef="#ctx0" brushRef="#br0" timeOffset="32107.03">26564 11659 0,'71'-53'31,"-142"106"-31,248-123 31,-160 87-31,1 1 0,-53 53 31,-54 52-15,19-35 0,35-17-1,105-36 16,-17-53-15</inkml:trace>
  <inkml:trace contextRef="#ctx0" brushRef="#br0" timeOffset="33142.19">27058 11483 0,'0'-18'0,"0"1"15,35-1 1,-35 0-1,18 54 1,-36-19-16,-70 160 31,53-71-15,35-18 0,18-35-1,70-89 16,-53 1-15,-35 17 15,-35 89-15,17-53-16,-35 176 31,36-106-15,-1-35-1,-17 17 17</inkml:trace>
  <inkml:trace contextRef="#ctx0" brushRef="#br0" timeOffset="33516.97">27199 12206 0,'0'0'0,"0"18"16,-17-18-16,17 17 15,0 1-15,-18 17 32,36-52-17</inkml:trace>
  <inkml:trace contextRef="#ctx0" brushRef="#br0" timeOffset="33984.01">27517 12153 0,'0'18'31,"17"-18"0,19-18-15</inkml:trace>
  <inkml:trace contextRef="#ctx0" brushRef="#br0" timeOffset="34130.98">27746 12153 0,'0'0'0,"0"18"16,35-18 15,1-18-15</inkml:trace>
  <inkml:trace contextRef="#ctx0" brushRef="#br0" timeOffset="34248.56">28046 12100 0,'35'36'31,"-17"-72"0</inkml:trace>
  <inkml:trace contextRef="#ctx0" brushRef="#br0" timeOffset="36345.69">28363 12012 0,'18'0'31,"-18"18"-15,0 17-1,-18 18 1,18-35-16,-35 105 31,35-70-15,0-35-1</inkml:trace>
  <inkml:trace contextRef="#ctx0" brushRef="#br0" timeOffset="36826.25">28716 11553 0,'0'0'0,"18"-35"16,-18 18-16,17 17 31,-34 17-15,-19 71-1,-16 18 1,16-18 0,19-17-1,52-18 1,18-53-1,-18 18 1,0-1 0,-70 107-1,0-19 1,52-52 0,1-53-1,0 0-15,-1-17 0</inkml:trace>
  <inkml:trace contextRef="#ctx0" brushRef="#br0" timeOffset="37372.01">29175 11553 0,'-18'0'16,"0"18"-1,-34 70 1,52-35-1,17 0 1,71-18 15,-52-17-15,-54 53 0,0-36-1,-17 88 1,35-105-16,0 0 15,71-18 1</inkml:trace>
  <inkml:trace contextRef="#ctx0" brushRef="#br0" timeOffset="37620.44">29422 11942 0,'0'0'0,"-18"17"15,0 1-15,-52 123 32,52-123-17,18 70 1,18-88-1</inkml:trace>
  <inkml:trace contextRef="#ctx0" brushRef="#br0" timeOffset="38027.54">29651 11624 0,'35'-53'31,"-70"106"-31,106-124 32,-89 89-32,-35 53 31,35 52-16,89-70 17,-53-53-17,34 106 17,-87-36-17,-18 1 1,0-36 15,36-70-15</inkml:trace>
  <inkml:trace contextRef="#ctx0" brushRef="#br0" timeOffset="38169.58">29598 11677 0,'53'-53'31,"-106"106"-31,247-88 32,-70 88-1,-107-36-31</inkml:trace>
  <inkml:trace contextRef="#ctx0" brushRef="#br0" timeOffset="38782.55">30145 11518 0,'0'0'0,"0"-17"16,0-1-16,18 0 16,-36 36 15,18 52-15,-18-34-16,18 34 15,0-34-15,0 87 16,18-52-1,17-36 1,36-70 15,-54-1-15,-17 19 0,-53 158 15,-88 159 0,53-142 0,53-140-31,17-18 16</inkml:trace>
  <inkml:trace contextRef="#ctx0" brushRef="#br0" timeOffset="40262.44">16916 12771 0,'17'-18'0,"-17"0"32,0 71-17,-17 35 1,-36 18-1,35-35 1,1 17 0,34-70-16,-17 17 15,18-35-15,17 18 16,36 123 15,-89 0-15,36-18 15,35-158-15</inkml:trace>
  <inkml:trace contextRef="#ctx0" brushRef="#br0" timeOffset="40673.36">17357 13053 0,'0'0'0,"-53"106"31,53-89-31,0 36 16,17 18-1,107-107 17,-54-52-17,-52 0 1,-36 53-1,-70 17 1,35 53 0,0 36-1,53 35 1,18-36 0</inkml:trace>
  <inkml:trace contextRef="#ctx0" brushRef="#br0" timeOffset="40933.96">17709 13317 0,'0'0'0,"-70"159"31,52-88-15,18-36 0</inkml:trace>
  <inkml:trace contextRef="#ctx0" brushRef="#br0" timeOffset="41379.89">17974 13194 0,'18'-35'16,"70"-71"15,-35 53-15,-36 35-16,1-17 15,35-36 1,-53 71 0,-35 71-1,-36 70 1,36-35-1,17-53-15,18 70 32</inkml:trace>
  <inkml:trace contextRef="#ctx0" brushRef="#br0" timeOffset="41600.15">18309 13264 0,'-35'106'31,"70"-212"-31,-105 336 31,87-213-31</inkml:trace>
  <inkml:trace contextRef="#ctx0" brushRef="#br0" timeOffset="42143.46">18591 12894 0,'36'-35'15,"17"35"16,-36 35-15,-17 53 0,-17-35-1,17-18-15,-71 124 32,53-88-17,36-18 1,35-36-1,-35 1 1,35 0 0,-36-18-16</inkml:trace>
  <inkml:trace contextRef="#ctx0" brushRef="#br0" timeOffset="42828.25">19032 12806 0,'36'-35'31,"-72"70"-31,89-106 32,-88 177-1,17 0-16,1-18 1,34-35 0,1-35-16,0-1 15,87-52 17,-87 0-17,-18 88 16,-18 53-15,1 123 15,-1-123-15,-35-36 15</inkml:trace>
  <inkml:trace contextRef="#ctx0" brushRef="#br0" timeOffset="43578.36">19438 13423 0,'-35'124'31,"17"-54"-15,1-34 0,34-19-1</inkml:trace>
  <inkml:trace contextRef="#ctx0" brushRef="#br0" timeOffset="51804.98">19914 13406 0,'0'17'15,"18"1"17</inkml:trace>
  <inkml:trace contextRef="#ctx0" brushRef="#br0" timeOffset="51987.09">20232 13423 0,'-18'0'31,"36"0"-31,17-17 31</inkml:trace>
  <inkml:trace contextRef="#ctx0" brushRef="#br0" timeOffset="52110.47">20479 13476 0,'0'-18'31</inkml:trace>
  <inkml:trace contextRef="#ctx0" brushRef="#br0" timeOffset="54207.45">20937 13282 0,'18'35'31,"-53"54"-15,-1-1 0,19 0-1,17-70 1</inkml:trace>
  <inkml:trace contextRef="#ctx0" brushRef="#br0" timeOffset="54735.11">21449 12806 0,'-35'53'47,"-1"0"-32,-52 53 1,53-36-1,35-17 1,18-35 0,34-1-1,-16 1 1,-19 52 0,-34 19-1,-1-1 1,36-71 15</inkml:trace>
  <inkml:trace contextRef="#ctx0" brushRef="#br0" timeOffset="55503.62">21731 13088 0,'0'71'32,"0"34"-17,35-34 1,18-53-1,0-36 1,106-176 15,-159 176-31,0-52 16,-35-18 0,-18 52-1,18 54 1,-1 17-1,19 1-15,17 16 16,0 1 0</inkml:trace>
  <inkml:trace contextRef="#ctx0" brushRef="#br0" timeOffset="55687.35">22102 13300 0,'-18'53'16,"-17"105"15,52-122-15,1-36 0</inkml:trace>
  <inkml:trace contextRef="#ctx0" brushRef="#br0" timeOffset="56137.44">22384 13159 0,'17'0'15,"36"-18"32,18-53-31,-36 36-16,71-88 31,-88 123-15,-36 35-1,-35 36 1,35-19-16,1 142 31,17-176-15,0 0-16,17-1 0</inkml:trace>
  <inkml:trace contextRef="#ctx0" brushRef="#br0" timeOffset="56329.76">22807 13300 0,'-18'0'0,"1"106"15,-1-89 1,-17 160 0,53-160 15</inkml:trace>
  <inkml:trace contextRef="#ctx0" brushRef="#br0" timeOffset="56730.04">23036 12982 0,'0'0'0,"53"-35"16,-35 35 0,70 0-1,-53 53 16,-105 106 1,35-124-17,-18 141 1,176-193 15</inkml:trace>
  <inkml:trace contextRef="#ctx0" brushRef="#br0" timeOffset="56967.57">23513 13300 0,'-18'53'31,"18"-36"-31,-18 19 16,1-19-16,-1 36 15,18-18 1,18-35-16</inkml:trace>
  <inkml:trace contextRef="#ctx0" brushRef="#br0" timeOffset="57434.37">23813 12894 0,'17'-18'32,"-34"36"-32,87-18 15,-17 53 16,-71 0-15,-52 35 15,35-35-15,52-18 0,89 18 15,-88-35-16,-18-1 1,-36 19 0,-17 17-1,1 0 1,34-18 0</inkml:trace>
  <inkml:trace contextRef="#ctx0" brushRef="#br0" timeOffset="57671.52">24148 13406 0,'-18'70'31,"-17"71"1,35-123-17</inkml:trace>
  <inkml:trace contextRef="#ctx0" brushRef="#br0" timeOffset="58149.52">24412 12929 0,'18'-88'31,"-36"176"-31,36-176 31,-106 265 1,52-72-17,89 19 17,-17-124-17,-19 0-15,36 17 31,-53 36-15,-17 18 0,-1-1-1</inkml:trace>
  <inkml:trace contextRef="#ctx0" brushRef="#br0" timeOffset="58343.58">24730 13335 0,'-18'35'15,"-35"71"17,53-35-17,53-89 16</inkml:trace>
  <inkml:trace contextRef="#ctx0" brushRef="#br0" timeOffset="58719.64">25153 12947 0,'-18'0'32,"36"0"-32,-124 141 31,53-17 0,89-107-15,69-34 15,-52 34 0,-70-17-31,-54 106 32,18-71-17,0-35 1,36-17-1</inkml:trace>
  <inkml:trace contextRef="#ctx0" brushRef="#br0" timeOffset="58876.76">25083 12982 0,'17'0'0,"-34"0"0,87 0 16,-52 0-16,123 18 31,-71-36-15</inkml:trace>
  <inkml:trace contextRef="#ctx0" brushRef="#br0" timeOffset="59511.85">25647 12823 0,'0'-17'16,"0"-1"15,-35 89-16,17 17 1,-17 106 15,52-176-31,54 35 32,-53-71-17,-1 18-15,19-35 16,-36-18 15,-18 70-15,0 36-1,1 18 1,-19 17 0,19-53-16,-54 124 31,1-88-16,17-18 1,17-53-16,-17 17 16</inkml:trace>
  <inkml:trace contextRef="#ctx0" brushRef="#br0" timeOffset="68278.64">25841 10107 0,'0'-35'31,"0"17"-15,0 1 15,0-1 47,0 36-46,0 70-17,-35 53 1,-36 176 15,54-264-31,-54 229 31</inkml:trace>
  <inkml:trace contextRef="#ctx0" brushRef="#br0" timeOffset="69139.13">26229 10160 0,'-18'-35'16,"36"17"0,-18 0 15,-18 1-16,18 52 48,-17 36-47,-54 105 15,36-105-16,35-1 1,35-52 15,-17-18-31,17 0 16,18 0 0,-53 35-1,-53 71 1,0 123 15,106-194-15,-35-35-1</inkml:trace>
  <inkml:trace contextRef="#ctx0" brushRef="#br0" timeOffset="69684.71">26635 10460 0,'0'-35'16,"0"70"-16,-18-123 31,-17 123-15,-36 53-1,1 53 1,34-35 0,54-53-1,70-35 1,-52-36-16,140-141 31,-141 36-15,-35 52-1,0 54-15,-35-19 16,-36 36 0,1 71-1,35 52 1,17-70 0,18-17-16</inkml:trace>
  <inkml:trace contextRef="#ctx0" brushRef="#br0" timeOffset="69874.73">26864 10672 0,'-35'70'31,"-1"54"0,36-89-15,36-35 0</inkml:trace>
  <inkml:trace contextRef="#ctx0" brushRef="#br0" timeOffset="70315.23">27111 10583 0,'18'0'16,"35"-53"15,-1 18-15,-16 0-16,87-71 31,-88 53-16,-70 88 17,-35 89-17,34-71-15,-17 53 16,18 17 0,35-105-16,0-1 15</inkml:trace>
  <inkml:trace contextRef="#ctx0" brushRef="#br0" timeOffset="70498.78">27428 10619 0,'0'35'16,"-17"-17"-16,-18 34 15,-1 37 1,19-72-16,34 36 31,1-70-15</inkml:trace>
  <inkml:trace contextRef="#ctx0" brushRef="#br0" timeOffset="70810.98">27658 10319 0,'35'-36'31,"36"54"1,-36 17-17,-35-17-15,0 17 16,-18 36-1,18-53 1,-70 105 0,70-88-1,17 18 1,1-53-16,0 0 16</inkml:trace>
  <inkml:trace contextRef="#ctx0" brushRef="#br0" timeOffset="71016.53">28011 10654 0,'0'0'0,"-18"53"31,-53 70 0,54-105-15,17 0-1</inkml:trace>
  <inkml:trace contextRef="#ctx0" brushRef="#br0" timeOffset="71540.16">28328 10266 0,'0'0'0,"53"-35"16,-35 35-16,-1 0 15,1 17 1,17 36 0,-52 0-1,-36 0 1,17-35-16,-17 52 31,71-52-15,53-18-1,-54 0 1,54 0 0,-71 17-16,-53 72 31,35-72-16,-70 71 1,88-70 0,18-18-16</inkml:trace>
  <inkml:trace contextRef="#ctx0" brushRef="#br0" timeOffset="71689.05">28751 10636 0,'0'18'0,"0"-36"0,-35 89 16,35-54-1,-53 54 17,71-71-17</inkml:trace>
  <inkml:trace contextRef="#ctx0" brushRef="#br0" timeOffset="72064.84">29139 10178 0,'0'0'0,"0"0"31,-52 88 1,-54 71-1,88-89-15,18-52-16,18-1 15,52-17 1,18-17-1,-52 17 17,-89 53-17,18-36-15,-18 54 16,17 17 0,36-70-16,18-1 15</inkml:trace>
  <inkml:trace contextRef="#ctx0" brushRef="#br0" timeOffset="72321.13">29333 10689 0,'0'0'0,"-17"53"32,-18 0-17,-18 18 17,70-89-17</inkml:trace>
  <inkml:trace contextRef="#ctx0" brushRef="#br0" timeOffset="72688.03">29633 10336 0,'36'-35'31,"-72"70"-31,19 1 31,-1-1-31,-70 53 31,88-53-15,0-17-16,35-18 16,36 0-1,35 18 16,-124 17-15,-70 53 15,35-53-15,35-35 0,18-17-16</inkml:trace>
  <inkml:trace contextRef="#ctx0" brushRef="#br0" timeOffset="72858.85">29686 10389 0,'71'-35'15,"88"35"17,-54 18-17,-69-18-15,17 0 16</inkml:trace>
  <inkml:trace contextRef="#ctx0" brushRef="#br0" timeOffset="73685.03">30392 10142 0,'0'-17'16,"-35"105"15,17-53-31,-70 159 31,70-123-15,36-36-1,88-17 17,-106-36-32,52-17 31,-34 35-15,-18 17-16,-18-17 15,-17 106 1,-124 106 15,107-142-15,16-52-16,-70 88 31,106-106-15</inkml:trace>
  <inkml:trace contextRef="#ctx0" brushRef="#br0" timeOffset="74213.03">30903 10072 0,'0'0'0,"0"-18"16,18 1-16,0-19 15,-1 36 1,-52 141-1,-36 36 1,54-107-16,-71 230 31,70-247-15,18-18-16,0 54 16,18-89-1</inkml:trace>
  <inkml:trace contextRef="#ctx0" brushRef="#br0" timeOffset="74468.02">31009 10566 0,'71'17'31,"-1"-17"-15,18 0 0,-70 0-1,53-17 1</inkml:trace>
  <inkml:trace contextRef="#ctx0" brushRef="#br0" timeOffset="74639.5">31115 10425 0,'18'0'0,"35"-18"16,-53 36-1,105-1 1,-87-17 0</inkml:trace>
  <inkml:trace contextRef="#ctx0" brushRef="#br0" timeOffset="75111.47">31873 10160 0,'-17'-18'16,"-1"18"0,-52 36 15,-71 193 0,70-106-15,53-70-16,18 88 31,18-123-31,105-36 31,-52-34-15,-53-1 0,-54 0-1,-34 35 1,-54 36-1,19 17 1</inkml:trace>
  <inkml:trace contextRef="#ctx0" brushRef="#br0" timeOffset="80151.83">14711 12188 0,'-18'0'16,"18"-17"0,-17 17-1,17-18 17,17 1-17,1 17-15,-1-36 16,1 1-16,123-159 31,0-53 0,-105 141 1,-36 124-17,-18 211 16,18-158-31,0 70 16,18 18 0,-18-124-16,0 0 15</inkml:trace>
  <inkml:trace contextRef="#ctx0" brushRef="#br0" timeOffset="80317.37">14923 12012 0,'0'0'16,"35"-18"-1,106 54 17,-88-19-17</inkml:trace>
  <inkml:trace contextRef="#ctx0" brushRef="#br0" timeOffset="80842.02">15469 12012 0,'0'0'0,"53"0"16,18 18 0,-18-18-1,-36 0 1</inkml:trace>
  <inkml:trace contextRef="#ctx0" brushRef="#br0" timeOffset="81029.88">15505 11818 0,'88'0'31,"53"0"0</inkml:trace>
  <inkml:trace contextRef="#ctx0" brushRef="#br0" timeOffset="82481.16">27834 12912 0,'0'-18'0,"35"-35"31,-17-17 1,-36 140-1,18 71-15,0 141 15,0-140-16,18-107-15</inkml:trace>
  <inkml:trace contextRef="#ctx0" brushRef="#br0" timeOffset="83396.14">28116 13406 0,'0'-36'16,"18"1"-1,0 17-15,88-193 31,-71 140-15,-18 18-16,1-17 16,0-19-1,-1-34 17,-17 105-17,18 107 1,-18-1-1,-18-35-15,18 70 16,-17 36 0,17-106-16,0 17 15</inkml:trace>
  <inkml:trace contextRef="#ctx0" brushRef="#br0" timeOffset="83631.48">28222 13194 0,'0'0'0,"36"-18"31,-1 36-16,53-18 1,-53-18-16,36 1 16</inkml:trace>
  <inkml:trace contextRef="#ctx0" brushRef="#br0" timeOffset="84186.78">28751 12682 0,'0'-17'32,"0"-1"-1,18 36-16,-18 52 1,-18-17-16,18 0 0,-53 282 31,53-247-31,-17 212 32</inkml:trace>
  <inkml:trace contextRef="#ctx0" brushRef="#br0" timeOffset="85030.08">29087 13229 0,'70'-17'16,"-35"34"-1,1-17-15,17 0 16,52 18 15,-105-36-31</inkml:trace>
  <inkml:trace contextRef="#ctx0" brushRef="#br0" timeOffset="85206.5">29245 13000 0,'0'0'0,"0"-18"15,18 18-15,35 0 16,17 0 0,-17 0-1,-17 0 1</inkml:trace>
  <inkml:trace contextRef="#ctx0" brushRef="#br0" timeOffset="86023.59">29845 12876 0,'0'-35'16,"18"35"-1,17-18 1,18 54-1,-18-1 1,-17-17 0,-1 88-1,-34-89 1,-71 142 0,140-36 15,37-105-16,17-53 1</inkml:trace>
  <inkml:trace contextRef="#ctx0" brushRef="#br0" timeOffset="86669.4">30621 12506 0,'0'-18'16,"-18"-17"0,-17 35 15,18 18-16,-89 105 1,70-70 0,-16 159-1,52-195 1,17 19-16,89-36 16,-71-18-1,36-70 1,-177 0 15,0 176 0,106-71-15,0 1-16</inkml:trace>
  <inkml:trace contextRef="#ctx0" brushRef="#br0" timeOffset="87442.4">30745 13106 0,'17'0'32,"71"0"-17,-35 0 1,36-18 0,-37 0-1</inkml:trace>
  <inkml:trace contextRef="#ctx0" brushRef="#br0" timeOffset="87609.64">30903 12876 0,'-17'-35'32,"34"70"-32,72-52 31,34 34 0</inkml:trace>
  <inkml:trace contextRef="#ctx0" brushRef="#br0" timeOffset="88070.81">31662 12700 0,'0'0'0,"-18"-18"31,-17 36 16,-36 70-31,1 36-1,17 17 1,71 35 15,34-176-15,1-53-1,-17 0 1,-54 36-16,-35-71 31,0 88-15,36 17-16,-1 1 16,18-1-16,0 36 15</inkml:trace>
  <inkml:trace contextRef="#ctx0" brushRef="#br0" timeOffset="88528.87">32032 12700 0,'18'0'31,"-36"0"-31,-52 123 31,34 54 0,72-124-15,87-53 15,-88 0-15,-52 53-1,-36 35 1,0 0 0,18 0-1,35-70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854 29 24575,'1'-1'0,"-1"-1"0,0 1 0,0 0 0,0 0 0,0 0 0,0 0 0,0-1 0,0 1 0,0 0 0,0 0 0,0 0 0,-1 0 0,1 0 0,0-1 0,-1 1 0,1 0 0,-1 0 0,1 0 0,-1 0 0,0 0 0,1 0 0,-1 0 0,-2-1 0,2 2 0,0 0 0,0 1 0,0-1 0,0 0 0,0 1 0,0-1 0,0 1 0,0-1 0,0 1 0,0 0 0,1-1 0,-1 1 0,0 0 0,0 0 0,0-1 0,1 1 0,-1 0 0,0 0 0,0 1 0,-32 55 0,-106 205 0,-133 280 0,-16 83 0,209-470-1365,63-124-5461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15 324 24575,'-7'-24'0,"6"22"0,0 0 0,0-1 0,0 1 0,0-1 0,0 1 0,1-1 0,-1 0 0,1 1 0,-1-6 0,2 1 0,1 0 0,-1 1 0,1-1 0,0 0 0,1 0 0,-1 1 0,1-1 0,1 1 0,-1 0 0,1 0 0,0 0 0,7-6 0,9-11 0,38-31 0,-15 14 0,-36 33 0,-1 1 0,1 0 0,0 0 0,0 1 0,0 0 0,1 0 0,0 1 0,0 0 0,0 0 0,0 1 0,11-3 0,-15 5 0,0 1 0,-1 0 0,1 0 0,0 0 0,-1 0 0,1 0 0,0 1 0,-1 0 0,1-1 0,-1 1 0,1 1 0,-1-1 0,0 0 0,1 1 0,-1 0 0,0 0 0,0 0 0,0 0 0,0 0 0,0 0 0,-1 1 0,1 0 0,-1-1 0,1 1 0,-1 0 0,0 0 0,0 0 0,0 0 0,2 7 0,4 10 0,0 1 0,-1 0 0,-1 0 0,-1 0 0,-1 0 0,-1 1 0,0 28 0,9 49 0,-6-57 0,0 68 0,-5-68 0,11 69 0,48 142 0,-57-241 0,0 0 0,1 0 0,0 0 0,1-1 0,0 0 0,1 0 0,0 0 0,1-1 0,0 1 0,1-2 0,10 12 0,-15-18 0,0 0 0,0-1 0,1 1 0,-1 0 0,1-1 0,-1 0 0,1 0 0,0 0 0,0 0 0,0 0 0,0-1 0,0 0 0,0 0 0,1 0 0,-1 0 0,0-1 0,0 1 0,1-1 0,-1 0 0,0-1 0,0 1 0,1-1 0,-1 0 0,0 0 0,0 0 0,0 0 0,0-1 0,0 1 0,0-1 0,0 0 0,0 0 0,-1-1 0,1 1 0,-1-1 0,4-3 0,17-18 0,-2-1 0,0-1 0,-2 0 0,-1-2 0,20-37 0,12-16 0,-40 65-227,-1-1-1,-1-1 1,-1 1-1,0-1 1,6-23-1,-9 19-6598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24575,'-3'1'0,"1"0"0,-1 0 0,1 0 0,0 0 0,-1 0 0,1 0 0,0 0 0,-1 1 0,1-1 0,0 1 0,0 0 0,0 0 0,1 0 0,-1 0 0,0 0 0,1 0 0,-1 0 0,1 0 0,0 1 0,-1-1 0,0 3 0,-21 54 0,17-26 0,1-1 0,2 1 0,1 0 0,2 0 0,7 62 0,6-21 0,-12-70 0,0 0 0,0 0 0,0 0 0,1 0 0,0-1 0,0 1 0,0 0 0,0-1 0,0 1 0,1-1 0,-1 0 0,1 0 0,0 0 0,0 0 0,5 3 0,-5-5 0,-1 0 0,1-1 0,0 1 0,0-1 0,0 1 0,0-1 0,0 0 0,0 0 0,0 0 0,0-1 0,0 1 0,0-1 0,0 0 0,0 0 0,0 0 0,-1 0 0,1 0 0,0 0 0,-1-1 0,1 1 0,-1-1 0,1 0 0,-1 0 0,0 0 0,3-2 0,4-5 0,0 1 0,0-2 0,-1 1 0,11-18 0,-9 12 0,-1-1 0,0 0 0,-1 0 0,-1 0 0,-1-1 0,0-1 0,-2 1 0,1-1 0,0-17 0,-4 27 0,-1 0 0,0 0 0,0 0 0,-1 1 0,0-1 0,0 0 0,-1 1 0,0-1 0,-1 1 0,1-1 0,-1 1 0,-1 0 0,1 0 0,-1 0 0,-1 1 0,1 0 0,-1-1 0,0 1 0,0 1 0,-1-1 0,0 1 0,0 0 0,-8-5 0,11 8-52,0-1-1,0 1 1,0 0-1,0 0 1,0 1-1,-1-1 1,1 1-1,-1-1 1,1 1-1,-1 0 1,0 1-1,0-1 1,1 1-1,-1-1 1,0 1-1,1 0 1,-1 0-1,0 1 1,0-1-1,1 1 1,-1 0-1,0 0 0,1 0 1,-1 0-1,-3 2 1,-5 7-6774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24575,'0'-1'0,"0"-1"0,1 1 0,-1 0 0,0 0 0,1 0 0,-1 0 0,1 1 0,-1-1 0,1 0 0,0 0 0,-1 0 0,1 0 0,0 0 0,0 1 0,0-1 0,-1 0 0,1 1 0,0-1 0,0 1 0,0-1 0,0 1 0,0-1 0,0 1 0,0 0 0,0-1 0,0 1 0,0 0 0,0 0 0,0 0 0,1 0 0,-1 0 0,0 0 0,0 0 0,2 0 0,39 4 0,-41-4 0,47 5 0,-1-2 0,0-2 0,1-2 0,-1-3 0,73-14 0,0 1 0,-5 11-1365,-94 6-5461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24575,'54'20'0,"-23"-15"0,0-2 0,1-1 0,-1-2 0,42-4 0,129-26 0,-101 13 0,-56 8-42,-35 6-105,0 0 0,0 1 0,0 0 0,0 1 0,0 0 0,0 1 0,0 0 0,18 3 0,-18 0-6679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23 24575,'5'-18'0,"-6"14"0,-1 12 0,-3 384 0,8-210 0,11 98 0,-5-176 0,-5-1 0,-10 122 0,-17-104 34,12-69-1433,4-17-5427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24575,'-11'47'0,"2"-15"0,-12 102 0,-5 166 0,27-199 50,20 155-1,-3-60-1513,-15-158-5362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24575,'0'23'-53,"7"299"233,-2-256-677,4 0-1,29 117 1,-30-157-6329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0 225 24575,'2'1'0,"1"-1"0,-1 1 0,0 0 0,0 0 0,0-1 0,1 2 0,-1-1 0,0 0 0,-1 0 0,1 1 0,0-1 0,0 1 0,0-1 0,-1 1 0,1 0 0,-1 0 0,0 0 0,3 3 0,22 43 0,-22-40 0,83 189 0,-52-111 0,54 94 0,49 39 0,-128-201 0,-1-1 0,0 1 0,-2 0 0,0 1 0,-1 0 0,-1 0 0,-1 0 0,3 30 0,-3-23 0,1-1 0,1 1 0,16 44 0,-22-70 0,0 0 0,0 1 0,0-1 0,0 0 0,0 0 0,0 1 0,0-1 0,0 0 0,0 1 0,0-1 0,0 0 0,0 1 0,1-1 0,-1 0 0,0 0 0,0 1 0,0-1 0,0 0 0,0 0 0,1 1 0,-1-1 0,0 0 0,0 0 0,0 1 0,1-1 0,-1 0 0,0 0 0,0 0 0,1 0 0,-1 1 0,0-1 0,0 0 0,1 0 0,-1 0 0,0 0 0,0 0 0,1 0 0,-1 0 0,0 0 0,1 0 0,-1 0 0,0 0 0,1 0 0,-1 0 0,0 0 0,0 0 0,1 0 0,-1 0 0,0 0 0,1 0 0,4-20 0,-3-28 0,-3-95 0,-2 19 0,6 1 0,26-183 0,35-51 0,-35 202 0,-29 110-1365,-4 25-5461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 24575,'-27'156'0,"-39"792"0,62-852 0,-24 527-1365,26-562-5461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37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16 24575,'49'-7'0,"-41"5"0,0 0 0,1 0 0,-1 1 0,0 0 0,1 1 0,-1-1 0,1 2 0,-1-1 0,1 1 0,-1 0 0,0 1 0,1 0 0,11 5 0,6 6 0,-2 0 0,30 23 0,-44-28 0,0 0 0,-1 1 0,0 0 0,0 1 0,-1 0 0,-1 0 0,10 17 0,-4 0 0,-1 0 0,-1 2 0,-1-1 0,7 38 0,2 4 0,51 168 0,-61-193 0,-2 1 0,-2-1 0,-2 1 0,-3 0 0,-5 57 0,-7-26 0,7-50 0,-3 47 0,3-9 0,-20 98 0,6-51 0,10-54 0,1-11 0,-3 92 0,9-18 0,6 113 0,8-149 0,-7-54 0,4 56 0,-9-30 0,-1-8 0,3 1 0,11 74 0,-5-62 0,-3 0 0,-2 1 0,-7 63 0,2-7 0,-1-46 0,1-47 0,1-1 0,1 1 0,1-1 0,1 1 0,1-1 0,8 27 0,-9-46 0,0 0 0,0 0 0,1 0 0,0-1 0,0 1 0,0-1 0,1 0 0,0 0 0,0 0 0,0-1 0,1 1 0,-1-1 0,1 0 0,0 0 0,0-1 0,0 1 0,1-1 0,-1 0 0,1-1 0,0 1 0,11 2 0,-8-3 0,0-1 0,0 0 0,0-1 0,0 1 0,0-2 0,1 1 0,-1-1 0,0-1 0,0 0 0,-1 0 0,1 0 0,0-1 0,-1-1 0,12-5 0,-5-2 0,-21 8 0,-27 12 0,-16 13 0,35-17 0,1 1 0,1 0 0,-1 0 0,1 2 0,0-1 0,1 1 0,-14 13 0,12-7 0,1 0 0,0 1 0,1 0 0,0 1 0,2 1 0,0-1 0,0 1 0,-9 32 0,2 4 0,-13 93 0,20-99 0,2-11 0,1 0 0,0 49 0,4-52 0,-8 49 0,-2 26 0,12 456 0,-2-532 0,-11 63 0,1-19 0,1-8 0,7-52 0,1 0 0,1 0 0,0 0 0,1 0 0,0 1 0,2-1 0,0 0 0,6 31 0,1-11 0,-3 0 0,-1 0 0,-1 0 0,-2 1 0,-4 41 0,1 4 0,0-52 0,-1 1 0,-8 33 0,2-12 0,-3 9 0,-2-1 0,-27 72 0,16-65 0,-4-1 0,-3-1 0,-2-1 0,-59 81 0,80-130 0,-1 0 0,-1-1 0,0-1 0,0-1 0,-2 0 0,1-1 0,-1 0 0,-1-2 0,0 0 0,-37 13 0,41-20 0,1 0 0,-1-1 0,0 0 0,0-1 0,0 0 0,0-2 0,0 1 0,0-2 0,0 0 0,1 0 0,0-1 0,-15-7 0,24 9-136,1 1-1,0-1 1,-1 0-1,1 0 1,0 0-1,0-1 1,0 1-1,1-1 0,-5-5 1,-4-7-6690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854 29 24575,'1'-1'0,"-1"-1"0,0 1 0,0 0 0,0 0 0,0 0 0,0 0 0,0-1 0,0 1 0,0 0 0,0 0 0,0 0 0,-1 0 0,1 0 0,0-1 0,-1 1 0,1 0 0,-1 0 0,1 0 0,-1 0 0,0 0 0,1 0 0,-1 0 0,-2-1 0,2 2 0,0 0 0,0 1 0,0-1 0,0 0 0,0 1 0,0-1 0,0 1 0,0-1 0,0 1 0,0 0 0,1-1 0,-1 1 0,0 0 0,0 0 0,0-1 0,1 1 0,-1 0 0,0 0 0,0 1 0,-32 55 0,-106 205 0,-133 280 0,-16 83 0,209-470-1365,63-124-5461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15 324 24575,'-7'-24'0,"6"22"0,0 0 0,0-1 0,0 1 0,0-1 0,0 1 0,1-1 0,-1 0 0,1 1 0,-1-6 0,2 1 0,1 0 0,-1 1 0,1-1 0,0 0 0,1 0 0,-1 1 0,1-1 0,1 1 0,-1 0 0,1 0 0,0 0 0,7-6 0,9-11 0,38-31 0,-15 14 0,-36 33 0,-1 1 0,1 0 0,0 0 0,0 1 0,0 0 0,1 0 0,0 1 0,0 0 0,0 0 0,0 1 0,11-3 0,-15 5 0,0 1 0,-1 0 0,1 0 0,0 0 0,-1 0 0,1 0 0,0 1 0,-1 0 0,1-1 0,-1 1 0,1 1 0,-1-1 0,0 0 0,1 1 0,-1 0 0,0 0 0,0 0 0,0 0 0,0 0 0,0 0 0,-1 1 0,1 0 0,-1-1 0,1 1 0,-1 0 0,0 0 0,0 0 0,0 0 0,2 7 0,4 10 0,0 1 0,-1 0 0,-1 0 0,-1 0 0,-1 0 0,-1 1 0,0 28 0,9 49 0,-6-57 0,0 68 0,-5-68 0,11 69 0,48 142 0,-57-241 0,0 0 0,1 0 0,0 0 0,1-1 0,0 0 0,1 0 0,0 0 0,1-1 0,0 1 0,1-2 0,10 12 0,-15-18 0,0 0 0,0-1 0,1 1 0,-1 0 0,1-1 0,-1 0 0,1 0 0,0 0 0,0 0 0,0 0 0,0-1 0,0 0 0,0 0 0,1 0 0,-1 0 0,0-1 0,0 1 0,1-1 0,-1 0 0,0-1 0,0 1 0,1-1 0,-1 0 0,0 0 0,0 0 0,0 0 0,0-1 0,0 1 0,0-1 0,0 0 0,0 0 0,-1-1 0,1 1 0,-1-1 0,4-3 0,17-18 0,-2-1 0,0-1 0,-2 0 0,-1-2 0,20-37 0,12-16 0,-40 65-227,-1-1-1,-1-1 1,-1 1-1,0-1 1,6-23-1,-9 19-6598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24575,'-3'1'0,"1"0"0,-1 0 0,1 0 0,0 0 0,-1 0 0,1 0 0,0 0 0,-1 1 0,1-1 0,0 1 0,0 0 0,0 0 0,1 0 0,-1 0 0,0 0 0,1 0 0,-1 0 0,1 0 0,0 1 0,-1-1 0,0 3 0,-21 54 0,17-26 0,1-1 0,2 1 0,1 0 0,2 0 0,7 62 0,6-21 0,-12-70 0,0 0 0,0 0 0,0 0 0,1 0 0,0-1 0,0 1 0,0 0 0,0-1 0,0 1 0,1-1 0,-1 0 0,1 0 0,0 0 0,0 0 0,5 3 0,-5-5 0,-1 0 0,1-1 0,0 1 0,0-1 0,0 1 0,0-1 0,0 0 0,0 0 0,0 0 0,0-1 0,0 1 0,0-1 0,0 0 0,0 0 0,0 0 0,-1 0 0,1 0 0,0 0 0,-1-1 0,1 1 0,-1-1 0,1 0 0,-1 0 0,0 0 0,3-2 0,4-5 0,0 1 0,0-2 0,-1 1 0,11-18 0,-9 12 0,-1-1 0,0 0 0,-1 0 0,-1 0 0,-1-1 0,0-1 0,-2 1 0,1-1 0,0-17 0,-4 27 0,-1 0 0,0 0 0,0 0 0,-1 1 0,0-1 0,0 0 0,-1 1 0,0-1 0,-1 1 0,1-1 0,-1 1 0,-1 0 0,1 0 0,-1 0 0,-1 1 0,1 0 0,-1-1 0,0 1 0,0 1 0,-1-1 0,0 1 0,0 0 0,-8-5 0,11 8-52,0-1-1,0 1 1,0 0-1,0 0 1,0 1-1,-1-1 1,1 1-1,-1-1 1,1 1-1,-1 0 1,0 1-1,0-1 1,1 1-1,-1-1 1,0 1-1,1 0 1,-1 0-1,0 1 1,0-1-1,1 1 1,-1 0-1,0 0 0,1 0 1,-1 0-1,-3 2 1,-5 7-6774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24575,'0'-1'0,"0"-1"0,1 1 0,-1 0 0,0 0 0,1 0 0,-1 0 0,1 1 0,-1-1 0,1 0 0,0 0 0,-1 0 0,1 0 0,0 0 0,0 1 0,0-1 0,-1 0 0,1 1 0,0-1 0,0 1 0,0-1 0,0 1 0,0-1 0,0 1 0,0 0 0,0-1 0,0 1 0,0 0 0,0 0 0,0 0 0,1 0 0,-1 0 0,0 0 0,0 0 0,2 0 0,39 4 0,-41-4 0,47 5 0,-1-2 0,0-2 0,1-2 0,-1-3 0,73-14 0,0 1 0,-5 11-1365,-94 6-5461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24575,'54'20'0,"-23"-15"0,0-2 0,1-1 0,-1-2 0,42-4 0,129-26 0,-101 13 0,-56 8-42,-35 6-105,0 0 0,0 1 0,0 0 0,0 1 0,0 0 0,0 1 0,0 0 0,18 3 0,-18 0-6679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23 24575,'5'-18'0,"-6"14"0,-1 12 0,-3 384 0,8-210 0,11 98 0,-5-176 0,-5-1 0,-10 122 0,-17-104 34,12-69-1433,4-17-5427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24575,'-11'47'0,"2"-15"0,-12 102 0,-5 166 0,27-199 50,20 155-1,-3-60-1513,-15-158-5362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24575,'0'23'-53,"7"299"233,-2-256-677,4 0-1,29 117 1,-30-157-6329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0 225 24575,'2'1'0,"1"-1"0,-1 1 0,0 0 0,0 0 0,0-1 0,1 2 0,-1-1 0,0 0 0,-1 0 0,1 1 0,0-1 0,0 1 0,0-1 0,-1 1 0,1 0 0,-1 0 0,0 0 0,3 3 0,22 43 0,-22-40 0,83 189 0,-52-111 0,54 94 0,49 39 0,-128-201 0,-1-1 0,0 1 0,-2 0 0,0 1 0,-1 0 0,-1 0 0,-1 0 0,3 30 0,-3-23 0,1-1 0,1 1 0,16 44 0,-22-70 0,0 0 0,0 1 0,0-1 0,0 0 0,0 0 0,0 1 0,0-1 0,0 0 0,0 1 0,0-1 0,0 0 0,0 1 0,1-1 0,-1 0 0,0 0 0,0 1 0,0-1 0,0 0 0,0 0 0,1 1 0,-1-1 0,0 0 0,0 0 0,0 1 0,1-1 0,-1 0 0,0 0 0,0 0 0,1 0 0,-1 1 0,0-1 0,0 0 0,1 0 0,-1 0 0,0 0 0,0 0 0,1 0 0,-1 0 0,0 0 0,1 0 0,-1 0 0,0 0 0,1 0 0,-1 0 0,0 0 0,0 0 0,1 0 0,-1 0 0,0 0 0,1 0 0,4-20 0,-3-28 0,-3-95 0,-2 19 0,6 1 0,26-183 0,35-51 0,-35 202 0,-29 110-1365,-4 25-5461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 24575,'-27'156'0,"-39"792"0,62-852 0,-24 527-1365,26-562-5461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49:55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16 24575,'49'-7'0,"-41"5"0,0 0 0,1 0 0,-1 1 0,0 0 0,1 1 0,-1-1 0,1 2 0,-1-1 0,1 1 0,-1 0 0,0 1 0,1 0 0,11 5 0,6 6 0,-2 0 0,30 23 0,-44-28 0,0 0 0,-1 1 0,0 0 0,0 1 0,-1 0 0,-1 0 0,10 17 0,-4 0 0,-1 0 0,-1 2 0,-1-1 0,7 38 0,2 4 0,51 168 0,-61-193 0,-2 1 0,-2-1 0,-2 1 0,-3 0 0,-5 57 0,-7-26 0,7-50 0,-3 47 0,3-9 0,-20 98 0,6-51 0,10-54 0,1-11 0,-3 92 0,9-18 0,6 113 0,8-149 0,-7-54 0,4 56 0,-9-30 0,-1-8 0,3 1 0,11 74 0,-5-62 0,-3 0 0,-2 1 0,-7 63 0,2-7 0,-1-46 0,1-47 0,1-1 0,1 1 0,1-1 0,1 1 0,1-1 0,8 27 0,-9-46 0,0 0 0,0 0 0,1 0 0,0-1 0,0 1 0,0-1 0,1 0 0,0 0 0,0 0 0,0-1 0,1 1 0,-1-1 0,1 0 0,0 0 0,0-1 0,0 1 0,1-1 0,-1 0 0,1-1 0,0 1 0,11 2 0,-8-3 0,0-1 0,0 0 0,0-1 0,0 1 0,0-2 0,1 1 0,-1-1 0,0-1 0,0 0 0,-1 0 0,1 0 0,0-1 0,-1-1 0,12-5 0,-5-2 0,-21 8 0,-27 12 0,-16 13 0,35-17 0,1 1 0,1 0 0,-1 0 0,1 2 0,0-1 0,1 1 0,-14 13 0,12-7 0,1 0 0,0 1 0,1 0 0,0 1 0,2 1 0,0-1 0,0 1 0,-9 32 0,2 4 0,-13 93 0,20-99 0,2-11 0,1 0 0,0 49 0,4-52 0,-8 49 0,-2 26 0,12 456 0,-2-532 0,-11 63 0,1-19 0,1-8 0,7-52 0,1 0 0,1 0 0,0 0 0,1 0 0,0 1 0,2-1 0,0 0 0,6 31 0,1-11 0,-3 0 0,-1 0 0,-1 0 0,-2 1 0,-4 41 0,1 4 0,0-52 0,-1 1 0,-8 33 0,2-12 0,-3 9 0,-2-1 0,-27 72 0,16-65 0,-4-1 0,-3-1 0,-2-1 0,-59 81 0,80-130 0,-1 0 0,-1-1 0,0-1 0,0-1 0,-2 0 0,1-1 0,-1 0 0,-1-2 0,0 0 0,-37 13 0,41-20 0,1 0 0,-1-1 0,0 0 0,0-1 0,0 0 0,0-2 0,0 1 0,0-2 0,0 0 0,1 0 0,0-1 0,-15-7 0,24 9-136,1 1-1,0-1 1,-1 0-1,1 0 1,0 0-1,0-1 1,0 1-1,1-1 0,-5-5 1,-4-7-6690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 0 24575,'-1'1'0,"-1"-1"0,1 1 0,-1 0 0,1 0 0,0-1 0,0 1 0,-1 0 0,1 0 0,0 0 0,0 0 0,0 0 0,0 1 0,0-1 0,0 0 0,0 0 0,1 1 0,-1-1 0,0 0 0,1 1 0,-2 1 0,-13 38 0,12-32 0,-98 322 0,62-188 0,-71 169 0,-129 220-1365,223-494-5461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24575,'0'-8'0,"1"0"0,1 0 0,0 0 0,0 0 0,0 0 0,1 0 0,0 0 0,1 1 0,-1-1 0,2 1 0,-1 0 0,1 1 0,0-1 0,0 1 0,1 0 0,-1 0 0,2 0 0,-1 1 0,0 0 0,1 0 0,0 1 0,0 0 0,1 0 0,-1 0 0,1 1 0,0 0 0,-1 1 0,14-3 0,-15 5 0,-1 0 0,1 1 0,0 0 0,-1 0 0,1 1 0,-1-1 0,0 1 0,0 0 0,0 0 0,0 1 0,0 0 0,0 0 0,0 0 0,-1 0 0,1 1 0,-1-1 0,0 1 0,0 0 0,-1 1 0,6 6 0,9 13 0,-2 0 0,21 40 0,-35-60 0,35 73 0,-2 1 0,-5 2 0,36 143 0,-64-215 0,18 73 0,14 110 0,-34-184 0,1 0 0,0 0 0,1-1 0,-1 1 0,1 0 0,0-1 0,1 1 0,0-1 0,0 0 0,0 0 0,1 0 0,0 0 0,0-1 0,6 8 0,-6-10 0,0 0 0,-1-1 0,1 1 0,0-1 0,0 0 0,1 0 0,-1-1 0,0 1 0,1-1 0,-1 0 0,1 0 0,-1 0 0,1 0 0,-1-1 0,1 0 0,0 0 0,-1 0 0,1-1 0,-1 1 0,1-1 0,-1 0 0,7-3 0,8-2-65,0-1 0,-1-1 0,0-1 0,-1-1 0,0 0 0,0-1 0,-1-1 0,-1 0 0,0-1 0,-1-1 0,0 0 0,-1-1 0,0 0 0,-1-1 0,-1-1 0,-1 0 0,-1 0 0,0-1 0,-1 0 0,8-26 0,-9 12-6761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1 286 24575,'32'-34'0,"-1"0"0,-1-3 0,-2 0 0,-2-2 0,22-44 0,-47 82 0,-1-1 0,1 1 0,-1 0 0,1 0 0,-1 0 0,1 0 0,-1-1 0,1 1 0,0 0 0,0 0 0,0 0 0,0 0 0,0 0 0,0 1 0,0-1 0,0 0 0,0 0 0,0 1 0,0-1 0,2 0 0,-3 1 0,1 1 0,0-1 0,-1 0 0,1 1 0,-1-1 0,1 1 0,-1-1 0,1 1 0,-1-1 0,1 1 0,-1 0 0,1-1 0,-1 1 0,1 0 0,-1-1 0,0 1 0,0 0 0,1-1 0,-1 1 0,0 0 0,0-1 0,0 1 0,0 0 0,1 0 0,0 7 0,0 0 0,0 0 0,-1 1 0,0-1 0,-1 11 0,-9 38 0,4 1 0,1 0 0,4 1 0,10 102 0,-8-138-164,-1-1 0,-4 37 0,3-43-709,-2 8-5953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1 379 24575,'11'-10'0,"1"2"0,0-1 0,0 1 0,21-9 0,16-11 0,78-51 0,-67 43 0,0-3 0,70-59 0,-106 73-1365,-6 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24575,'99'41'0,"-72"-33"17,0 0 0,0-2 1,1-1-1,0-2 0,-1 0 0,42-2 0,-27-4-388,1-2-1,-1-1 1,62-19 0,-82 19-6455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24575,'4'0'0,"6"0"0,6 0 0,8 0 0,5 0 0,1 0 0,5-4 0,5-2 0,4 1 0,-1-4 0,1 0 0,1 1 0,-2 3 0,-5 1 0,-3 2 0,-9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24575,'0'0'0,"0"0"0,-1 1 0,1-1 0,-1 0 0,1 0 0,0 0 0,-1 1 0,1-1 0,0 0 0,-1 1 0,1-1 0,0 0 0,-1 0 0,1 1 0,0-1 0,0 1 0,-1-1 0,1 0 0,0 1 0,0-1 0,0 1 0,0-1 0,0 0 0,-1 1 0,1-1 0,0 1 0,0-1 0,0 1 0,0-1 0,0 0 0,0 1 0,0-1 0,1 1 0,-1-1 0,0 1 0,0-1 0,0 0 0,0 1 0,0-1 0,1 1 0,-1-1 0,0 0 0,0 1 0,1-1 0,-1 0 0,0 1 0,1-1 0,-1 0 0,0 1 0,1-1 0,14 22 0,2-6 0,1-1 0,0-1 0,1 0 0,39 19 0,89 32 0,-1 0 0,-142-63-170,0 1-1,0-1 0,0 1 1,0 0-1,-1 0 0,1 1 1,5 5-1,1 6-6655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1 24575,'-2'0'0,"0"1"0,-1 0 0,1 0 0,0-1 0,0 1 0,0 0 0,0 1 0,-1-1 0,2 0 0,-1 1 0,0-1 0,0 1 0,0-1 0,1 1 0,-1 0 0,1 0 0,-1 0 0,1 0 0,0 0 0,0 0 0,-2 3 0,-21 52 0,21-49 0,-37 93 46,-57 97 0,18-39-1503,68-135-5369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24575,'-1'1'0,"0"0"0,1 1 0,-1-1 0,0 1 0,1-1 0,-1 1 0,1-1 0,0 1 0,-1-1 0,1 1 0,0 0 0,0-1 0,0 1 0,0-1 0,0 1 0,1-1 0,-1 1 0,0 0 0,1 1 0,6 38 0,1-6 0,1-1 0,1-1 0,2 0 0,1 0 0,2-1 0,1-1 0,1 0 0,33 42 0,57 49-1365,-96-109-5461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0 251 24575,'0'1'0,"0"0"0,0-1 0,0 1 0,0-1 0,0 1 0,0 0 0,1-1 0,-1 1 0,0-1 0,0 1 0,0-1 0,1 1 0,-1-1 0,0 1 0,0-1 0,1 1 0,-1-1 0,0 1 0,1-1 0,-1 1 0,1-1 0,-1 0 0,1 1 0,-1-1 0,1 1 0,-1-1 0,1 0 0,-1 0 0,1 1 0,-1-1 0,1 0 0,23-1 0,19-17 0,-42 18 0,38-23-227,0-2-1,-2-1 1,-1-2-1,-2-1 1,59-64-1,-71 70-6598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 24575,'4'-3'0,"0"0"0,0 1 0,0-1 0,0 1 0,1 0 0,-1 0 0,1 0 0,0 0 0,-1 1 0,1 0 0,0 0 0,0 0 0,5 0 0,73 0 0,-57 1 0,12 2-195,1-3 0,-1-1 0,0-2 0,0-2 0,0-1 0,55-18 0,-65 14-6631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 24575,'54'-20'0,"374"-31"-652,-379 47-61,-23 2-6113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92 302 24575,'-1'0'0,"-1"0"0,1-1 0,0 1 0,0-1 0,0 1 0,0-1 0,0 0 0,0 1 0,0-1 0,0 0 0,0 0 0,1 0 0,-1 0 0,0 0 0,0 1 0,1-1 0,-1-1 0,0 1 0,1 0 0,-1 0 0,1 0 0,0 0 0,-1 0 0,1 0 0,0-1 0,-1 1 0,1 0 0,0 0 0,0-2 0,0-38 0,3 30 0,1 0 0,0-1 0,0 1 0,1 1 0,0-1 0,1 1 0,1 0 0,-1 0 0,2 1 0,-1-1 0,1 2 0,12-11 0,-8 8 0,1 0 0,1 1 0,0 1 0,0 0 0,0 1 0,1 0 0,1 1 0,18-6 0,-30 12 0,1 0 0,0 0 0,-1 0 0,1 1 0,0-1 0,-1 1 0,1 0 0,0 1 0,0-1 0,-1 1 0,1 0 0,0 0 0,-1 0 0,1 0 0,-1 1 0,0 0 0,1 0 0,-1 0 0,0 1 0,0-1 0,0 1 0,-1 0 0,1 0 0,-1 0 0,1 1 0,-1-1 0,0 1 0,0 0 0,-1 0 0,1 0 0,-1 0 0,2 5 0,3 5 0,-1 0 0,-1 0 0,0 1 0,-1-1 0,0 1 0,-2 0 0,1 1 0,-1 27 0,-4 3 0,-2 0 0,-3 0 0,-1 0 0,-2-1 0,-21 57 0,-45 177 0,50-202 0,-60 125 0,15-43 0,49-102 0,-3-1 0,-2-2 0,-52 77 0,99-156 0,2 1 0,0 1 0,50-40 0,-66 60 0,1-1 0,-1 1 0,1 0 0,0 0 0,-1 1 0,1 0 0,1 0 0,-1 1 0,0-1 0,0 2 0,0-1 0,1 1 0,-1 0 0,0 1 0,1-1 0,-1 2 0,0-1 0,0 1 0,0 0 0,0 0 0,0 1 0,-1 0 0,1 0 0,-1 0 0,0 1 0,1 0 0,-2 0 0,1 1 0,0 0 0,-1 0 0,0 0 0,0 1 0,-1-1 0,1 1 0,5 10 0,-2 2 0,0-1 0,2 0 0,0 0 0,1-1 0,1-1 0,0 0 0,25 24 0,-33-35 0,1 0 0,-1-1 0,1 1 0,-1-1 0,1 0 0,0 0 0,1-1 0,-1 1 0,0-1 0,1 0 0,-1-1 0,1 1 0,0-1 0,-1 0 0,1-1 0,0 1 0,0-1 0,-1 0 0,1-1 0,0 1 0,-1-1 0,1 0 0,0-1 0,-1 1 0,1-1 0,-1 0 0,0-1 0,1 1 0,8-7 0,37-32-1365,-29 20-5461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14 24575,'-2'-14'0,"-5"34"0,-3 35 0,-14 132 0,9-94 0,4 1 0,4 177 0,11-241-1365,2-5-5461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24575,'0'4'0,"0"6"0,0 6 0,0 8 0,0 5 0,0 6 0,0 1 0,0 3 0,0 4 0,0-1 0,0 1 0,0-3 0,0 1 0,4-3 0,2-3 0,-1-3 0,0-8-8191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59 24575,'-2'-40'0,"1"22"0,9 45 0,9 46 0,3-1 0,3-1 0,3-2 0,3 0 0,3-2 0,68 105 0,-79-137 0,24 34 0,-43-66 0,0 0 0,1 0 0,-1-1 0,1 1 0,-1-1 0,1 0 0,0 1 0,0-1 0,0 0 0,0-1 0,0 1 0,1 0 0,-1-1 0,0 0 0,1 0 0,-1 0 0,6 1 0,-7-3 0,0 1 0,0 0 0,0-1 0,0 0 0,0 1 0,0-1 0,0 0 0,-1 0 0,1 0 0,0 0 0,-1 0 0,1 0 0,0-1 0,-1 1 0,0 0 0,1-1 0,-1 1 0,0-1 0,0 0 0,0 1 0,0-1 0,0 0 0,0 0 0,0 0 0,0-2 0,16-56 0,-14 47 0,11-69 0,-3-1 0,0-90 0,-9 121 0,-2 12-65,-8-62-1,4 61-1168,2 17-5592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1 100 24575,'41'-10'0,"-9"1"0,277-49 0,-208 39-1365,-79 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24575,'5'0'0,"5"0"0,5 0 0,5 0 0,8 0 0,3-5 0,0 0 0,5-1 0,-1 2 0,-1-3 0,-3-1 0,3 1 0,-1 2 0,-1 2 0,-2 1 0,-6 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275 256 24575,'-2'0'0,"0"0"0,0-1 0,0 1 0,0-1 0,0 0 0,0 0 0,0 0 0,0 0 0,0 0 0,1 0 0,-1 0 0,0 0 0,0-1 0,1 1 0,-1-1 0,1 1 0,0-1 0,-1 0 0,1 1 0,0-1 0,0 0 0,0 0 0,0 0 0,0 0 0,1 0 0,-1 0 0,0 0 0,1 0 0,-1-4 0,0 0 0,0 0 0,0 0 0,1 0 0,-1 0 0,1 0 0,1 0 0,-1 0 0,1 0 0,2-9 0,1 6 0,0 0 0,1 1 0,0-1 0,0 1 0,1 0 0,0 1 0,0-1 0,1 1 0,-1 0 0,2 1 0,-1 0 0,1 0 0,12-7 0,-13 9 0,1-1 0,-1 2 0,1-1 0,-1 1 0,1 1 0,0-1 0,0 1 0,1 1 0,-1-1 0,0 1 0,0 1 0,1 0 0,-1 0 0,0 0 0,17 4 0,-21-3 0,0 1 0,0-1 0,1 1 0,-1 0 0,0 0 0,-1 1 0,1-1 0,0 1 0,-1 0 0,1 0 0,-1 0 0,0 1 0,0-1 0,0 1 0,-1-1 0,1 1 0,-1 0 0,0 0 0,0 0 0,0 0 0,-1 0 0,1 1 0,-1-1 0,0 0 0,0 1 0,0-1 0,-1 9 0,1 9 0,-1 1 0,-1-1 0,-1 1 0,-7 26 0,7-35 0,-27 122 0,-93 261 0,108-362 0,-3-1 0,-33 53 0,-18 36 0,48-76 0,3-5 0,-1 0 0,-2-2 0,-2 0 0,-2-2 0,-38 48 0,27-49 0,20-22 0,12-12 0,4-5 0,3-2 0,8-10 0,1 1 0,0 0 0,0 1 0,1 0 0,17-10 0,-26 19 0,0 1 0,-1 0 0,1 0 0,1 0 0,-1 0 0,0 1 0,0 0 0,0 0 0,1 0 0,-1 1 0,1 0 0,-1 0 0,0 0 0,1 1 0,-1-1 0,0 1 0,1 1 0,-1-1 0,0 1 0,0 0 0,9 4 0,3 5 0,-1 0 0,0 0 0,0 2 0,-1 0 0,-1 1 0,0 0 0,-1 1 0,18 28 0,-15-22 0,1 0 0,0-2 0,37 34 0,-47-49 5,0 1 0,1-1 0,-1 0 0,1-1 0,-1 1 0,1-2 0,0 1 0,0-1 0,1 0-1,-1-1 1,0 0 0,0 0 0,1-1 0,-1 0 0,1 0 0,-1-1 0,0 0 0,0-1 0,0 0 0,10-3 0,14-6-261,-1-1 1,0-2-1,45-27 1,-57 30-192,12-6-6379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24575,'-3'0'0,"0"1"0,0 0 0,0-1 0,1 1 0,-1 0 0,0 0 0,0 1 0,1-1 0,-1 0 0,0 1 0,1 0 0,0-1 0,-1 1 0,1 0 0,0 0 0,0 1 0,0-1 0,0 0 0,0 1 0,1-1 0,-1 1 0,-1 3 0,-5 10 0,1 1 0,-10 28 0,8-19 0,-225 556 0,192-483-682,-86 148-1,114-225-6143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88 24575,'0'0'0,"-1"1"0,1-1 0,0 0 0,-1 0 0,1 0 0,-1 0 0,1 0 0,0 0 0,-1-1 0,1 1 0,0 0 0,-1 0 0,1 0 0,-1 0 0,1 0 0,0 0 0,-1-1 0,1 1 0,0 0 0,-1 0 0,1-1 0,0 1 0,0 0 0,-1 0 0,1-1 0,0 1 0,0 0 0,-1-1 0,1 1 0,0 0 0,0-1 0,0 1 0,0 0 0,0-1 0,-1 1 0,1 0 0,0-1 0,6-17 0,17-12 0,-20 27 0,-1 0 0,1 0 0,0 0 0,1 1 0,-1 0 0,0-1 0,1 1 0,-1 0 0,1 1 0,-1-1 0,1 1 0,0-1 0,0 1 0,0 0 0,0 1 0,0-1 0,0 1 0,5-1 0,-6 2 0,0 0 0,-1 0 0,1 1 0,0-1 0,0 1 0,-1-1 0,1 1 0,-1 0 0,1 0 0,-1 0 0,0 0 0,0 0 0,0 0 0,0 1 0,0-1 0,-1 1 0,1 0 0,-1-1 0,1 1 0,-1 0 0,0 0 0,0 0 0,0 0 0,0 3 0,5 22 0,-1 1 0,-1-1 0,-2 1 0,0 0 0,-6 49 0,2-10 0,-11 80 0,-1-8 0,13-122 0,1 0 0,1-1 0,1 1 0,1 0 0,7 26 0,-9-39-4,0 0 0,1-1 0,0 1-1,0 0 1,0-1 0,1 1 0,-1-1-1,1 0 1,0 0 0,0 0 0,1 0-1,-1-1 1,1 1 0,0-1 0,0 0 0,0 0-1,0 0 1,9 3 0,-7-3 19,1-1 1,0-1-1,0 1 0,0-1 1,0-1-1,0 1 1,0-1-1,0 0 0,0-1 1,0 1-1,0-1 1,7-2-1,6-3-180,-1-1 0,1 0 0,-1-1 0,-1-1 0,0-1 0,0 0 0,-1-2 0,20-15 0,-12 4-6661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19 24575,'-21'53'0,"16"-35"0,0-3 0,1 1 0,0 0 0,-3 28 0,7-42 0,-1 1 0,1 0 0,0 0 0,0 0 0,0 0 0,0-1 0,1 1 0,-1 0 0,1 0 0,0-1 0,0 1 0,0 0 0,0-1 0,0 1 0,0-1 0,1 1 0,0-1 0,-1 1 0,1-1 0,0 0 0,0 0 0,0 0 0,0 0 0,0 0 0,0-1 0,1 1 0,-1-1 0,4 3 0,-2-4 0,-1 1 0,0-1 0,1 1 0,-1-1 0,1 0 0,-1-1 0,1 1 0,-1-1 0,0 1 0,1-1 0,-1 0 0,0 0 0,0 0 0,1-1 0,-1 1 0,0-1 0,0 0 0,-1 1 0,1-1 0,0-1 0,0 1 0,-1 0 0,0-1 0,3-3 0,6-5 0,-1 0 0,-1-1 0,0 0 0,8-16 0,-13 22 0,-1-1 0,0 1 0,0-1 0,-1 0 0,0 0 0,0 0 0,-1 0 0,0-1 0,0 1 0,0 0 0,-1-13 0,-1 18 0,1-1 0,-1 1 0,1-1 0,-1 1 0,0 0 0,1-1 0,-1 1 0,0 0 0,-1 0 0,1 0 0,0 0 0,-1 0 0,1 0 0,-1 0 0,0 0 0,1 0 0,-1 1 0,0-1 0,0 1 0,0-1 0,0 1 0,0 0 0,0 0 0,-1 0 0,1 0 0,0 0 0,-1 0 0,1 1 0,0-1 0,-1 1 0,1-1 0,-1 1 0,1 0 0,-1 0 0,1 0 0,-1 1 0,-2 0 0,-7 0-151,0 1-1,1 1 0,-1 0 0,1 1 1,0 0-1,0 1 0,0 0 1,-19 13-1,13-8-6674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24575,'44'0'0,"338"-16"0,-248 5-1365,-110 11-5461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21 24575,'0'-1'0,"-1"0"0,1 0 0,-1 0 0,0 0 0,1-1 0,-1 1 0,0 0 0,0 0 0,1 0 0,-1 0 0,0 1 0,0-1 0,0 0 0,0 0 0,0 0 0,-1 1 0,1-1 0,0 1 0,0-1 0,0 1 0,-1-1 0,1 1 0,0-1 0,0 1 0,-1 0 0,1 0 0,0 0 0,-1 0 0,1 0 0,0 0 0,0 0 0,-1 0 0,1 1 0,0-1 0,-1 0 0,0 1 0,1-1 0,0 0 0,0 1 0,0-1 0,1 0 0,-1 0 0,0 1 0,0-1 0,0 0 0,1 1 0,-1-1 0,0 1 0,0-1 0,1 1 0,-1-1 0,0 1 0,1-1 0,-1 1 0,0 0 0,1-1 0,-1 1 0,0 1 0,1-1 0,0 0 0,1 0 0,-1 0 0,0-1 0,0 1 0,1 0 0,-1 0 0,0 0 0,1 0 0,-1 0 0,0-1 0,1 1 0,0 0 0,-1 0 0,1-1 0,-1 1 0,1 0 0,0-1 0,-1 1 0,1-1 0,0 1 0,0-1 0,-1 1 0,1-1 0,0 1 0,2 0 0,12 6 0,1 0 0,0-1 0,0 0 0,0-1 0,1-1 0,0-1 0,0 0 0,0-2 0,25 1 0,11-3 0,91-13 0,44-3-1365,-163 16-5461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24575,'-24'175'0,"23"-167"0,-23 295 0,21-219 0,13 137 0,1-133 0,21 294 0,-33-353 33,-2-1-1,-7 38 1,0 1-1496,7-45-5363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24575,'-24'360'0,"-2"56"0,39-221 0,-1 20 0,-12-196-97,-1-9-156,1 0-1,1 1 0,0-1 1,2 13-1,3-6-6572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10 24575,'0'0'0,"0"-1"0,-1 1 0,1 0 0,0-1 0,0 1 0,0 0 0,0 0 0,0-1 0,0 1 0,0 0 0,0 0 0,0-1 0,0 1 0,0 0 0,0-1 0,1 1 0,-1 0 0,0 0 0,0-1 0,0 1 0,0 0 0,0 0 0,0-1 0,1 1 0,-1 0 0,0 0 0,0-1 0,0 1 0,1 0 0,-1 0 0,0 0 0,0 0 0,1-1 0,-1 1 0,0 0 0,0 0 0,1 0 0,-1 0 0,0 0 0,0 0 0,1 0 0,-1 0 0,0 0 0,1 0 0,-1 0 0,0 0 0,0 0 0,1 0 0,-1 0 0,0 0 0,1 0 0,0 0 0,-1 1 0,1-1 0,-1 1 0,1 0 0,-1-1 0,1 1 0,-1-1 0,1 1 0,-1 0 0,1-1 0,-1 1 0,0 0 0,0-1 0,1 1 0,-1 0 0,0 0 0,0-1 0,0 1 0,0 0 0,0 0 0,1-1 0,-1 1 0,-1 0 0,1 0 0,-18 588 0,18-582-55,0 19-163,1 0-1,2 0 1,1 0 0,0-1-1,12 34 1,-7-38-6608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 24575,'1'-3'0,"-1"1"0,1-1 0,0 1 0,0 0 0,0-1 0,0 1 0,0 0 0,1 0 0,-1 0 0,0 0 0,1 0 0,0 0 0,-1 0 0,1 0 0,0 1 0,0-1 0,0 1 0,3-2 0,41-21 0,-34 20 0,0 0 0,1 1 0,-1 1 0,1 0 0,-1 0 0,1 2 0,21 0 0,-27 1 0,-1-1 0,1 1 0,-1 1 0,1-1 0,-1 1 0,0 0 0,0 1 0,0-1 0,0 1 0,0 1 0,0-1 0,-1 1 0,0 0 0,1 0 0,-2 0 0,6 6 0,-2-1 0,0 0 0,-1 0 0,0 0 0,-1 1 0,0 0 0,-1 0 0,0 1 0,0-1 0,-1 1 0,0 0 0,-1 1 0,-1-1 0,0 0 0,0 1 0,-1 0 0,0-1 0,-1 1 0,-1 0 0,1-1 0,-2 1 0,0-1 0,0 1 0,-1-1 0,-6 15 0,2-9 0,-1-1 0,0 0 0,-2 0 0,1-1 0,-2 0 0,0-1 0,-1 0 0,0-1 0,-1 0 0,-1-1 0,1-1 0,-2 0 0,0-1 0,-22 12 0,31-16 0,20-7 0,-10 0 0,1 1 0,-1-1 0,0 1 0,0 0 0,0 0 0,0 0 0,0 0 0,1 1 0,-1 0 0,0 0 0,0 0 0,4 2 0,-4 1 0,0-1 0,-1 1 0,1 0 0,-1 0 0,0 1 0,-1-1 0,1 1 0,-1-1 0,1 1 0,2 9 0,14 59 0,-14-50 0,7 25 0,46 166 0,-45-176 0,1-1 0,2 0 0,30 52 0,-43-84-76,0 0 1,0-1-1,0 1 0,0-1 0,1 1 0,-1-1 0,1 0 0,0 0 1,0-1-1,1 1 0,-1-1 0,1 0 0,0 0 0,0-1 1,0 1-1,0-1 0,7 2 0,4-3-6750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0:50:08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31 24575,'2'0'0,"-1"-1"0,1 1 0,-1-1 0,0 0 0,1 0 0,-1 1 0,0-1 0,0 0 0,0 0 0,0 0 0,0 0 0,0-1 0,0 1 0,0 0 0,0 0 0,1-3 0,9-8 0,-14 65 0,-27 249 0,7-93 0,9-101 0,0 116 0,15-183 0,0 44 0,-17 147 0,3-72 0,0 5 0,2-20 0,9-97 0,-10 67 0,7-90-1365,2-4-5461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4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0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0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customXml" Target="../ink/ink15.xml"/><Relationship Id="rId42" Type="http://schemas.openxmlformats.org/officeDocument/2006/relationships/image" Target="../media/image44.png"/><Relationship Id="rId47" Type="http://schemas.openxmlformats.org/officeDocument/2006/relationships/customXml" Target="../ink/ink28.xml"/><Relationship Id="rId63" Type="http://schemas.openxmlformats.org/officeDocument/2006/relationships/customXml" Target="../ink/ink36.xml"/><Relationship Id="rId68" Type="http://schemas.openxmlformats.org/officeDocument/2006/relationships/image" Target="../media/image57.png"/><Relationship Id="rId84" Type="http://schemas.openxmlformats.org/officeDocument/2006/relationships/image" Target="../media/image65.png"/><Relationship Id="rId89" Type="http://schemas.openxmlformats.org/officeDocument/2006/relationships/customXml" Target="../ink/ink49.xml"/><Relationship Id="rId7" Type="http://schemas.openxmlformats.org/officeDocument/2006/relationships/customXml" Target="../ink/ink8.xml"/><Relationship Id="rId71" Type="http://schemas.openxmlformats.org/officeDocument/2006/relationships/customXml" Target="../ink/ink40.xml"/><Relationship Id="rId92" Type="http://schemas.openxmlformats.org/officeDocument/2006/relationships/image" Target="../media/image69.png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9" Type="http://schemas.openxmlformats.org/officeDocument/2006/relationships/customXml" Target="../ink/ink19.xml"/><Relationship Id="rId107" Type="http://schemas.openxmlformats.org/officeDocument/2006/relationships/customXml" Target="../ink/ink58.xml"/><Relationship Id="rId11" Type="http://schemas.openxmlformats.org/officeDocument/2006/relationships/customXml" Target="../ink/ink10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23.xml"/><Relationship Id="rId40" Type="http://schemas.openxmlformats.org/officeDocument/2006/relationships/image" Target="../media/image43.png"/><Relationship Id="rId45" Type="http://schemas.openxmlformats.org/officeDocument/2006/relationships/customXml" Target="../ink/ink27.xml"/><Relationship Id="rId53" Type="http://schemas.openxmlformats.org/officeDocument/2006/relationships/customXml" Target="../ink/ink31.xml"/><Relationship Id="rId58" Type="http://schemas.openxmlformats.org/officeDocument/2006/relationships/image" Target="../media/image52.png"/><Relationship Id="rId66" Type="http://schemas.openxmlformats.org/officeDocument/2006/relationships/image" Target="../media/image56.png"/><Relationship Id="rId74" Type="http://schemas.openxmlformats.org/officeDocument/2006/relationships/image" Target="../media/image600.png"/><Relationship Id="rId79" Type="http://schemas.openxmlformats.org/officeDocument/2006/relationships/customXml" Target="../ink/ink44.xml"/><Relationship Id="rId87" Type="http://schemas.openxmlformats.org/officeDocument/2006/relationships/customXml" Target="../ink/ink48.xml"/><Relationship Id="rId102" Type="http://schemas.openxmlformats.org/officeDocument/2006/relationships/image" Target="../media/image74.png"/><Relationship Id="rId5" Type="http://schemas.openxmlformats.org/officeDocument/2006/relationships/customXml" Target="../ink/ink7.xml"/><Relationship Id="rId61" Type="http://schemas.openxmlformats.org/officeDocument/2006/relationships/customXml" Target="../ink/ink35.xml"/><Relationship Id="rId82" Type="http://schemas.openxmlformats.org/officeDocument/2006/relationships/image" Target="../media/image64.png"/><Relationship Id="rId90" Type="http://schemas.openxmlformats.org/officeDocument/2006/relationships/image" Target="../media/image68.png"/><Relationship Id="rId95" Type="http://schemas.openxmlformats.org/officeDocument/2006/relationships/customXml" Target="../ink/ink52.xml"/><Relationship Id="rId19" Type="http://schemas.openxmlformats.org/officeDocument/2006/relationships/customXml" Target="../ink/ink14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18.xml"/><Relationship Id="rId30" Type="http://schemas.openxmlformats.org/officeDocument/2006/relationships/image" Target="../media/image38.png"/><Relationship Id="rId35" Type="http://schemas.openxmlformats.org/officeDocument/2006/relationships/customXml" Target="../ink/ink22.xml"/><Relationship Id="rId43" Type="http://schemas.openxmlformats.org/officeDocument/2006/relationships/customXml" Target="../ink/ink26.xml"/><Relationship Id="rId48" Type="http://schemas.openxmlformats.org/officeDocument/2006/relationships/image" Target="../media/image47.png"/><Relationship Id="rId56" Type="http://schemas.openxmlformats.org/officeDocument/2006/relationships/image" Target="../media/image51.png"/><Relationship Id="rId64" Type="http://schemas.openxmlformats.org/officeDocument/2006/relationships/image" Target="../media/image55.png"/><Relationship Id="rId69" Type="http://schemas.openxmlformats.org/officeDocument/2006/relationships/customXml" Target="../ink/ink39.xml"/><Relationship Id="rId77" Type="http://schemas.openxmlformats.org/officeDocument/2006/relationships/customXml" Target="../ink/ink43.xml"/><Relationship Id="rId100" Type="http://schemas.openxmlformats.org/officeDocument/2006/relationships/image" Target="../media/image73.png"/><Relationship Id="rId105" Type="http://schemas.openxmlformats.org/officeDocument/2006/relationships/customXml" Target="../ink/ink57.xml"/><Relationship Id="rId8" Type="http://schemas.openxmlformats.org/officeDocument/2006/relationships/image" Target="../media/image27.png"/><Relationship Id="rId51" Type="http://schemas.openxmlformats.org/officeDocument/2006/relationships/customXml" Target="../ink/ink30.xml"/><Relationship Id="rId72" Type="http://schemas.openxmlformats.org/officeDocument/2006/relationships/image" Target="../media/image59.png"/><Relationship Id="rId80" Type="http://schemas.openxmlformats.org/officeDocument/2006/relationships/image" Target="../media/image63.png"/><Relationship Id="rId85" Type="http://schemas.openxmlformats.org/officeDocument/2006/relationships/customXml" Target="../ink/ink47.xml"/><Relationship Id="rId93" Type="http://schemas.openxmlformats.org/officeDocument/2006/relationships/customXml" Target="../ink/ink51.xml"/><Relationship Id="rId98" Type="http://schemas.openxmlformats.org/officeDocument/2006/relationships/image" Target="../media/image72.png"/><Relationship Id="rId3" Type="http://schemas.openxmlformats.org/officeDocument/2006/relationships/customXml" Target="../ink/ink6.xml"/><Relationship Id="rId12" Type="http://schemas.openxmlformats.org/officeDocument/2006/relationships/image" Target="../media/image29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59" Type="http://schemas.openxmlformats.org/officeDocument/2006/relationships/customXml" Target="../ink/ink34.xml"/><Relationship Id="rId67" Type="http://schemas.openxmlformats.org/officeDocument/2006/relationships/customXml" Target="../ink/ink38.xml"/><Relationship Id="rId103" Type="http://schemas.openxmlformats.org/officeDocument/2006/relationships/customXml" Target="../ink/ink56.xml"/><Relationship Id="rId108" Type="http://schemas.openxmlformats.org/officeDocument/2006/relationships/image" Target="../media/image77.png"/><Relationship Id="rId20" Type="http://schemas.openxmlformats.org/officeDocument/2006/relationships/image" Target="../media/image33.png"/><Relationship Id="rId41" Type="http://schemas.openxmlformats.org/officeDocument/2006/relationships/customXml" Target="../ink/ink25.xml"/><Relationship Id="rId54" Type="http://schemas.openxmlformats.org/officeDocument/2006/relationships/image" Target="../media/image50.png"/><Relationship Id="rId62" Type="http://schemas.openxmlformats.org/officeDocument/2006/relationships/image" Target="../media/image54.png"/><Relationship Id="rId70" Type="http://schemas.openxmlformats.org/officeDocument/2006/relationships/image" Target="../media/image58.png"/><Relationship Id="rId75" Type="http://schemas.openxmlformats.org/officeDocument/2006/relationships/customXml" Target="../ink/ink42.xml"/><Relationship Id="rId83" Type="http://schemas.openxmlformats.org/officeDocument/2006/relationships/customXml" Target="../ink/ink46.xml"/><Relationship Id="rId88" Type="http://schemas.openxmlformats.org/officeDocument/2006/relationships/image" Target="../media/image67.png"/><Relationship Id="rId91" Type="http://schemas.openxmlformats.org/officeDocument/2006/relationships/customXml" Target="../ink/ink50.xml"/><Relationship Id="rId9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29.xml"/><Relationship Id="rId57" Type="http://schemas.openxmlformats.org/officeDocument/2006/relationships/customXml" Target="../ink/ink33.xml"/><Relationship Id="rId106" Type="http://schemas.openxmlformats.org/officeDocument/2006/relationships/image" Target="../media/image76.png"/><Relationship Id="rId10" Type="http://schemas.openxmlformats.org/officeDocument/2006/relationships/image" Target="../media/image28.png"/><Relationship Id="rId31" Type="http://schemas.openxmlformats.org/officeDocument/2006/relationships/customXml" Target="../ink/ink20.xml"/><Relationship Id="rId44" Type="http://schemas.openxmlformats.org/officeDocument/2006/relationships/image" Target="../media/image45.png"/><Relationship Id="rId52" Type="http://schemas.openxmlformats.org/officeDocument/2006/relationships/image" Target="../media/image49.png"/><Relationship Id="rId60" Type="http://schemas.openxmlformats.org/officeDocument/2006/relationships/image" Target="../media/image53.png"/><Relationship Id="rId65" Type="http://schemas.openxmlformats.org/officeDocument/2006/relationships/customXml" Target="../ink/ink37.xml"/><Relationship Id="rId73" Type="http://schemas.openxmlformats.org/officeDocument/2006/relationships/customXml" Target="../ink/ink41.xml"/><Relationship Id="rId78" Type="http://schemas.openxmlformats.org/officeDocument/2006/relationships/image" Target="../media/image62.png"/><Relationship Id="rId81" Type="http://schemas.openxmlformats.org/officeDocument/2006/relationships/customXml" Target="../ink/ink45.xml"/><Relationship Id="rId86" Type="http://schemas.openxmlformats.org/officeDocument/2006/relationships/image" Target="../media/image66.png"/><Relationship Id="rId94" Type="http://schemas.openxmlformats.org/officeDocument/2006/relationships/image" Target="../media/image70.png"/><Relationship Id="rId99" Type="http://schemas.openxmlformats.org/officeDocument/2006/relationships/customXml" Target="../ink/ink54.xml"/><Relationship Id="rId101" Type="http://schemas.openxmlformats.org/officeDocument/2006/relationships/customXml" Target="../ink/ink55.xml"/><Relationship Id="rId4" Type="http://schemas.openxmlformats.org/officeDocument/2006/relationships/image" Target="../media/image250.png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32.png"/><Relationship Id="rId39" Type="http://schemas.openxmlformats.org/officeDocument/2006/relationships/customXml" Target="../ink/ink24.xml"/><Relationship Id="rId34" Type="http://schemas.openxmlformats.org/officeDocument/2006/relationships/image" Target="../media/image40.png"/><Relationship Id="rId50" Type="http://schemas.openxmlformats.org/officeDocument/2006/relationships/image" Target="../media/image48.png"/><Relationship Id="rId55" Type="http://schemas.openxmlformats.org/officeDocument/2006/relationships/customXml" Target="../ink/ink32.xml"/><Relationship Id="rId76" Type="http://schemas.openxmlformats.org/officeDocument/2006/relationships/image" Target="../media/image61.png"/><Relationship Id="rId97" Type="http://schemas.openxmlformats.org/officeDocument/2006/relationships/customXml" Target="../ink/ink53.xml"/><Relationship Id="rId10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customXml" Target="../ink/ink68.xml"/><Relationship Id="rId42" Type="http://schemas.openxmlformats.org/officeDocument/2006/relationships/image" Target="../media/image44.png"/><Relationship Id="rId47" Type="http://schemas.openxmlformats.org/officeDocument/2006/relationships/customXml" Target="../ink/ink81.xml"/><Relationship Id="rId63" Type="http://schemas.openxmlformats.org/officeDocument/2006/relationships/customXml" Target="../ink/ink89.xml"/><Relationship Id="rId68" Type="http://schemas.openxmlformats.org/officeDocument/2006/relationships/image" Target="../media/image57.png"/><Relationship Id="rId84" Type="http://schemas.openxmlformats.org/officeDocument/2006/relationships/image" Target="../media/image65.png"/><Relationship Id="rId89" Type="http://schemas.openxmlformats.org/officeDocument/2006/relationships/customXml" Target="../ink/ink102.xml"/><Relationship Id="rId7" Type="http://schemas.openxmlformats.org/officeDocument/2006/relationships/customXml" Target="../ink/ink61.xml"/><Relationship Id="rId71" Type="http://schemas.openxmlformats.org/officeDocument/2006/relationships/customXml" Target="../ink/ink93.xml"/><Relationship Id="rId92" Type="http://schemas.openxmlformats.org/officeDocument/2006/relationships/image" Target="../media/image69.png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9" Type="http://schemas.openxmlformats.org/officeDocument/2006/relationships/customXml" Target="../ink/ink72.xml"/><Relationship Id="rId107" Type="http://schemas.openxmlformats.org/officeDocument/2006/relationships/customXml" Target="../ink/ink111.xml"/><Relationship Id="rId11" Type="http://schemas.openxmlformats.org/officeDocument/2006/relationships/customXml" Target="../ink/ink63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76.xml"/><Relationship Id="rId40" Type="http://schemas.openxmlformats.org/officeDocument/2006/relationships/image" Target="../media/image43.png"/><Relationship Id="rId45" Type="http://schemas.openxmlformats.org/officeDocument/2006/relationships/customXml" Target="../ink/ink80.xml"/><Relationship Id="rId53" Type="http://schemas.openxmlformats.org/officeDocument/2006/relationships/customXml" Target="../ink/ink84.xml"/><Relationship Id="rId58" Type="http://schemas.openxmlformats.org/officeDocument/2006/relationships/image" Target="../media/image52.png"/><Relationship Id="rId66" Type="http://schemas.openxmlformats.org/officeDocument/2006/relationships/image" Target="../media/image56.png"/><Relationship Id="rId74" Type="http://schemas.openxmlformats.org/officeDocument/2006/relationships/image" Target="../media/image600.png"/><Relationship Id="rId79" Type="http://schemas.openxmlformats.org/officeDocument/2006/relationships/customXml" Target="../ink/ink97.xml"/><Relationship Id="rId87" Type="http://schemas.openxmlformats.org/officeDocument/2006/relationships/customXml" Target="../ink/ink101.xml"/><Relationship Id="rId102" Type="http://schemas.openxmlformats.org/officeDocument/2006/relationships/image" Target="../media/image74.png"/><Relationship Id="rId5" Type="http://schemas.openxmlformats.org/officeDocument/2006/relationships/customXml" Target="../ink/ink60.xml"/><Relationship Id="rId61" Type="http://schemas.openxmlformats.org/officeDocument/2006/relationships/customXml" Target="../ink/ink88.xml"/><Relationship Id="rId82" Type="http://schemas.openxmlformats.org/officeDocument/2006/relationships/image" Target="../media/image64.png"/><Relationship Id="rId90" Type="http://schemas.openxmlformats.org/officeDocument/2006/relationships/image" Target="../media/image68.png"/><Relationship Id="rId95" Type="http://schemas.openxmlformats.org/officeDocument/2006/relationships/customXml" Target="../ink/ink105.xml"/><Relationship Id="rId19" Type="http://schemas.openxmlformats.org/officeDocument/2006/relationships/customXml" Target="../ink/ink67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71.xml"/><Relationship Id="rId30" Type="http://schemas.openxmlformats.org/officeDocument/2006/relationships/image" Target="../media/image38.png"/><Relationship Id="rId35" Type="http://schemas.openxmlformats.org/officeDocument/2006/relationships/customXml" Target="../ink/ink75.xml"/><Relationship Id="rId43" Type="http://schemas.openxmlformats.org/officeDocument/2006/relationships/customXml" Target="../ink/ink79.xml"/><Relationship Id="rId48" Type="http://schemas.openxmlformats.org/officeDocument/2006/relationships/image" Target="../media/image47.png"/><Relationship Id="rId56" Type="http://schemas.openxmlformats.org/officeDocument/2006/relationships/image" Target="../media/image51.png"/><Relationship Id="rId64" Type="http://schemas.openxmlformats.org/officeDocument/2006/relationships/image" Target="../media/image55.png"/><Relationship Id="rId69" Type="http://schemas.openxmlformats.org/officeDocument/2006/relationships/customXml" Target="../ink/ink92.xml"/><Relationship Id="rId77" Type="http://schemas.openxmlformats.org/officeDocument/2006/relationships/customXml" Target="../ink/ink96.xml"/><Relationship Id="rId100" Type="http://schemas.openxmlformats.org/officeDocument/2006/relationships/image" Target="../media/image73.png"/><Relationship Id="rId105" Type="http://schemas.openxmlformats.org/officeDocument/2006/relationships/customXml" Target="../ink/ink110.xml"/><Relationship Id="rId8" Type="http://schemas.openxmlformats.org/officeDocument/2006/relationships/image" Target="../media/image27.png"/><Relationship Id="rId51" Type="http://schemas.openxmlformats.org/officeDocument/2006/relationships/customXml" Target="../ink/ink83.xml"/><Relationship Id="rId72" Type="http://schemas.openxmlformats.org/officeDocument/2006/relationships/image" Target="../media/image59.png"/><Relationship Id="rId80" Type="http://schemas.openxmlformats.org/officeDocument/2006/relationships/image" Target="../media/image63.png"/><Relationship Id="rId85" Type="http://schemas.openxmlformats.org/officeDocument/2006/relationships/customXml" Target="../ink/ink100.xml"/><Relationship Id="rId93" Type="http://schemas.openxmlformats.org/officeDocument/2006/relationships/customXml" Target="../ink/ink104.xml"/><Relationship Id="rId98" Type="http://schemas.openxmlformats.org/officeDocument/2006/relationships/image" Target="../media/image72.png"/><Relationship Id="rId3" Type="http://schemas.openxmlformats.org/officeDocument/2006/relationships/customXml" Target="../ink/ink59.xml"/><Relationship Id="rId12" Type="http://schemas.openxmlformats.org/officeDocument/2006/relationships/image" Target="../media/image29.png"/><Relationship Id="rId17" Type="http://schemas.openxmlformats.org/officeDocument/2006/relationships/customXml" Target="../ink/ink66.xml"/><Relationship Id="rId25" Type="http://schemas.openxmlformats.org/officeDocument/2006/relationships/customXml" Target="../ink/ink70.xml"/><Relationship Id="rId33" Type="http://schemas.openxmlformats.org/officeDocument/2006/relationships/customXml" Target="../ink/ink74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59" Type="http://schemas.openxmlformats.org/officeDocument/2006/relationships/customXml" Target="../ink/ink87.xml"/><Relationship Id="rId67" Type="http://schemas.openxmlformats.org/officeDocument/2006/relationships/customXml" Target="../ink/ink91.xml"/><Relationship Id="rId103" Type="http://schemas.openxmlformats.org/officeDocument/2006/relationships/customXml" Target="../ink/ink109.xml"/><Relationship Id="rId108" Type="http://schemas.openxmlformats.org/officeDocument/2006/relationships/image" Target="../media/image77.png"/><Relationship Id="rId20" Type="http://schemas.openxmlformats.org/officeDocument/2006/relationships/image" Target="../media/image33.png"/><Relationship Id="rId41" Type="http://schemas.openxmlformats.org/officeDocument/2006/relationships/customXml" Target="../ink/ink78.xml"/><Relationship Id="rId54" Type="http://schemas.openxmlformats.org/officeDocument/2006/relationships/image" Target="../media/image50.png"/><Relationship Id="rId62" Type="http://schemas.openxmlformats.org/officeDocument/2006/relationships/image" Target="../media/image54.png"/><Relationship Id="rId70" Type="http://schemas.openxmlformats.org/officeDocument/2006/relationships/image" Target="../media/image58.png"/><Relationship Id="rId75" Type="http://schemas.openxmlformats.org/officeDocument/2006/relationships/customXml" Target="../ink/ink95.xml"/><Relationship Id="rId83" Type="http://schemas.openxmlformats.org/officeDocument/2006/relationships/customXml" Target="../ink/ink99.xml"/><Relationship Id="rId88" Type="http://schemas.openxmlformats.org/officeDocument/2006/relationships/image" Target="../media/image67.png"/><Relationship Id="rId91" Type="http://schemas.openxmlformats.org/officeDocument/2006/relationships/customXml" Target="../ink/ink103.xml"/><Relationship Id="rId9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5" Type="http://schemas.openxmlformats.org/officeDocument/2006/relationships/customXml" Target="../ink/ink65.xml"/><Relationship Id="rId23" Type="http://schemas.openxmlformats.org/officeDocument/2006/relationships/customXml" Target="../ink/ink69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82.xml"/><Relationship Id="rId57" Type="http://schemas.openxmlformats.org/officeDocument/2006/relationships/customXml" Target="../ink/ink86.xml"/><Relationship Id="rId106" Type="http://schemas.openxmlformats.org/officeDocument/2006/relationships/image" Target="../media/image76.png"/><Relationship Id="rId10" Type="http://schemas.openxmlformats.org/officeDocument/2006/relationships/image" Target="../media/image28.png"/><Relationship Id="rId31" Type="http://schemas.openxmlformats.org/officeDocument/2006/relationships/customXml" Target="../ink/ink73.xml"/><Relationship Id="rId44" Type="http://schemas.openxmlformats.org/officeDocument/2006/relationships/image" Target="../media/image45.png"/><Relationship Id="rId52" Type="http://schemas.openxmlformats.org/officeDocument/2006/relationships/image" Target="../media/image49.png"/><Relationship Id="rId60" Type="http://schemas.openxmlformats.org/officeDocument/2006/relationships/image" Target="../media/image53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62.png"/><Relationship Id="rId81" Type="http://schemas.openxmlformats.org/officeDocument/2006/relationships/customXml" Target="../ink/ink98.xml"/><Relationship Id="rId86" Type="http://schemas.openxmlformats.org/officeDocument/2006/relationships/image" Target="../media/image66.png"/><Relationship Id="rId94" Type="http://schemas.openxmlformats.org/officeDocument/2006/relationships/image" Target="../media/image70.png"/><Relationship Id="rId99" Type="http://schemas.openxmlformats.org/officeDocument/2006/relationships/customXml" Target="../ink/ink107.xml"/><Relationship Id="rId101" Type="http://schemas.openxmlformats.org/officeDocument/2006/relationships/customXml" Target="../ink/ink108.xml"/><Relationship Id="rId4" Type="http://schemas.openxmlformats.org/officeDocument/2006/relationships/image" Target="../media/image250.png"/><Relationship Id="rId9" Type="http://schemas.openxmlformats.org/officeDocument/2006/relationships/customXml" Target="../ink/ink62.xml"/><Relationship Id="rId13" Type="http://schemas.openxmlformats.org/officeDocument/2006/relationships/customXml" Target="../ink/ink64.xml"/><Relationship Id="rId18" Type="http://schemas.openxmlformats.org/officeDocument/2006/relationships/image" Target="../media/image32.png"/><Relationship Id="rId39" Type="http://schemas.openxmlformats.org/officeDocument/2006/relationships/customXml" Target="../ink/ink77.xml"/><Relationship Id="rId34" Type="http://schemas.openxmlformats.org/officeDocument/2006/relationships/image" Target="../media/image40.png"/><Relationship Id="rId50" Type="http://schemas.openxmlformats.org/officeDocument/2006/relationships/image" Target="../media/image48.png"/><Relationship Id="rId55" Type="http://schemas.openxmlformats.org/officeDocument/2006/relationships/customXml" Target="../ink/ink85.xml"/><Relationship Id="rId76" Type="http://schemas.openxmlformats.org/officeDocument/2006/relationships/image" Target="../media/image61.png"/><Relationship Id="rId97" Type="http://schemas.openxmlformats.org/officeDocument/2006/relationships/customXml" Target="../ink/ink106.xml"/><Relationship Id="rId10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2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customXml" Target="../ink/ink11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6.xml"/><Relationship Id="rId13" Type="http://schemas.openxmlformats.org/officeDocument/2006/relationships/image" Target="../media/image145.png"/><Relationship Id="rId18" Type="http://schemas.openxmlformats.org/officeDocument/2006/relationships/customXml" Target="../ink/ink121.xml"/><Relationship Id="rId3" Type="http://schemas.openxmlformats.org/officeDocument/2006/relationships/image" Target="../media/image340.png"/><Relationship Id="rId21" Type="http://schemas.openxmlformats.org/officeDocument/2006/relationships/image" Target="../media/image149.png"/><Relationship Id="rId7" Type="http://schemas.openxmlformats.org/officeDocument/2006/relationships/image" Target="../media/image142.png"/><Relationship Id="rId12" Type="http://schemas.openxmlformats.org/officeDocument/2006/relationships/customXml" Target="../ink/ink118.xml"/><Relationship Id="rId17" Type="http://schemas.openxmlformats.org/officeDocument/2006/relationships/image" Target="../media/image147.png"/><Relationship Id="rId25" Type="http://schemas.openxmlformats.org/officeDocument/2006/relationships/image" Target="../media/image80.png"/><Relationship Id="rId2" Type="http://schemas.openxmlformats.org/officeDocument/2006/relationships/image" Target="../media/image300.png"/><Relationship Id="rId16" Type="http://schemas.openxmlformats.org/officeDocument/2006/relationships/customXml" Target="../ink/ink120.xml"/><Relationship Id="rId20" Type="http://schemas.openxmlformats.org/officeDocument/2006/relationships/customXml" Target="../ink/ink12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5.xml"/><Relationship Id="rId11" Type="http://schemas.openxmlformats.org/officeDocument/2006/relationships/image" Target="../media/image144.png"/><Relationship Id="rId24" Type="http://schemas.openxmlformats.org/officeDocument/2006/relationships/customXml" Target="../ink/ink124.xml"/><Relationship Id="rId5" Type="http://schemas.openxmlformats.org/officeDocument/2006/relationships/image" Target="../media/image141.png"/><Relationship Id="rId15" Type="http://schemas.openxmlformats.org/officeDocument/2006/relationships/image" Target="../media/image146.png"/><Relationship Id="rId23" Type="http://schemas.openxmlformats.org/officeDocument/2006/relationships/image" Target="../media/image1500.png"/><Relationship Id="rId10" Type="http://schemas.openxmlformats.org/officeDocument/2006/relationships/customXml" Target="../ink/ink117.xml"/><Relationship Id="rId19" Type="http://schemas.openxmlformats.org/officeDocument/2006/relationships/image" Target="../media/image148.png"/><Relationship Id="rId4" Type="http://schemas.openxmlformats.org/officeDocument/2006/relationships/customXml" Target="../ink/ink114.xml"/><Relationship Id="rId9" Type="http://schemas.openxmlformats.org/officeDocument/2006/relationships/image" Target="../media/image143.png"/><Relationship Id="rId14" Type="http://schemas.openxmlformats.org/officeDocument/2006/relationships/customXml" Target="../ink/ink119.xml"/><Relationship Id="rId22" Type="http://schemas.openxmlformats.org/officeDocument/2006/relationships/customXml" Target="../ink/ink123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5.png"/><Relationship Id="rId18" Type="http://schemas.openxmlformats.org/officeDocument/2006/relationships/customXml" Target="../ink/ink132.xml"/><Relationship Id="rId26" Type="http://schemas.openxmlformats.org/officeDocument/2006/relationships/customXml" Target="../ink/ink136.xml"/><Relationship Id="rId39" Type="http://schemas.openxmlformats.org/officeDocument/2006/relationships/image" Target="../media/image170.png"/><Relationship Id="rId21" Type="http://schemas.openxmlformats.org/officeDocument/2006/relationships/image" Target="../media/image149.png"/><Relationship Id="rId34" Type="http://schemas.openxmlformats.org/officeDocument/2006/relationships/customXml" Target="../ink/ink140.xml"/><Relationship Id="rId42" Type="http://schemas.openxmlformats.org/officeDocument/2006/relationships/customXml" Target="../ink/ink144.xml"/><Relationship Id="rId47" Type="http://schemas.openxmlformats.org/officeDocument/2006/relationships/image" Target="../media/image174.png"/><Relationship Id="rId50" Type="http://schemas.openxmlformats.org/officeDocument/2006/relationships/customXml" Target="../ink/ink148.xml"/><Relationship Id="rId55" Type="http://schemas.openxmlformats.org/officeDocument/2006/relationships/image" Target="../media/image178.png"/><Relationship Id="rId63" Type="http://schemas.openxmlformats.org/officeDocument/2006/relationships/image" Target="../media/image81.png"/><Relationship Id="rId68" Type="http://schemas.openxmlformats.org/officeDocument/2006/relationships/customXml" Target="../ink/ink157.xml"/><Relationship Id="rId76" Type="http://schemas.openxmlformats.org/officeDocument/2006/relationships/customXml" Target="../ink/ink161.xml"/><Relationship Id="rId7" Type="http://schemas.openxmlformats.org/officeDocument/2006/relationships/image" Target="../media/image142.png"/><Relationship Id="rId71" Type="http://schemas.openxmlformats.org/officeDocument/2006/relationships/image" Target="../media/image186.png"/><Relationship Id="rId2" Type="http://schemas.openxmlformats.org/officeDocument/2006/relationships/image" Target="../media/image300.png"/><Relationship Id="rId16" Type="http://schemas.openxmlformats.org/officeDocument/2006/relationships/customXml" Target="../ink/ink131.xml"/><Relationship Id="rId29" Type="http://schemas.openxmlformats.org/officeDocument/2006/relationships/image" Target="../media/image165.png"/><Relationship Id="rId11" Type="http://schemas.openxmlformats.org/officeDocument/2006/relationships/image" Target="../media/image144.png"/><Relationship Id="rId24" Type="http://schemas.openxmlformats.org/officeDocument/2006/relationships/customXml" Target="../ink/ink135.xml"/><Relationship Id="rId32" Type="http://schemas.openxmlformats.org/officeDocument/2006/relationships/customXml" Target="../ink/ink139.xml"/><Relationship Id="rId37" Type="http://schemas.openxmlformats.org/officeDocument/2006/relationships/image" Target="../media/image169.png"/><Relationship Id="rId40" Type="http://schemas.openxmlformats.org/officeDocument/2006/relationships/customXml" Target="../ink/ink143.xml"/><Relationship Id="rId45" Type="http://schemas.openxmlformats.org/officeDocument/2006/relationships/image" Target="../media/image173.png"/><Relationship Id="rId53" Type="http://schemas.openxmlformats.org/officeDocument/2006/relationships/image" Target="../media/image177.png"/><Relationship Id="rId58" Type="http://schemas.openxmlformats.org/officeDocument/2006/relationships/customXml" Target="../ink/ink152.xml"/><Relationship Id="rId66" Type="http://schemas.openxmlformats.org/officeDocument/2006/relationships/customXml" Target="../ink/ink156.xml"/><Relationship Id="rId74" Type="http://schemas.openxmlformats.org/officeDocument/2006/relationships/customXml" Target="../ink/ink160.xml"/><Relationship Id="rId79" Type="http://schemas.openxmlformats.org/officeDocument/2006/relationships/image" Target="../media/image190.png"/><Relationship Id="rId5" Type="http://schemas.openxmlformats.org/officeDocument/2006/relationships/image" Target="../media/image141.png"/><Relationship Id="rId61" Type="http://schemas.openxmlformats.org/officeDocument/2006/relationships/image" Target="../media/image181.png"/><Relationship Id="rId82" Type="http://schemas.openxmlformats.org/officeDocument/2006/relationships/customXml" Target="../ink/ink164.xml"/><Relationship Id="rId10" Type="http://schemas.openxmlformats.org/officeDocument/2006/relationships/customXml" Target="../ink/ink128.xml"/><Relationship Id="rId19" Type="http://schemas.openxmlformats.org/officeDocument/2006/relationships/image" Target="../media/image148.png"/><Relationship Id="rId31" Type="http://schemas.openxmlformats.org/officeDocument/2006/relationships/image" Target="../media/image166.png"/><Relationship Id="rId44" Type="http://schemas.openxmlformats.org/officeDocument/2006/relationships/customXml" Target="../ink/ink145.xml"/><Relationship Id="rId52" Type="http://schemas.openxmlformats.org/officeDocument/2006/relationships/customXml" Target="../ink/ink149.xml"/><Relationship Id="rId60" Type="http://schemas.openxmlformats.org/officeDocument/2006/relationships/customXml" Target="../ink/ink153.xml"/><Relationship Id="rId65" Type="http://schemas.openxmlformats.org/officeDocument/2006/relationships/image" Target="../media/image183.png"/><Relationship Id="rId73" Type="http://schemas.openxmlformats.org/officeDocument/2006/relationships/image" Target="../media/image187.png"/><Relationship Id="rId78" Type="http://schemas.openxmlformats.org/officeDocument/2006/relationships/customXml" Target="../ink/ink162.xml"/><Relationship Id="rId81" Type="http://schemas.openxmlformats.org/officeDocument/2006/relationships/image" Target="../media/image191.png"/><Relationship Id="rId4" Type="http://schemas.openxmlformats.org/officeDocument/2006/relationships/customXml" Target="../ink/ink125.xml"/><Relationship Id="rId9" Type="http://schemas.openxmlformats.org/officeDocument/2006/relationships/image" Target="../media/image143.png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164.png"/><Relationship Id="rId30" Type="http://schemas.openxmlformats.org/officeDocument/2006/relationships/customXml" Target="../ink/ink138.xml"/><Relationship Id="rId35" Type="http://schemas.openxmlformats.org/officeDocument/2006/relationships/image" Target="../media/image168.png"/><Relationship Id="rId43" Type="http://schemas.openxmlformats.org/officeDocument/2006/relationships/image" Target="../media/image172.png"/><Relationship Id="rId48" Type="http://schemas.openxmlformats.org/officeDocument/2006/relationships/customXml" Target="../ink/ink147.xml"/><Relationship Id="rId56" Type="http://schemas.openxmlformats.org/officeDocument/2006/relationships/customXml" Target="../ink/ink151.xml"/><Relationship Id="rId64" Type="http://schemas.openxmlformats.org/officeDocument/2006/relationships/customXml" Target="../ink/ink155.xml"/><Relationship Id="rId69" Type="http://schemas.openxmlformats.org/officeDocument/2006/relationships/image" Target="../media/image185.png"/><Relationship Id="rId77" Type="http://schemas.openxmlformats.org/officeDocument/2006/relationships/image" Target="../media/image189.png"/><Relationship Id="rId8" Type="http://schemas.openxmlformats.org/officeDocument/2006/relationships/customXml" Target="../ink/ink127.xml"/><Relationship Id="rId51" Type="http://schemas.openxmlformats.org/officeDocument/2006/relationships/image" Target="../media/image176.png"/><Relationship Id="rId72" Type="http://schemas.openxmlformats.org/officeDocument/2006/relationships/customXml" Target="../ink/ink159.xml"/><Relationship Id="rId80" Type="http://schemas.openxmlformats.org/officeDocument/2006/relationships/customXml" Target="../ink/ink163.xml"/><Relationship Id="rId3" Type="http://schemas.openxmlformats.org/officeDocument/2006/relationships/image" Target="../media/image340.png"/><Relationship Id="rId12" Type="http://schemas.openxmlformats.org/officeDocument/2006/relationships/customXml" Target="../ink/ink129.xml"/><Relationship Id="rId17" Type="http://schemas.openxmlformats.org/officeDocument/2006/relationships/image" Target="../media/image147.png"/><Relationship Id="rId25" Type="http://schemas.openxmlformats.org/officeDocument/2006/relationships/image" Target="../media/image80.png"/><Relationship Id="rId33" Type="http://schemas.openxmlformats.org/officeDocument/2006/relationships/image" Target="../media/image167.png"/><Relationship Id="rId38" Type="http://schemas.openxmlformats.org/officeDocument/2006/relationships/customXml" Target="../ink/ink142.xml"/><Relationship Id="rId46" Type="http://schemas.openxmlformats.org/officeDocument/2006/relationships/customXml" Target="../ink/ink146.xml"/><Relationship Id="rId59" Type="http://schemas.openxmlformats.org/officeDocument/2006/relationships/image" Target="../media/image180.png"/><Relationship Id="rId67" Type="http://schemas.openxmlformats.org/officeDocument/2006/relationships/image" Target="../media/image184.png"/><Relationship Id="rId20" Type="http://schemas.openxmlformats.org/officeDocument/2006/relationships/customXml" Target="../ink/ink133.xml"/><Relationship Id="rId41" Type="http://schemas.openxmlformats.org/officeDocument/2006/relationships/image" Target="../media/image171.png"/><Relationship Id="rId54" Type="http://schemas.openxmlformats.org/officeDocument/2006/relationships/customXml" Target="../ink/ink150.xml"/><Relationship Id="rId62" Type="http://schemas.openxmlformats.org/officeDocument/2006/relationships/customXml" Target="../ink/ink154.xml"/><Relationship Id="rId70" Type="http://schemas.openxmlformats.org/officeDocument/2006/relationships/customXml" Target="../ink/ink158.xml"/><Relationship Id="rId75" Type="http://schemas.openxmlformats.org/officeDocument/2006/relationships/image" Target="../media/image188.png"/><Relationship Id="rId83" Type="http://schemas.openxmlformats.org/officeDocument/2006/relationships/image" Target="../media/image19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6.xml"/><Relationship Id="rId15" Type="http://schemas.openxmlformats.org/officeDocument/2006/relationships/image" Target="../media/image146.png"/><Relationship Id="rId23" Type="http://schemas.openxmlformats.org/officeDocument/2006/relationships/image" Target="../media/image1500.png"/><Relationship Id="rId28" Type="http://schemas.openxmlformats.org/officeDocument/2006/relationships/customXml" Target="../ink/ink137.xml"/><Relationship Id="rId36" Type="http://schemas.openxmlformats.org/officeDocument/2006/relationships/customXml" Target="../ink/ink141.xml"/><Relationship Id="rId49" Type="http://schemas.openxmlformats.org/officeDocument/2006/relationships/image" Target="../media/image175.png"/><Relationship Id="rId57" Type="http://schemas.openxmlformats.org/officeDocument/2006/relationships/image" Target="../media/image1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A8D8BFA-3FBE-E8E5-6F7C-3DC8A50C7BF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938E1BA-4F38-AEE7-88B0-53261EC7270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6AF6-0B90-D769-B096-A59D785A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B769C32-5CA7-EC87-EA73-24A00E59AE1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5E1B5DF-3505-24A0-4FBB-523B6CD60CC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09E8C56-2D9A-17B5-F894-59FF18C3D6C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80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6D03-2706-6A7D-5814-8AF2E76C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ED53420-56CA-A1DE-7303-40BCFD6619C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2651FF-307A-5476-2388-31AB4429EC23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45FF3D6-2FD8-E654-D91E-1AE74EC5C70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89D3826-51CF-C286-504E-96EAE1A6FA8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2A12-DAEE-8638-4A0C-77B00607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015EBD2-76E1-0F37-1C97-36057A0FB209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ADF1848-5FE3-EA90-DF1E-48C300400D0F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8FBCBF3-57A0-2CED-D637-E61EF92355B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DF8191F-0E79-2AB4-9E09-F136411362AA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57FB0CC-2854-FEDA-D16D-A18DCB1D711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28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D5FA-E5D1-1291-DEE8-2BD638BB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E9F3F31-A83E-E3D1-756E-75821CA8BB5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181E32E-211F-7766-66D2-791E0A2BFB61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A4BBC79-52EC-8424-AA5C-C520C2F5EFD3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C80B80-AB16-B3C4-D866-8C4317F86A86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C80B80-AB16-B3C4-D866-8C4317F86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37AEEA-0D50-ACBA-5059-6E6B62CE719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37AEEA-0D50-ACBA-5059-6E6B62CE7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ADD7303-B884-4C3F-8516-356982582BD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9B0CBC3-92AD-FA31-FA5D-5F3E8F7A50A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59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CF2A-33E6-E468-9AB5-09F8D13D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5EBC94E-4F95-F76E-EF29-9538C3E070D3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9632F56-66C2-E8B3-AD19-51EBE7CE9795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ACD87F7-CA7D-523E-3ABE-E4C13B37ED9A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007C48-5E47-1C75-B18F-FBF6D8604787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007C48-5E47-1C75-B18F-FBF6D860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C1D0C86-6EBE-6841-C7C7-136F2A4D57F4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C1D0C86-6EBE-6841-C7C7-136F2A4D5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46092DB4-8752-5809-D2E7-453845A7A433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0322478-8F53-D9F1-F8BE-89E0C392BB8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94B7887-C525-3CFD-5F93-5932853AE2C3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489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F4E0-4C31-102E-D3DF-5CD850EA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1B11F2A-B855-8897-0665-7EA80EA9CF31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D1F2C7D-51A2-184B-3EED-EBBF156D2DB0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52160C0-BE89-0C21-7C0D-400A38E3CEC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7C4834-11D2-4876-E982-F6E2140A7CF9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7C4834-11D2-4876-E982-F6E2140A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3AC05C-4AAF-75EA-4788-A42D4696D44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3AC05C-4AAF-75EA-4788-A42D4696D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ECB6B87-53F9-241D-CA27-F236DD8E6576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8054903-309F-313B-E15B-4E41A457212A}"/>
                  </a:ext>
                </a:extLst>
              </p:cNvPr>
              <p:cNvSpPr txBox="1"/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8054903-309F-313B-E15B-4E41A4572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73243BF-560E-9B8D-0DFC-C5B359C9BE5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026AE3D-3314-23A2-ABB8-F8910EF080F3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B0E3E7A-9AD4-D44F-C12F-4AC1C859703A}"/>
                  </a:ext>
                </a:extLst>
              </p14:cNvPr>
              <p14:cNvContentPartPr/>
              <p14:nvPr/>
            </p14:nvContentPartPr>
            <p14:xfrm>
              <a:off x="1149480" y="3917880"/>
              <a:ext cx="939960" cy="19080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B0E3E7A-9AD4-D44F-C12F-4AC1C85970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0120" y="3908520"/>
                <a:ext cx="958680" cy="2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288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8636-3459-F57E-E661-2C382781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DD904D5-A70C-7B99-0CA7-46928FB2E1A7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4F2CCE1-EEF1-1265-CD40-43F9575C59A4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20501A5-98B6-5BF5-1131-B10EDA6F152E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F9BA6A4-7D59-217E-02C7-38FB7CE8B0A8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F9BA6A4-7D59-217E-02C7-38FB7CE8B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999FAC-7885-7C48-6B51-581852838589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999FAC-7885-7C48-6B51-581852838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6BF0E78-2E0C-BF16-3F11-A2E5939F62BD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49BBFEE-0053-DD79-B8B8-AE7C06F4EAB9}"/>
                  </a:ext>
                </a:extLst>
              </p:cNvPr>
              <p:cNvSpPr txBox="1"/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49BBFEE-0053-DD79-B8B8-AE7C06F4E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4939234-F916-E585-188B-3EF9DD53D1C8}"/>
                  </a:ext>
                </a:extLst>
              </p:cNvPr>
              <p:cNvSpPr txBox="1"/>
              <p:nvPr/>
            </p:nvSpPr>
            <p:spPr>
              <a:xfrm>
                <a:off x="58811" y="5313859"/>
                <a:ext cx="110385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 that each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corresponds to exactly one element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that every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will be "paired"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these sets are equinumerous. This completes the proof.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4939234-F916-E585-188B-3EF9DD53D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313859"/>
                <a:ext cx="11038535" cy="1200329"/>
              </a:xfrm>
              <a:prstGeom prst="rect">
                <a:avLst/>
              </a:prstGeom>
              <a:blipFill>
                <a:blip r:embed="rId5"/>
                <a:stretch>
                  <a:fillRect l="-884" t="-4569" r="-5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CA1CF0C-01AA-03FE-4CCA-283F2DA2D94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5963CF0-D217-84BF-7AC5-BB49F9DE1AE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23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64B1-138F-17BB-4F70-E635065E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24944D2-E6FB-F9E5-E5DC-7A7464CAA299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24944D2-E6FB-F9E5-E5DC-7A7464CAA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2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E38A3B1-9530-BC71-9555-BEB5724DE5C6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59304ED-89C4-6D90-9B94-95B76B5B02A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584EB49-E4C2-DADB-FC4F-D17D088CBC5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E6666FC-909B-3329-83DE-6AAAF56EC3E4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5BE2F1A-88A9-66B7-EEAC-31EE47E26498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288E141-8AF4-695F-BCB1-138F66D257EC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288E141-8AF4-695F-BCB1-138F66D2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EEACF58B-F94E-A493-5E21-D39D124E932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EEACF58B-F94E-A493-5E21-D39D124E9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17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DA69-1A90-CD3C-B3C2-2C2B2C3C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C954668-0853-C576-05D8-25B766C9F34D}"/>
                  </a:ext>
                </a:extLst>
              </p:cNvPr>
              <p:cNvSpPr txBox="1"/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C954668-0853-C576-05D8-25B766C9F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blipFill>
                <a:blip r:embed="rId2"/>
                <a:stretch>
                  <a:fillRect l="-167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524301E-C3AD-A174-64AE-853013BD7856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524301E-C3AD-A174-64AE-853013BD7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3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EE36EB9-6C9C-1DD5-FBA4-EAC9ABD7974B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D675489-5B04-88B3-F79C-24CD8039051A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D669A51-B899-9E44-E1C6-DBC7329EBCDB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CFC699C-E313-6F05-C965-AE38923468BD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CFC699C-E313-6F05-C965-AE3892346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740E7E5-BFB3-5690-C088-2E6C54170888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740E7E5-BFB3-5690-C088-2E6C54170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31705492-082A-FD0B-E016-264EF984462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6C2A66E-A724-0D57-9590-F654641CC76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2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B7CA-63CB-91D7-5595-67A197A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B913FEB-8CA9-6579-8A27-4BD2D137EE14}"/>
                  </a:ext>
                </a:extLst>
              </p:cNvPr>
              <p:cNvSpPr txBox="1"/>
              <p:nvPr/>
            </p:nvSpPr>
            <p:spPr>
              <a:xfrm>
                <a:off x="58811" y="5356194"/>
                <a:ext cx="115561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[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 that the function assigns exactly one (always distinct) value from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each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that every number from the set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output of the function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Therefore, the sets are equinumerous.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B913FEB-8CA9-6579-8A27-4BD2D137E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356194"/>
                <a:ext cx="11556112" cy="1200329"/>
              </a:xfrm>
              <a:prstGeom prst="rect">
                <a:avLst/>
              </a:prstGeom>
              <a:blipFill>
                <a:blip r:embed="rId2"/>
                <a:stretch>
                  <a:fillRect l="-844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79C632C-71CC-E574-70E0-F4AC1E63898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3BEBDAA-63BC-3A45-F752-6866FC8DF03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0CFC11A-CEE3-ACF2-2528-9FA0BDEE6ABB}"/>
                  </a:ext>
                </a:extLst>
              </p:cNvPr>
              <p:cNvSpPr txBox="1"/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0CFC11A-CEE3-ACF2-2528-9FA0BDEE6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blipFill>
                <a:blip r:embed="rId3"/>
                <a:stretch>
                  <a:fillRect l="-167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D1EE53-57AA-1FB2-D55F-00BDDC788D8C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D1EE53-57AA-1FB2-D55F-00BDDC788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4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574633B-940F-5DFA-3BF8-F12278B9133D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7D5817D-2150-4613-DBE8-C4586616F241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5C54D62-7DE3-F695-A3C2-21986B32F60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9507BFE-5690-C8B7-B128-A7392D5F90F9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9507BFE-5690-C8B7-B128-A7392D5F9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539EEBD-FFD9-372A-FC25-72376C8F1B1D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539EEBD-FFD9-372A-FC25-72376C8F1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58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8AEB-CED0-7826-BC5B-566F28CD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864A4A6-5F70-382F-238A-6E8D07AFF576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D4E0916-D0D2-16BF-9BF0-A9C5D3DBA91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4175A7E-1DA0-318E-5969-B843C527185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60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4548-EDF5-C1D4-4A6C-20AFC373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8FD8888-2F11-1D99-F550-8E5F69E063FF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DD6D09C-8EEA-7ECE-D6DA-2C7E8434A796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5795DCB-8F5A-273E-45DD-CB72B3C30DB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1DED360-9841-023B-00A0-E8D2EE8BF9F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34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81A2-7E6D-469D-8FDA-C625B48B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C65B75B-5F44-A344-E37A-6E69172A3F67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E1E7913-5BFE-494C-CC1D-14071174640E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7AB26B-82F5-952A-D36C-92BD524889BB}"/>
                  </a:ext>
                </a:extLst>
              </p:cNvPr>
              <p:cNvSpPr txBox="1"/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7AB26B-82F5-952A-D36C-92BD52488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blipFill>
                <a:blip r:embed="rId2"/>
                <a:stretch>
                  <a:fillRect l="-79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3CCC616-604C-E829-9C31-54265BE266D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6E81F38-D747-A6B7-3753-7F23204678C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2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FC17-18FB-977C-F2E5-3E5C32DC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A1EC330-77D8-2A0B-743A-23498D851DB9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FB08EDC-AE4D-42B4-31D6-9A55F71B8108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08E4F5-CCD0-AF7A-66BB-44CDE09638FE}"/>
                  </a:ext>
                </a:extLst>
              </p:cNvPr>
              <p:cNvSpPr txBox="1"/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08E4F5-CCD0-AF7A-66BB-44CDE096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blipFill>
                <a:blip r:embed="rId2"/>
                <a:stretch>
                  <a:fillRect l="-79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A089D8A-0877-4050-ECCC-5602EFFCC555}"/>
                  </a:ext>
                </a:extLst>
              </p:cNvPr>
              <p:cNvSpPr txBox="1"/>
              <p:nvPr/>
            </p:nvSpPr>
            <p:spPr>
              <a:xfrm>
                <a:off x="91012" y="3573400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A089D8A-0877-4050-ECCC-5602EFFCC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573400"/>
                <a:ext cx="11503085" cy="1200329"/>
              </a:xfrm>
              <a:prstGeom prst="rect">
                <a:avLst/>
              </a:prstGeom>
              <a:blipFill>
                <a:blip r:embed="rId3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7221AA7-2A1F-9DE3-B40D-6656B087925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C233855-5E64-6B7A-8820-A59F017F771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6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7C06-4FBB-9A81-EBD1-3A9CBCFF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6FFBD52-B98C-0485-C679-4D5D33FC5A68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011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6FFBD52-B98C-0485-C679-4D5D33FC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011111"/>
              </a:xfrm>
              <a:prstGeom prst="rect">
                <a:avLst/>
              </a:prstGeom>
              <a:blipFill>
                <a:blip r:embed="rId2"/>
                <a:stretch>
                  <a:fillRect l="-991" t="-5422" b="-3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B094927-F80F-BE92-E58C-45C75582C399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6E1FA4D-1277-7B5D-A921-FBD3EDCCDDE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847F04-57C7-3878-9B72-EA2DDD23E777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847F04-57C7-3878-9B72-EA2DDD23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3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450EF9F-AA3A-7078-AE1F-B1ACC31DD300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450EF9F-AA3A-7078-AE1F-B1ACC31D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4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41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88DC-7873-1AF4-BD16-ACB51474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FFEF2B-0B2C-EFE6-7852-91F4DD0CBDF3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FFEF2B-0B2C-EFE6-7852-91F4DD0CB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ACC5981-EB08-E923-3992-A9BE5DD32BC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9B7A96E-5869-7CB2-19CC-5CB4D6B2251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7B9F163-0965-1D68-06D6-7E4A64EE5465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7B9F163-0965-1D68-06D6-7E4A64EE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3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24FC4BF-A5E1-80C1-7CC8-5B3FE58587EA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24FC4BF-A5E1-80C1-7CC8-5B3FE5858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4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50B086C-1009-7603-10A4-97C64353AB2D}"/>
                  </a:ext>
                </a:extLst>
              </p14:cNvPr>
              <p14:cNvContentPartPr/>
              <p14:nvPr/>
            </p14:nvContentPartPr>
            <p14:xfrm>
              <a:off x="7334280" y="2825640"/>
              <a:ext cx="3296160" cy="6861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50B086C-1009-7603-10A4-97C64353AB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24920" y="2816280"/>
                <a:ext cx="3314880" cy="7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494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8E4F-4157-1379-1D3A-661DAC4E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7CFF78F-0089-C570-76A9-62A43742CC12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7CFF78F-0089-C570-76A9-62A43742C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91B8750-FFA5-3FE8-F82A-567EFAD6C1D5}"/>
                  </a:ext>
                </a:extLst>
              </p:cNvPr>
              <p:cNvSpPr txBox="1"/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𝑛</m:t>
                                    </m:r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∧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≠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91B8750-FFA5-3FE8-F82A-567EFAD6C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blipFill>
                <a:blip r:embed="rId3"/>
                <a:stretch>
                  <a:fillRect l="-1656" t="-2320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FAAD96B-AD3C-100B-28A8-036B62906CC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6F2B73E-C5CA-930B-E749-64E02EBA140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9A1D1D-FCA1-5357-8B8F-91C913D0447A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9A1D1D-FCA1-5357-8B8F-91C913D04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4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D14489D-B5FD-DC68-B9E9-6EF2D2D8A406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D14489D-B5FD-DC68-B9E9-6EF2D2D8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5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B69EB6E-BC1E-784E-D486-5475CD0A808C}"/>
                  </a:ext>
                </a:extLst>
              </p14:cNvPr>
              <p14:cNvContentPartPr/>
              <p14:nvPr/>
            </p14:nvContentPartPr>
            <p14:xfrm>
              <a:off x="6997680" y="4280040"/>
              <a:ext cx="4381920" cy="118764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B69EB6E-BC1E-784E-D486-5475CD0A80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88320" y="4270680"/>
                <a:ext cx="4400640" cy="12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719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5AD5-CA90-9241-959C-A107797B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01FA2C-B0B7-B9D4-5063-882DE8F83718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01FA2C-B0B7-B9D4-5063-882DE8F83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F2B06-DF19-2F14-3783-D98D2A040BCC}"/>
                  </a:ext>
                </a:extLst>
              </p:cNvPr>
              <p:cNvSpPr txBox="1"/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𝑛</m:t>
                                    </m:r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∧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≠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F2B06-DF19-2F14-3783-D98D2A04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blipFill>
                <a:blip r:embed="rId3"/>
                <a:stretch>
                  <a:fillRect l="-1656" t="-2320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4FC107-31A3-8024-0916-E0F7467CD8AF}"/>
                  </a:ext>
                </a:extLst>
              </p:cNvPr>
              <p:cNvSpPr txBox="1"/>
              <p:nvPr/>
            </p:nvSpPr>
            <p:spPr>
              <a:xfrm>
                <a:off x="6953269" y="4389904"/>
                <a:ext cx="4053161" cy="1849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transition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→0            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4FC107-31A3-8024-0916-E0F7467C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69" y="4389904"/>
                <a:ext cx="4053161" cy="1849352"/>
              </a:xfrm>
              <a:prstGeom prst="rect">
                <a:avLst/>
              </a:prstGeom>
              <a:blipFill>
                <a:blip r:embed="rId4"/>
                <a:stretch>
                  <a:fillRect l="-2406" t="-2632" r="-1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5AF7200-1D21-62CD-B1D1-9FC51B5E0A0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4FD4F7D-B462-8F5D-969C-799A99637AC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C4E31-A661-8427-FB85-3BF41CE478C7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C4E31-A661-8427-FB85-3BF41CE47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5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5339CA4-051F-9C8F-D19C-622BFEBCD66A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5339CA4-051F-9C8F-D19C-622BFEBC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6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778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0ACF-06F6-2708-2C9F-1707921A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01104A-37E8-7566-F35E-873B8AF460F5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01104A-37E8-7566-F35E-873B8AF46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2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2C17998-CA85-3EBD-59AC-66B25B20B274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2C17998-CA85-3EBD-59AC-66B25B20B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3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647B289-2DA6-8A99-E6C8-68031567900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42D4AB8-4437-B3D4-B281-2E6B88B9117A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79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25D3-456F-2B66-148E-CC146C6B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BD6432-5425-9628-3F72-E005F38CB722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BD6432-5425-9628-3F72-E005F38CB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2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1C28F6E-247F-FD75-0234-269C0009483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1C28F6E-247F-FD75-0234-269C00094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3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C970DB-8268-5240-5F54-40D5A75D935D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C970DB-8268-5240-5F54-40D5A75D9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4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3B472B1-C5E5-571F-71C9-6D6B1D94EEC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8EBD71-E56A-74E0-B445-1774C1AEF03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C0C9BBD-BE3A-4899-4C19-3238C7D39CED}"/>
                  </a:ext>
                </a:extLst>
              </p14:cNvPr>
              <p14:cNvContentPartPr/>
              <p14:nvPr/>
            </p14:nvContentPartPr>
            <p14:xfrm>
              <a:off x="971640" y="2565360"/>
              <a:ext cx="9137880" cy="3359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C0C9BBD-BE3A-4899-4C19-3238C7D39C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2280" y="2556000"/>
                <a:ext cx="9156600" cy="33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1770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091F-9D25-B4E3-B189-F6E716A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13D340-698A-F2FA-B294-BDC344DA8A01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13D340-698A-F2FA-B294-BDC344DA8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5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A6B5AD4-9C5A-97F4-B55C-629127B3F51E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2CA793D-874A-4FF7-D2AA-93F36989A65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A2FF774-0DE2-9F57-2FC9-CBAA69A96737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A2FF774-0DE2-9F57-2FC9-CBAA69A96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6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8D0906F-7382-08D6-17F8-75CC791A516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8D0906F-7382-08D6-17F8-75CC791A5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7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31E5057-57A5-0B8B-BC06-E27E4001D01B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31E5057-57A5-0B8B-BC06-E27E4001D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8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309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3E34-D5F4-62F2-E7B7-5924B876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4C4693A-A112-B171-31B3-D53F1FEEE414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4C4693A-A112-B171-31B3-D53F1FEE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F28DABD-216A-F6F5-BE27-DEE21412C648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6A61D23-9092-2B20-3636-7E7BBCBA35F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106E7C0-8F63-33A6-B4DF-2756B14E5BB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FF2CE7C-1CE1-033A-DE2A-B221E6F1F2FA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FF2CE7C-1CE1-033A-DE2A-B221E6F1F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4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11D26D0-C3FE-82F4-6F9B-0F9FE50637C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11D26D0-C3FE-82F4-6F9B-0F9FE5063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5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5574D45-E19C-A5D1-CE18-8B0D01A3E414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5574D45-E19C-A5D1-CE18-8B0D01A3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6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199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A2A7-8ED0-2CB1-9418-B5BAD6C5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470E65B-2F2C-B94B-9A8E-3E28BB139CDE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470E65B-2F2C-B94B-9A8E-3E28BB139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FE2A65B-B486-C32C-A7AB-CDF45C274E8E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7062E2F-9EEF-EF2B-3C50-83E6C16F6705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7062E2F-9EEF-EF2B-3C50-83E6C16F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1D441CA-A747-BB0F-8207-CF65328C888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8CD9FA1-7C70-9A94-D21F-385B656B3C1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69DF8F4-B200-ED7D-B246-438E90CF0C44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69DF8F4-B200-ED7D-B246-438E90CF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5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F26BA4E-DF41-506D-0932-B1B6219141AE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F26BA4E-DF41-506D-0932-B1B62191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6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8A77115-8622-27A3-C2AC-797781B8F527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8A77115-8622-27A3-C2AC-797781B8F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7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164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6B55-F6DB-1674-EF70-0C396EE2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6F7BBF-78DE-0263-5DD2-8DF928AC2F5A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6F7BBF-78DE-0263-5DD2-8DF928AC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CDB36DA-522C-2C08-3BA8-9C252C1FBCF7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7BFB31D-9694-98E0-6BB3-5462CFFBAB8C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7BFB31D-9694-98E0-6BB3-5462CFFBA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9750FBF-0A7F-346F-EE1C-437B5A021A5F}"/>
                  </a:ext>
                </a:extLst>
              </p:cNvPr>
              <p:cNvSpPr txBox="1"/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at the same time, every integer has a corresponding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number. Therefore, these sets are equinumerous.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9750FBF-0A7F-346F-EE1C-437B5A021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blipFill>
                <a:blip r:embed="rId5"/>
                <a:stretch>
                  <a:fillRect l="-81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0A43A07-0493-77E3-0C80-97EFC2DC38B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2491945-9034-C77E-CF98-D15EF4D48D6E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5CE2E7B-D5CB-6A65-8F0E-D2412CE4E9C4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5CE2E7B-D5CB-6A65-8F0E-D2412CE4E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6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5DE332-C4EA-4992-A748-429325180360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5DE332-C4EA-4992-A748-429325180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7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CD00EA1-0E64-09E2-F2E7-12812B7202B5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CD00EA1-0E64-09E2-F2E7-12812B72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8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10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4C64-21E8-EFBD-E63E-36F3EADC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B42B30-969A-35D6-02E9-C04EBF434070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B42B30-969A-35D6-02E9-C04EBF43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7E49147-3E1D-D4C3-B4C1-66822E39B951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3B8357B-8757-3FD0-6478-4FA8A3FB5CB6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3B8357B-8757-3FD0-6478-4FA8A3FB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0703F12-F25D-5101-5E8D-503F6EEA5CD1}"/>
                  </a:ext>
                </a:extLst>
              </p:cNvPr>
              <p:cNvSpPr txBox="1"/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at the same time, every integer has a corresponding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number. Therefore, these sets are equinumerous.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0703F12-F25D-5101-5E8D-503F6EEA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blipFill>
                <a:blip r:embed="rId5"/>
                <a:stretch>
                  <a:fillRect l="-81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4662FDB-7842-F297-26BC-641145FEE19E}"/>
                  </a:ext>
                </a:extLst>
              </p:cNvPr>
              <p:cNvSpPr txBox="1"/>
              <p:nvPr/>
            </p:nvSpPr>
            <p:spPr>
              <a:xfrm>
                <a:off x="91012" y="5888795"/>
                <a:ext cx="73695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the fact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ℕ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ℕ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conclude that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4662FDB-7842-F297-26BC-641145FEE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5888795"/>
                <a:ext cx="7369582" cy="830997"/>
              </a:xfrm>
              <a:prstGeom prst="rect">
                <a:avLst/>
              </a:prstGeom>
              <a:blipFill>
                <a:blip r:embed="rId6"/>
                <a:stretch>
                  <a:fillRect l="-1323" t="-6618" r="-331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81E0E46-C52B-19C9-B138-24387A66DC1E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8C81CE6-1CC9-16C4-5DB2-84C8879263B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8689479-D9B8-E108-BC96-7F59F808CD18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8689479-D9B8-E108-BC96-7F59F808C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7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68F866-2EEC-95EB-1657-5A5762872143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68F866-2EEC-95EB-1657-5A5762872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8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BA10EA1-5BC9-0095-99F8-B3A458F458B2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𝔼𝕧𝕖𝕟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𝕆𝕕𝕕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BA10EA1-5BC9-0095-99F8-B3A458F45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484626" cy="2279085"/>
              </a:xfrm>
              <a:prstGeom prst="rect">
                <a:avLst/>
              </a:prstGeom>
              <a:blipFill>
                <a:blip r:embed="rId9"/>
                <a:stretch>
                  <a:fillRect l="-1223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265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B930-659D-BFC3-BE07-116A6ED1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2877FD-AB01-1B20-9C5B-55DCFC3736C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2877FD-AB01-1B20-9C5B-55DCFC373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8CB3553-E816-3B9C-2823-85EDE4800A59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CF5F579-22CF-4003-487E-63554A14590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27BF23F-0379-78AB-59CA-0F941E5FA358}"/>
                  </a:ext>
                </a:extLst>
              </p14:cNvPr>
              <p14:cNvContentPartPr/>
              <p14:nvPr/>
            </p14:nvContentPartPr>
            <p14:xfrm>
              <a:off x="4559400" y="2584440"/>
              <a:ext cx="3124440" cy="2034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27BF23F-0379-78AB-59CA-0F941E5FA3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0040" y="2575080"/>
                <a:ext cx="3143160" cy="2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2342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983D-C68D-9E80-62E3-8787A427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7F5425-1798-F81D-51AD-D450E56E2897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7F5425-1798-F81D-51AD-D450E56E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CC2549D-56D4-2E27-FD1A-D4C2EF2F58B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BEE1499-77AA-BED5-6609-D442E048D5C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7082B17E-AE74-851A-1E7E-EB016F676D6F}"/>
              </a:ext>
            </a:extLst>
          </p:cNvPr>
          <p:cNvGrpSpPr/>
          <p:nvPr/>
        </p:nvGrpSpPr>
        <p:grpSpPr>
          <a:xfrm>
            <a:off x="3839904" y="2722824"/>
            <a:ext cx="402120" cy="347760"/>
            <a:chOff x="3839904" y="2722824"/>
            <a:chExt cx="4021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57696B18-FE71-6E53-FC89-CCBC57E3DFC5}"/>
                    </a:ext>
                  </a:extLst>
                </p14:cNvPr>
                <p14:cNvContentPartPr/>
                <p14:nvPr/>
              </p14:nvContentPartPr>
              <p14:xfrm>
                <a:off x="3839904" y="2788704"/>
                <a:ext cx="20520" cy="200520"/>
              </p14:xfrm>
            </p:contentPart>
          </mc:Choice>
          <mc:Fallback xmlns="">
            <p:pic>
              <p:nvPicPr>
                <p:cNvPr id="8" name="Pismo odręczne 7">
                  <a:extLst>
                    <a:ext uri="{FF2B5EF4-FFF2-40B4-BE49-F238E27FC236}">
                      <a16:creationId xmlns:a16="http://schemas.microsoft.com/office/drawing/2014/main" id="{8E145DB5-BF6C-4269-FA1F-0B4A3097D3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33784" y="2782584"/>
                  <a:ext cx="32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CEDD5FDA-DFAD-D10A-D8CA-519FC62EC0BE}"/>
                    </a:ext>
                  </a:extLst>
                </p14:cNvPr>
                <p14:cNvContentPartPr/>
                <p14:nvPr/>
              </p14:nvContentPartPr>
              <p14:xfrm>
                <a:off x="3885984" y="2852784"/>
                <a:ext cx="9720" cy="14652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44B7AB07-083E-0819-A3C9-73E0FDE3B4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79864" y="2846664"/>
                  <a:ext cx="21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Pismo odręczne 5">
                  <a:extLst>
                    <a:ext uri="{FF2B5EF4-FFF2-40B4-BE49-F238E27FC236}">
                      <a16:creationId xmlns:a16="http://schemas.microsoft.com/office/drawing/2014/main" id="{D35D5FC3-5FC9-1DF7-7B87-8B1F556CFAD9}"/>
                    </a:ext>
                  </a:extLst>
                </p14:cNvPr>
                <p14:cNvContentPartPr/>
                <p14:nvPr/>
              </p14:nvContentPartPr>
              <p14:xfrm>
                <a:off x="3849624" y="2722824"/>
                <a:ext cx="148320" cy="25344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B2ADEB37-5AB6-7EFC-2462-D848635B5E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43504" y="2716704"/>
                  <a:ext cx="16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Pismo odręczne 7">
                  <a:extLst>
                    <a:ext uri="{FF2B5EF4-FFF2-40B4-BE49-F238E27FC236}">
                      <a16:creationId xmlns:a16="http://schemas.microsoft.com/office/drawing/2014/main" id="{93D80656-F47F-1CA7-A437-222EBBB10B42}"/>
                    </a:ext>
                  </a:extLst>
                </p14:cNvPr>
                <p14:cNvContentPartPr/>
                <p14:nvPr/>
              </p14:nvContentPartPr>
              <p14:xfrm>
                <a:off x="4005144" y="2942424"/>
                <a:ext cx="62280" cy="128160"/>
              </p14:xfrm>
            </p:contentPart>
          </mc:Choice>
          <mc:Fallback xmlns="">
            <p:pic>
              <p:nvPicPr>
                <p:cNvPr id="12" name="Pismo odręczne 11">
                  <a:extLst>
                    <a:ext uri="{FF2B5EF4-FFF2-40B4-BE49-F238E27FC236}">
                      <a16:creationId xmlns:a16="http://schemas.microsoft.com/office/drawing/2014/main" id="{2608B04A-7380-8C7E-D1FA-0EF8E56BB4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99024" y="2936304"/>
                  <a:ext cx="74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17B2312C-52EA-7A5E-6FC1-7B21789E7999}"/>
                    </a:ext>
                  </a:extLst>
                </p14:cNvPr>
                <p14:cNvContentPartPr/>
                <p14:nvPr/>
              </p14:nvContentPartPr>
              <p14:xfrm>
                <a:off x="4142304" y="2944224"/>
                <a:ext cx="83160" cy="11520"/>
              </p14:xfrm>
            </p:contentPart>
          </mc:Choice>
          <mc:Fallback xmlns="">
            <p:pic>
              <p:nvPicPr>
                <p:cNvPr id="13" name="Pismo odręczne 12">
                  <a:extLst>
                    <a:ext uri="{FF2B5EF4-FFF2-40B4-BE49-F238E27FC236}">
                      <a16:creationId xmlns:a16="http://schemas.microsoft.com/office/drawing/2014/main" id="{A26D8020-F417-143D-77C0-74E5017273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36184" y="2938104"/>
                  <a:ext cx="95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87E19E9B-2DD9-A7AA-0F21-67936BB2B601}"/>
                    </a:ext>
                  </a:extLst>
                </p14:cNvPr>
                <p14:cNvContentPartPr/>
                <p14:nvPr/>
              </p14:nvContentPartPr>
              <p14:xfrm>
                <a:off x="4160664" y="2874744"/>
                <a:ext cx="81360" cy="6120"/>
              </p14:xfrm>
            </p:contentPart>
          </mc:Choice>
          <mc:Fallback xmlns=""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08FD7808-B713-C434-60C4-3B64DE7CCA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54544" y="2868624"/>
                  <a:ext cx="9360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6782F8E2-CD2F-8065-35F8-C694FA87415C}"/>
                  </a:ext>
                </a:extLst>
              </p14:cNvPr>
              <p14:cNvContentPartPr/>
              <p14:nvPr/>
            </p14:nvContentPartPr>
            <p14:xfrm>
              <a:off x="5001264" y="3015504"/>
              <a:ext cx="9720" cy="104760"/>
            </p14:xfrm>
          </p:contentPart>
        </mc:Choice>
        <mc:Fallback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6782F8E2-CD2F-8065-35F8-C694FA87415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95144" y="3009384"/>
                <a:ext cx="2196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a 12">
            <a:extLst>
              <a:ext uri="{FF2B5EF4-FFF2-40B4-BE49-F238E27FC236}">
                <a16:creationId xmlns:a16="http://schemas.microsoft.com/office/drawing/2014/main" id="{4B431B16-421D-3EDF-205F-36459DE41469}"/>
              </a:ext>
            </a:extLst>
          </p:cNvPr>
          <p:cNvGrpSpPr/>
          <p:nvPr/>
        </p:nvGrpSpPr>
        <p:grpSpPr>
          <a:xfrm>
            <a:off x="5193504" y="2800584"/>
            <a:ext cx="192600" cy="280800"/>
            <a:chOff x="5193504" y="2800584"/>
            <a:chExt cx="1926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Pismo odręczne 13">
                  <a:extLst>
                    <a:ext uri="{FF2B5EF4-FFF2-40B4-BE49-F238E27FC236}">
                      <a16:creationId xmlns:a16="http://schemas.microsoft.com/office/drawing/2014/main" id="{063152E7-BD32-438A-59B5-856B98B880E6}"/>
                    </a:ext>
                  </a:extLst>
                </p14:cNvPr>
                <p14:cNvContentPartPr/>
                <p14:nvPr/>
              </p14:nvContentPartPr>
              <p14:xfrm>
                <a:off x="5193504" y="2800584"/>
                <a:ext cx="104400" cy="159480"/>
              </p14:xfrm>
            </p:contentPart>
          </mc:Choice>
          <mc:Fallback xmlns="">
            <p:pic>
              <p:nvPicPr>
                <p:cNvPr id="21" name="Pismo odręczne 20">
                  <a:extLst>
                    <a:ext uri="{FF2B5EF4-FFF2-40B4-BE49-F238E27FC236}">
                      <a16:creationId xmlns:a16="http://schemas.microsoft.com/office/drawing/2014/main" id="{2463B835-90EB-638A-AADB-CE948D0760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87384" y="2794464"/>
                  <a:ext cx="116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Pismo odręczne 14">
                  <a:extLst>
                    <a:ext uri="{FF2B5EF4-FFF2-40B4-BE49-F238E27FC236}">
                      <a16:creationId xmlns:a16="http://schemas.microsoft.com/office/drawing/2014/main" id="{337F22FB-57F7-48A7-5401-421A00E60D04}"/>
                    </a:ext>
                  </a:extLst>
                </p14:cNvPr>
                <p14:cNvContentPartPr/>
                <p14:nvPr/>
              </p14:nvContentPartPr>
              <p14:xfrm>
                <a:off x="5343624" y="2953224"/>
                <a:ext cx="42480" cy="12816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61C1F070-A7E3-252F-6C3A-BA8FAAEC91C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37504" y="2947104"/>
                  <a:ext cx="547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a 15">
            <a:extLst>
              <a:ext uri="{FF2B5EF4-FFF2-40B4-BE49-F238E27FC236}">
                <a16:creationId xmlns:a16="http://schemas.microsoft.com/office/drawing/2014/main" id="{0FBEB1F4-E70F-90FF-6089-1F5E3F0A74DF}"/>
              </a:ext>
            </a:extLst>
          </p:cNvPr>
          <p:cNvGrpSpPr/>
          <p:nvPr/>
        </p:nvGrpSpPr>
        <p:grpSpPr>
          <a:xfrm>
            <a:off x="5660424" y="2770344"/>
            <a:ext cx="137160" cy="301680"/>
            <a:chOff x="5660424" y="2770344"/>
            <a:chExt cx="13716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Pismo odręczne 16">
                  <a:extLst>
                    <a:ext uri="{FF2B5EF4-FFF2-40B4-BE49-F238E27FC236}">
                      <a16:creationId xmlns:a16="http://schemas.microsoft.com/office/drawing/2014/main" id="{C289C6A0-0E9F-638F-E591-2577114A88BD}"/>
                    </a:ext>
                  </a:extLst>
                </p14:cNvPr>
                <p14:cNvContentPartPr/>
                <p14:nvPr/>
              </p14:nvContentPartPr>
              <p14:xfrm>
                <a:off x="5660424" y="2770344"/>
                <a:ext cx="39600" cy="20304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2F9001F0-4D36-76A7-7757-4E95385966A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54304" y="2764224"/>
                  <a:ext cx="51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Pismo odręczne 17">
                  <a:extLst>
                    <a:ext uri="{FF2B5EF4-FFF2-40B4-BE49-F238E27FC236}">
                      <a16:creationId xmlns:a16="http://schemas.microsoft.com/office/drawing/2014/main" id="{40EA8C78-31B4-7247-D5A9-62A1DA6C07EC}"/>
                    </a:ext>
                  </a:extLst>
                </p14:cNvPr>
                <p14:cNvContentPartPr/>
                <p14:nvPr/>
              </p14:nvContentPartPr>
              <p14:xfrm>
                <a:off x="5766264" y="2971584"/>
                <a:ext cx="31320" cy="1004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ED0E5D96-4604-AD5B-05AA-E68CEB9C0C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60144" y="2965464"/>
                  <a:ext cx="4356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5A4E6279-CC37-A1CD-8DD1-FED150807A99}"/>
                  </a:ext>
                </a:extLst>
              </p14:cNvPr>
              <p14:cNvContentPartPr/>
              <p14:nvPr/>
            </p14:nvContentPartPr>
            <p14:xfrm>
              <a:off x="6238944" y="2934864"/>
              <a:ext cx="24840" cy="113040"/>
            </p14:xfrm>
          </p:contentPart>
        </mc:Choice>
        <mc:Fallback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5A4E6279-CC37-A1CD-8DD1-FED150807A9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32824" y="2928724"/>
                <a:ext cx="37080" cy="125319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a 19">
            <a:extLst>
              <a:ext uri="{FF2B5EF4-FFF2-40B4-BE49-F238E27FC236}">
                <a16:creationId xmlns:a16="http://schemas.microsoft.com/office/drawing/2014/main" id="{1829F8B7-DE57-81AF-0A0B-C6518B6F0AF2}"/>
              </a:ext>
            </a:extLst>
          </p:cNvPr>
          <p:cNvGrpSpPr/>
          <p:nvPr/>
        </p:nvGrpSpPr>
        <p:grpSpPr>
          <a:xfrm>
            <a:off x="6422904" y="2793744"/>
            <a:ext cx="124200" cy="295920"/>
            <a:chOff x="6422904" y="2793744"/>
            <a:chExt cx="12420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Pismo odręczne 20">
                  <a:extLst>
                    <a:ext uri="{FF2B5EF4-FFF2-40B4-BE49-F238E27FC236}">
                      <a16:creationId xmlns:a16="http://schemas.microsoft.com/office/drawing/2014/main" id="{266D642C-3923-562B-88AD-CB525A72228E}"/>
                    </a:ext>
                  </a:extLst>
                </p14:cNvPr>
                <p14:cNvContentPartPr/>
                <p14:nvPr/>
              </p14:nvContentPartPr>
              <p14:xfrm>
                <a:off x="6422904" y="2793744"/>
                <a:ext cx="87840" cy="183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FB7CFDE0-D71E-CDC3-73A2-F7258B9EE7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16784" y="2787624"/>
                  <a:ext cx="100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E37DB4F7-2331-FDDB-0469-1F5541C48EDF}"/>
                    </a:ext>
                  </a:extLst>
                </p14:cNvPr>
                <p14:cNvContentPartPr/>
                <p14:nvPr/>
              </p14:nvContentPartPr>
              <p14:xfrm>
                <a:off x="6498504" y="2971584"/>
                <a:ext cx="48600" cy="11808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F21A8842-EA6A-7E90-D7C2-4BDCD25A522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2384" y="2965464"/>
                  <a:ext cx="608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a 22">
            <a:extLst>
              <a:ext uri="{FF2B5EF4-FFF2-40B4-BE49-F238E27FC236}">
                <a16:creationId xmlns:a16="http://schemas.microsoft.com/office/drawing/2014/main" id="{6B68B4F2-B812-5C47-BD85-AF576C3AF080}"/>
              </a:ext>
            </a:extLst>
          </p:cNvPr>
          <p:cNvGrpSpPr/>
          <p:nvPr/>
        </p:nvGrpSpPr>
        <p:grpSpPr>
          <a:xfrm>
            <a:off x="6775704" y="2788344"/>
            <a:ext cx="219600" cy="310320"/>
            <a:chOff x="6775704" y="2788344"/>
            <a:chExt cx="21960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F0CA4AC5-3C46-FC02-5CAB-8D665AFC6AF2}"/>
                    </a:ext>
                  </a:extLst>
                </p14:cNvPr>
                <p14:cNvContentPartPr/>
                <p14:nvPr/>
              </p14:nvContentPartPr>
              <p14:xfrm>
                <a:off x="6780744" y="2788344"/>
                <a:ext cx="79560" cy="20484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3A9CE5BA-0703-7328-397A-8A31CB1343F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74624" y="2782224"/>
                  <a:ext cx="91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95621182-8041-15AE-5D52-2DCCF8EFF33E}"/>
                    </a:ext>
                  </a:extLst>
                </p14:cNvPr>
                <p14:cNvContentPartPr/>
                <p14:nvPr/>
              </p14:nvContentPartPr>
              <p14:xfrm>
                <a:off x="6775704" y="2909664"/>
                <a:ext cx="118440" cy="165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82FD50A9-F5B4-01DC-5F73-E256037B7B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69584" y="2903544"/>
                  <a:ext cx="130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688B1A89-3E10-AB6B-741B-6CFB870CDA3E}"/>
                    </a:ext>
                  </a:extLst>
                </p14:cNvPr>
                <p14:cNvContentPartPr/>
                <p14:nvPr/>
              </p14:nvContentPartPr>
              <p14:xfrm>
                <a:off x="6961464" y="2962584"/>
                <a:ext cx="33840" cy="13608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307CE4C7-2558-E0E9-7EEA-0BDC7A6DCBA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55344" y="2956464"/>
                  <a:ext cx="460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27ED57CC-FC1F-2E86-8D8A-CBEC5234792B}"/>
              </a:ext>
            </a:extLst>
          </p:cNvPr>
          <p:cNvGrpSpPr/>
          <p:nvPr/>
        </p:nvGrpSpPr>
        <p:grpSpPr>
          <a:xfrm>
            <a:off x="7206624" y="2770344"/>
            <a:ext cx="136440" cy="304200"/>
            <a:chOff x="7206624" y="2770344"/>
            <a:chExt cx="13644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95716CC6-4D8D-E7E5-8DAE-14569D039167}"/>
                    </a:ext>
                  </a:extLst>
                </p14:cNvPr>
                <p14:cNvContentPartPr/>
                <p14:nvPr/>
              </p14:nvContentPartPr>
              <p14:xfrm>
                <a:off x="7206624" y="2770344"/>
                <a:ext cx="72360" cy="23436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25EE025C-F7F1-0FD2-85A2-0F73038013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00504" y="2764224"/>
                  <a:ext cx="84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Pismo odręczne 28">
                  <a:extLst>
                    <a:ext uri="{FF2B5EF4-FFF2-40B4-BE49-F238E27FC236}">
                      <a16:creationId xmlns:a16="http://schemas.microsoft.com/office/drawing/2014/main" id="{8A8F8600-548D-90E1-64D1-886FFE6C089F}"/>
                    </a:ext>
                  </a:extLst>
                </p14:cNvPr>
                <p14:cNvContentPartPr/>
                <p14:nvPr/>
              </p14:nvContentPartPr>
              <p14:xfrm>
                <a:off x="7320024" y="2980944"/>
                <a:ext cx="23040" cy="9360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FE52D7B7-C30B-C84F-CEA6-43FFD6DF09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13904" y="2974824"/>
                  <a:ext cx="3528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a 29">
            <a:extLst>
              <a:ext uri="{FF2B5EF4-FFF2-40B4-BE49-F238E27FC236}">
                <a16:creationId xmlns:a16="http://schemas.microsoft.com/office/drawing/2014/main" id="{3386C8AF-2AC5-7C43-ABB6-62A5CF81E323}"/>
              </a:ext>
            </a:extLst>
          </p:cNvPr>
          <p:cNvGrpSpPr/>
          <p:nvPr/>
        </p:nvGrpSpPr>
        <p:grpSpPr>
          <a:xfrm>
            <a:off x="7605864" y="2772504"/>
            <a:ext cx="157320" cy="358200"/>
            <a:chOff x="7605864" y="2772504"/>
            <a:chExt cx="15732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Pismo odręczne 30">
                  <a:extLst>
                    <a:ext uri="{FF2B5EF4-FFF2-40B4-BE49-F238E27FC236}">
                      <a16:creationId xmlns:a16="http://schemas.microsoft.com/office/drawing/2014/main" id="{DEA56D75-AABE-C293-3F76-6D32A94B1FF5}"/>
                    </a:ext>
                  </a:extLst>
                </p14:cNvPr>
                <p14:cNvContentPartPr/>
                <p14:nvPr/>
              </p14:nvContentPartPr>
              <p14:xfrm>
                <a:off x="7605864" y="2772504"/>
                <a:ext cx="66600" cy="972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191BF2C7-B272-8F9B-FC18-822EBDD48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99744" y="2766384"/>
                  <a:ext cx="7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64A9FB9F-3F63-2BC5-7409-889BD7FEDEE7}"/>
                    </a:ext>
                  </a:extLst>
                </p14:cNvPr>
                <p14:cNvContentPartPr/>
                <p14:nvPr/>
              </p14:nvContentPartPr>
              <p14:xfrm>
                <a:off x="7609104" y="2825424"/>
                <a:ext cx="72720" cy="193680"/>
              </p14:xfrm>
            </p:contentPart>
          </mc:Choice>
          <mc:Fallback xmlns=""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6020D073-7047-6B45-C8C6-0AD321BC1C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02984" y="2819304"/>
                  <a:ext cx="84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2F324EB2-522D-89D7-D1E9-A9B727C2942D}"/>
                    </a:ext>
                  </a:extLst>
                </p14:cNvPr>
                <p14:cNvContentPartPr/>
                <p14:nvPr/>
              </p14:nvContentPartPr>
              <p14:xfrm>
                <a:off x="7719984" y="2971584"/>
                <a:ext cx="43200" cy="15912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92E569AC-468A-E413-0B6E-036C2F4FA8B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13864" y="2965464"/>
                  <a:ext cx="5544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4" name="Pismo odręczne 33">
                <a:extLst>
                  <a:ext uri="{FF2B5EF4-FFF2-40B4-BE49-F238E27FC236}">
                    <a16:creationId xmlns:a16="http://schemas.microsoft.com/office/drawing/2014/main" id="{B9322FA5-848A-E542-9826-888164C4C69F}"/>
                  </a:ext>
                </a:extLst>
              </p14:cNvPr>
              <p14:cNvContentPartPr/>
              <p14:nvPr/>
            </p14:nvContentPartPr>
            <p14:xfrm>
              <a:off x="7909344" y="2986344"/>
              <a:ext cx="13320" cy="3960"/>
            </p14:xfrm>
          </p:contentPart>
        </mc:Choice>
        <mc:Fallback>
          <p:pic>
            <p:nvPicPr>
              <p:cNvPr id="34" name="Pismo odręczne 33">
                <a:extLst>
                  <a:ext uri="{FF2B5EF4-FFF2-40B4-BE49-F238E27FC236}">
                    <a16:creationId xmlns:a16="http://schemas.microsoft.com/office/drawing/2014/main" id="{B9322FA5-848A-E542-9826-888164C4C69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903224" y="2980224"/>
                <a:ext cx="255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5" name="Pismo odręczne 34">
                <a:extLst>
                  <a:ext uri="{FF2B5EF4-FFF2-40B4-BE49-F238E27FC236}">
                    <a16:creationId xmlns:a16="http://schemas.microsoft.com/office/drawing/2014/main" id="{E421418F-FAE8-582B-3278-B9DD53138928}"/>
                  </a:ext>
                </a:extLst>
              </p14:cNvPr>
              <p14:cNvContentPartPr/>
              <p14:nvPr/>
            </p14:nvContentPartPr>
            <p14:xfrm>
              <a:off x="8019144" y="2971584"/>
              <a:ext cx="9720" cy="7560"/>
            </p14:xfrm>
          </p:contentPart>
        </mc:Choice>
        <mc:Fallback>
          <p:pic>
            <p:nvPicPr>
              <p:cNvPr id="35" name="Pismo odręczne 34">
                <a:extLst>
                  <a:ext uri="{FF2B5EF4-FFF2-40B4-BE49-F238E27FC236}">
                    <a16:creationId xmlns:a16="http://schemas.microsoft.com/office/drawing/2014/main" id="{E421418F-FAE8-582B-3278-B9DD5313892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13024" y="2965742"/>
                <a:ext cx="21960" cy="19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6" name="Pismo odręczne 35">
                <a:extLst>
                  <a:ext uri="{FF2B5EF4-FFF2-40B4-BE49-F238E27FC236}">
                    <a16:creationId xmlns:a16="http://schemas.microsoft.com/office/drawing/2014/main" id="{B21BF346-5C08-AA1E-63AE-330E3E42157E}"/>
                  </a:ext>
                </a:extLst>
              </p14:cNvPr>
              <p14:cNvContentPartPr/>
              <p14:nvPr/>
            </p14:nvContentPartPr>
            <p14:xfrm>
              <a:off x="8128584" y="2971584"/>
              <a:ext cx="9720" cy="4320"/>
            </p14:xfrm>
          </p:contentPart>
        </mc:Choice>
        <mc:Fallback>
          <p:pic>
            <p:nvPicPr>
              <p:cNvPr id="36" name="Pismo odręczne 35">
                <a:extLst>
                  <a:ext uri="{FF2B5EF4-FFF2-40B4-BE49-F238E27FC236}">
                    <a16:creationId xmlns:a16="http://schemas.microsoft.com/office/drawing/2014/main" id="{B21BF346-5C08-AA1E-63AE-330E3E42157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22464" y="2965935"/>
                <a:ext cx="21960" cy="15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7" name="Pismo odręczne 36">
                <a:extLst>
                  <a:ext uri="{FF2B5EF4-FFF2-40B4-BE49-F238E27FC236}">
                    <a16:creationId xmlns:a16="http://schemas.microsoft.com/office/drawing/2014/main" id="{3EAF07AD-CE85-2B6E-C689-EA369D38EC54}"/>
                  </a:ext>
                </a:extLst>
              </p14:cNvPr>
              <p14:cNvContentPartPr/>
              <p14:nvPr/>
            </p14:nvContentPartPr>
            <p14:xfrm>
              <a:off x="8258184" y="2710944"/>
              <a:ext cx="74160" cy="324000"/>
            </p14:xfrm>
          </p:contentPart>
        </mc:Choice>
        <mc:Fallback>
          <p:pic>
            <p:nvPicPr>
              <p:cNvPr id="37" name="Pismo odręczne 36">
                <a:extLst>
                  <a:ext uri="{FF2B5EF4-FFF2-40B4-BE49-F238E27FC236}">
                    <a16:creationId xmlns:a16="http://schemas.microsoft.com/office/drawing/2014/main" id="{3EAF07AD-CE85-2B6E-C689-EA369D38EC5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252064" y="2704824"/>
                <a:ext cx="8640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upa 37">
            <a:extLst>
              <a:ext uri="{FF2B5EF4-FFF2-40B4-BE49-F238E27FC236}">
                <a16:creationId xmlns:a16="http://schemas.microsoft.com/office/drawing/2014/main" id="{C3B5DAED-8A0F-2D50-6C08-F490449F4E2D}"/>
              </a:ext>
            </a:extLst>
          </p:cNvPr>
          <p:cNvGrpSpPr/>
          <p:nvPr/>
        </p:nvGrpSpPr>
        <p:grpSpPr>
          <a:xfrm>
            <a:off x="4440744" y="2620224"/>
            <a:ext cx="450720" cy="451080"/>
            <a:chOff x="4440744" y="2620224"/>
            <a:chExt cx="45072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90E14BD7-2386-C960-5E13-2E619D84A4C6}"/>
                    </a:ext>
                  </a:extLst>
                </p14:cNvPr>
                <p14:cNvContentPartPr/>
                <p14:nvPr/>
              </p14:nvContentPartPr>
              <p14:xfrm>
                <a:off x="4440744" y="2751984"/>
                <a:ext cx="79920" cy="318240"/>
              </p14:xfrm>
            </p:contentPart>
          </mc:Choice>
          <mc:Fallback xmlns="">
            <p:pic>
              <p:nvPicPr>
                <p:cNvPr id="16" name="Pismo odręczne 15">
                  <a:extLst>
                    <a:ext uri="{FF2B5EF4-FFF2-40B4-BE49-F238E27FC236}">
                      <a16:creationId xmlns:a16="http://schemas.microsoft.com/office/drawing/2014/main" id="{2564995D-A59F-F2A5-36F5-C534655DB2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34624" y="2745864"/>
                  <a:ext cx="921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911C527A-F9D4-D0B8-DBCE-297F7AE1E9FC}"/>
                    </a:ext>
                  </a:extLst>
                </p14:cNvPr>
                <p14:cNvContentPartPr/>
                <p14:nvPr/>
              </p14:nvContentPartPr>
              <p14:xfrm>
                <a:off x="4562784" y="2796264"/>
                <a:ext cx="50400" cy="230400"/>
              </p14:xfrm>
            </p:contentPart>
          </mc:Choice>
          <mc:Fallback xmlns="">
            <p:pic>
              <p:nvPicPr>
                <p:cNvPr id="17" name="Pismo odręczne 16">
                  <a:extLst>
                    <a:ext uri="{FF2B5EF4-FFF2-40B4-BE49-F238E27FC236}">
                      <a16:creationId xmlns:a16="http://schemas.microsoft.com/office/drawing/2014/main" id="{A168ACB2-6A3B-58D0-F2F9-B514A5B2320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56664" y="2790144"/>
                  <a:ext cx="62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863BFCC8-7E2E-F3DF-F462-62FE49743200}"/>
                    </a:ext>
                  </a:extLst>
                </p14:cNvPr>
                <p14:cNvContentPartPr/>
                <p14:nvPr/>
              </p14:nvContentPartPr>
              <p14:xfrm>
                <a:off x="4681944" y="2999304"/>
                <a:ext cx="9360" cy="72000"/>
              </p14:xfrm>
            </p:contentPart>
          </mc:Choice>
          <mc:Fallback xmlns=""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041B6B73-EBD8-FED3-B8DE-DF3F3A22E9A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75824" y="2993184"/>
                  <a:ext cx="21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E8FCDFA3-DEB2-732C-7903-8B8783F46A00}"/>
                    </a:ext>
                  </a:extLst>
                </p14:cNvPr>
                <p14:cNvContentPartPr/>
                <p14:nvPr/>
              </p14:nvContentPartPr>
              <p14:xfrm>
                <a:off x="4782384" y="2823984"/>
                <a:ext cx="109080" cy="20700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95E6B5C2-F489-54F7-2252-987789BEAC8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76264" y="2817864"/>
                  <a:ext cx="121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A710F2EC-91AC-4F33-71CA-35F66A8F9400}"/>
                    </a:ext>
                  </a:extLst>
                </p14:cNvPr>
                <p14:cNvContentPartPr/>
                <p14:nvPr/>
              </p14:nvContentPartPr>
              <p14:xfrm>
                <a:off x="4610304" y="2620224"/>
                <a:ext cx="7200" cy="85680"/>
              </p14:xfrm>
            </p:contentPart>
          </mc:Choice>
          <mc:Fallback xmlns=""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571D8AAF-44EB-C43D-CD32-63D2975EC3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04184" y="2614104"/>
                  <a:ext cx="19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8C6A97BB-4A4A-5AD0-5784-291F225DB3D0}"/>
                    </a:ext>
                  </a:extLst>
                </p14:cNvPr>
                <p14:cNvContentPartPr/>
                <p14:nvPr/>
              </p14:nvContentPartPr>
              <p14:xfrm>
                <a:off x="4581144" y="2662344"/>
                <a:ext cx="63000" cy="66960"/>
              </p14:xfrm>
            </p:contentPart>
          </mc:Choice>
          <mc:Fallback xmlns=""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9D7C15FB-4E61-61E5-5F92-E0E17CB023D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75024" y="2656224"/>
                  <a:ext cx="752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a 44">
            <a:extLst>
              <a:ext uri="{FF2B5EF4-FFF2-40B4-BE49-F238E27FC236}">
                <a16:creationId xmlns:a16="http://schemas.microsoft.com/office/drawing/2014/main" id="{E8CBC97C-3079-AFAA-0EA4-E549CE5F3699}"/>
              </a:ext>
            </a:extLst>
          </p:cNvPr>
          <p:cNvGrpSpPr/>
          <p:nvPr/>
        </p:nvGrpSpPr>
        <p:grpSpPr>
          <a:xfrm>
            <a:off x="4846104" y="2614824"/>
            <a:ext cx="97920" cy="151560"/>
            <a:chOff x="4846104" y="2614824"/>
            <a:chExt cx="9792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596BE7DA-85C2-58C3-C2FA-37993993FDCF}"/>
                    </a:ext>
                  </a:extLst>
                </p14:cNvPr>
                <p14:cNvContentPartPr/>
                <p14:nvPr/>
              </p14:nvContentPartPr>
              <p14:xfrm>
                <a:off x="4879944" y="2614824"/>
                <a:ext cx="21600" cy="105480"/>
              </p14:xfrm>
            </p:contentPart>
          </mc:Choice>
          <mc:Fallback xmlns="">
            <p:pic>
              <p:nvPicPr>
                <p:cNvPr id="59" name="Pismo odręczne 58">
                  <a:extLst>
                    <a:ext uri="{FF2B5EF4-FFF2-40B4-BE49-F238E27FC236}">
                      <a16:creationId xmlns:a16="http://schemas.microsoft.com/office/drawing/2014/main" id="{A46E9153-6243-DF45-8639-432EA097AD5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73824" y="2608704"/>
                  <a:ext cx="33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8C381A8A-62A3-AF0F-AF3A-2B8902EC4735}"/>
                    </a:ext>
                  </a:extLst>
                </p14:cNvPr>
                <p14:cNvContentPartPr/>
                <p14:nvPr/>
              </p14:nvContentPartPr>
              <p14:xfrm>
                <a:off x="4846104" y="2669904"/>
                <a:ext cx="97920" cy="96480"/>
              </p14:xfrm>
            </p:contentPart>
          </mc:Choice>
          <mc:Fallback xmlns=""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561174AE-D895-F2FE-B9C5-2E0AA49FC85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39984" y="2663784"/>
                  <a:ext cx="1101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a 47">
            <a:extLst>
              <a:ext uri="{FF2B5EF4-FFF2-40B4-BE49-F238E27FC236}">
                <a16:creationId xmlns:a16="http://schemas.microsoft.com/office/drawing/2014/main" id="{1FCE4543-B798-DFC3-91AD-5CDA5100D5F9}"/>
              </a:ext>
            </a:extLst>
          </p:cNvPr>
          <p:cNvGrpSpPr/>
          <p:nvPr/>
        </p:nvGrpSpPr>
        <p:grpSpPr>
          <a:xfrm>
            <a:off x="5257944" y="2594664"/>
            <a:ext cx="61560" cy="123120"/>
            <a:chOff x="5257944" y="2594664"/>
            <a:chExt cx="6156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Pismo odręczne 48">
                  <a:extLst>
                    <a:ext uri="{FF2B5EF4-FFF2-40B4-BE49-F238E27FC236}">
                      <a16:creationId xmlns:a16="http://schemas.microsoft.com/office/drawing/2014/main" id="{EC5C04E5-1FF8-B82D-73AD-33D9284DD763}"/>
                    </a:ext>
                  </a:extLst>
                </p14:cNvPr>
                <p14:cNvContentPartPr/>
                <p14:nvPr/>
              </p14:nvContentPartPr>
              <p14:xfrm>
                <a:off x="5280984" y="2594664"/>
                <a:ext cx="13320" cy="92880"/>
              </p14:xfrm>
            </p:contentPart>
          </mc:Choice>
          <mc:Fallback xmlns=""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BC4BEC07-4283-259B-03A9-0460DEAE30C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74864" y="2588544"/>
                  <a:ext cx="25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00B277D9-0A12-9DE5-7C1C-E39C547854F2}"/>
                    </a:ext>
                  </a:extLst>
                </p14:cNvPr>
                <p14:cNvContentPartPr/>
                <p14:nvPr/>
              </p14:nvContentPartPr>
              <p14:xfrm>
                <a:off x="5257944" y="2660904"/>
                <a:ext cx="61560" cy="56880"/>
              </p14:xfrm>
            </p:contentPart>
          </mc:Choice>
          <mc:Fallback xmlns=""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B9BE979D-A32F-45FA-2794-0218A4F894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1824" y="2654784"/>
                  <a:ext cx="738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a 50">
            <a:extLst>
              <a:ext uri="{FF2B5EF4-FFF2-40B4-BE49-F238E27FC236}">
                <a16:creationId xmlns:a16="http://schemas.microsoft.com/office/drawing/2014/main" id="{AB535026-6DA2-DE4A-8245-62BB9422973E}"/>
              </a:ext>
            </a:extLst>
          </p:cNvPr>
          <p:cNvGrpSpPr/>
          <p:nvPr/>
        </p:nvGrpSpPr>
        <p:grpSpPr>
          <a:xfrm>
            <a:off x="5660064" y="2587464"/>
            <a:ext cx="70200" cy="115920"/>
            <a:chOff x="5660064" y="2587464"/>
            <a:chExt cx="702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D8693709-6DF9-D560-FE5C-94856093AC99}"/>
                    </a:ext>
                  </a:extLst>
                </p14:cNvPr>
                <p14:cNvContentPartPr/>
                <p14:nvPr/>
              </p14:nvContentPartPr>
              <p14:xfrm>
                <a:off x="5687064" y="2587464"/>
                <a:ext cx="10080" cy="90720"/>
              </p14:xfrm>
            </p:contentPart>
          </mc:Choice>
          <mc:Fallback xmlns="">
            <p:pic>
              <p:nvPicPr>
                <p:cNvPr id="65" name="Pismo odręczne 64">
                  <a:extLst>
                    <a:ext uri="{FF2B5EF4-FFF2-40B4-BE49-F238E27FC236}">
                      <a16:creationId xmlns:a16="http://schemas.microsoft.com/office/drawing/2014/main" id="{6E8EB9FF-2DED-6A76-17D0-2B19355DCB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80944" y="2581344"/>
                  <a:ext cx="22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DA3A231A-2C21-24CF-BC49-BDA867B7D9FD}"/>
                    </a:ext>
                  </a:extLst>
                </p14:cNvPr>
                <p14:cNvContentPartPr/>
                <p14:nvPr/>
              </p14:nvContentPartPr>
              <p14:xfrm>
                <a:off x="5660064" y="2651544"/>
                <a:ext cx="70200" cy="51840"/>
              </p14:xfrm>
            </p:contentPart>
          </mc:Choice>
          <mc:Fallback xmlns="">
            <p:pic>
              <p:nvPicPr>
                <p:cNvPr id="66" name="Pismo odręczne 65">
                  <a:extLst>
                    <a:ext uri="{FF2B5EF4-FFF2-40B4-BE49-F238E27FC236}">
                      <a16:creationId xmlns:a16="http://schemas.microsoft.com/office/drawing/2014/main" id="{5060ED07-1C66-B0E5-682D-DA8DD16A14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53944" y="2645424"/>
                  <a:ext cx="824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a 53">
            <a:extLst>
              <a:ext uri="{FF2B5EF4-FFF2-40B4-BE49-F238E27FC236}">
                <a16:creationId xmlns:a16="http://schemas.microsoft.com/office/drawing/2014/main" id="{64926FCE-0ADC-3181-9EBF-4E9E514A7A1E}"/>
              </a:ext>
            </a:extLst>
          </p:cNvPr>
          <p:cNvGrpSpPr/>
          <p:nvPr/>
        </p:nvGrpSpPr>
        <p:grpSpPr>
          <a:xfrm>
            <a:off x="5985864" y="2624184"/>
            <a:ext cx="131400" cy="343800"/>
            <a:chOff x="5985864" y="2624184"/>
            <a:chExt cx="1314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6D2CDE98-FC0E-456A-76DC-A235BA0EC3D0}"/>
                    </a:ext>
                  </a:extLst>
                </p14:cNvPr>
                <p14:cNvContentPartPr/>
                <p14:nvPr/>
              </p14:nvContentPartPr>
              <p14:xfrm>
                <a:off x="5985864" y="2807064"/>
                <a:ext cx="81360" cy="16092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C67120CF-30A2-48F3-1745-57D0313D3B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79744" y="2800944"/>
                  <a:ext cx="93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2021C94F-C253-1BB4-23C0-5A5B5D405823}"/>
                    </a:ext>
                  </a:extLst>
                </p14:cNvPr>
                <p14:cNvContentPartPr/>
                <p14:nvPr/>
              </p14:nvContentPartPr>
              <p14:xfrm>
                <a:off x="5989104" y="2782944"/>
                <a:ext cx="118440" cy="33480"/>
              </p14:xfrm>
            </p:contentPart>
          </mc:Choice>
          <mc:Fallback xmlns="">
            <p:pic>
              <p:nvPicPr>
                <p:cNvPr id="29" name="Pismo odręczne 28">
                  <a:extLst>
                    <a:ext uri="{FF2B5EF4-FFF2-40B4-BE49-F238E27FC236}">
                      <a16:creationId xmlns:a16="http://schemas.microsoft.com/office/drawing/2014/main" id="{CB2D4F96-8950-E0C9-F339-7DEBD2EE272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82984" y="2776824"/>
                  <a:ext cx="130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0294DA12-683B-90BC-0AF2-23BE6DA7E58A}"/>
                    </a:ext>
                  </a:extLst>
                </p14:cNvPr>
                <p14:cNvContentPartPr/>
                <p14:nvPr/>
              </p14:nvContentPartPr>
              <p14:xfrm>
                <a:off x="6075144" y="2624184"/>
                <a:ext cx="33120" cy="75600"/>
              </p14:xfrm>
            </p:contentPart>
          </mc:Choice>
          <mc:Fallback xmlns="">
            <p:pic>
              <p:nvPicPr>
                <p:cNvPr id="68" name="Pismo odręczne 67">
                  <a:extLst>
                    <a:ext uri="{FF2B5EF4-FFF2-40B4-BE49-F238E27FC236}">
                      <a16:creationId xmlns:a16="http://schemas.microsoft.com/office/drawing/2014/main" id="{2D7725D4-C1F2-F25D-5053-ED1FA324AC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69024" y="2618064"/>
                  <a:ext cx="45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3AE0A02C-8592-8897-A68C-FA3CA3013E44}"/>
                    </a:ext>
                  </a:extLst>
                </p14:cNvPr>
                <p14:cNvContentPartPr/>
                <p14:nvPr/>
              </p14:nvContentPartPr>
              <p14:xfrm>
                <a:off x="6044184" y="2660904"/>
                <a:ext cx="73080" cy="79200"/>
              </p14:xfrm>
            </p:contentPart>
          </mc:Choice>
          <mc:Fallback xmlns="">
            <p:pic>
              <p:nvPicPr>
                <p:cNvPr id="69" name="Pismo odręczne 68">
                  <a:extLst>
                    <a:ext uri="{FF2B5EF4-FFF2-40B4-BE49-F238E27FC236}">
                      <a16:creationId xmlns:a16="http://schemas.microsoft.com/office/drawing/2014/main" id="{21DB782C-6671-3E78-EE00-FBB9522BA0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38064" y="2654784"/>
                  <a:ext cx="853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a 58">
            <a:extLst>
              <a:ext uri="{FF2B5EF4-FFF2-40B4-BE49-F238E27FC236}">
                <a16:creationId xmlns:a16="http://schemas.microsoft.com/office/drawing/2014/main" id="{8CE38162-0A0C-ECC5-E312-BDC0A9CA7D55}"/>
              </a:ext>
            </a:extLst>
          </p:cNvPr>
          <p:cNvGrpSpPr/>
          <p:nvPr/>
        </p:nvGrpSpPr>
        <p:grpSpPr>
          <a:xfrm>
            <a:off x="6455664" y="2614824"/>
            <a:ext cx="77760" cy="142560"/>
            <a:chOff x="6455664" y="2614824"/>
            <a:chExt cx="7776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A87BAF8C-A56E-9F90-6DEE-C4FB7D80BFA8}"/>
                    </a:ext>
                  </a:extLst>
                </p14:cNvPr>
                <p14:cNvContentPartPr/>
                <p14:nvPr/>
              </p14:nvContentPartPr>
              <p14:xfrm>
                <a:off x="6477264" y="2614824"/>
                <a:ext cx="14760" cy="113040"/>
              </p14:xfrm>
            </p:contentPart>
          </mc:Choice>
          <mc:Fallback xmlns="">
            <p:pic>
              <p:nvPicPr>
                <p:cNvPr id="71" name="Pismo odręczne 70">
                  <a:extLst>
                    <a:ext uri="{FF2B5EF4-FFF2-40B4-BE49-F238E27FC236}">
                      <a16:creationId xmlns:a16="http://schemas.microsoft.com/office/drawing/2014/main" id="{7C228819-87B8-A615-095B-5F986A007FD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71144" y="2608704"/>
                  <a:ext cx="27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D5745492-24B6-BB03-0B34-AA10A12FAB28}"/>
                    </a:ext>
                  </a:extLst>
                </p14:cNvPr>
                <p14:cNvContentPartPr/>
                <p14:nvPr/>
              </p14:nvContentPartPr>
              <p14:xfrm>
                <a:off x="6455664" y="2688264"/>
                <a:ext cx="77760" cy="69120"/>
              </p14:xfrm>
            </p:contentPart>
          </mc:Choice>
          <mc:Fallback xmlns="">
            <p:pic>
              <p:nvPicPr>
                <p:cNvPr id="72" name="Pismo odręczne 71">
                  <a:extLst>
                    <a:ext uri="{FF2B5EF4-FFF2-40B4-BE49-F238E27FC236}">
                      <a16:creationId xmlns:a16="http://schemas.microsoft.com/office/drawing/2014/main" id="{32630ACF-A4F5-6BC6-220C-0A31F601C5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49544" y="2682144"/>
                  <a:ext cx="900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a 61">
            <a:extLst>
              <a:ext uri="{FF2B5EF4-FFF2-40B4-BE49-F238E27FC236}">
                <a16:creationId xmlns:a16="http://schemas.microsoft.com/office/drawing/2014/main" id="{C5E190CD-5ED3-21F1-CAC7-C8598D577265}"/>
              </a:ext>
            </a:extLst>
          </p:cNvPr>
          <p:cNvGrpSpPr/>
          <p:nvPr/>
        </p:nvGrpSpPr>
        <p:grpSpPr>
          <a:xfrm>
            <a:off x="6812064" y="2601864"/>
            <a:ext cx="85320" cy="129240"/>
            <a:chOff x="6812064" y="2601864"/>
            <a:chExt cx="8532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6965764B-0285-4C85-97BF-5A12FB8DBCB4}"/>
                    </a:ext>
                  </a:extLst>
                </p14:cNvPr>
                <p14:cNvContentPartPr/>
                <p14:nvPr/>
              </p14:nvContentPartPr>
              <p14:xfrm>
                <a:off x="6827904" y="2601864"/>
                <a:ext cx="48600" cy="119520"/>
              </p14:xfrm>
            </p:contentPart>
          </mc:Choice>
          <mc:Fallback xmlns="">
            <p:pic>
              <p:nvPicPr>
                <p:cNvPr id="74" name="Pismo odręczne 73">
                  <a:extLst>
                    <a:ext uri="{FF2B5EF4-FFF2-40B4-BE49-F238E27FC236}">
                      <a16:creationId xmlns:a16="http://schemas.microsoft.com/office/drawing/2014/main" id="{44EBE402-301D-4AC1-023E-430F4906176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21784" y="2595744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Pismo odręczne 63">
                  <a:extLst>
                    <a:ext uri="{FF2B5EF4-FFF2-40B4-BE49-F238E27FC236}">
                      <a16:creationId xmlns:a16="http://schemas.microsoft.com/office/drawing/2014/main" id="{47995E72-7E3C-6CFF-EFA8-8C8A105F766B}"/>
                    </a:ext>
                  </a:extLst>
                </p14:cNvPr>
                <p14:cNvContentPartPr/>
                <p14:nvPr/>
              </p14:nvContentPartPr>
              <p14:xfrm>
                <a:off x="6812064" y="2660904"/>
                <a:ext cx="85320" cy="70200"/>
              </p14:xfrm>
            </p:contentPart>
          </mc:Choice>
          <mc:Fallback xmlns="">
            <p:pic>
              <p:nvPicPr>
                <p:cNvPr id="75" name="Pismo odręczne 74">
                  <a:extLst>
                    <a:ext uri="{FF2B5EF4-FFF2-40B4-BE49-F238E27FC236}">
                      <a16:creationId xmlns:a16="http://schemas.microsoft.com/office/drawing/2014/main" id="{F159AE13-51C6-410F-FDF3-8643E98BE85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805944" y="2654784"/>
                  <a:ext cx="975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a 64">
            <a:extLst>
              <a:ext uri="{FF2B5EF4-FFF2-40B4-BE49-F238E27FC236}">
                <a16:creationId xmlns:a16="http://schemas.microsoft.com/office/drawing/2014/main" id="{D012076D-7DC2-1A60-6A93-7EBBBA07AD6A}"/>
              </a:ext>
            </a:extLst>
          </p:cNvPr>
          <p:cNvGrpSpPr/>
          <p:nvPr/>
        </p:nvGrpSpPr>
        <p:grpSpPr>
          <a:xfrm>
            <a:off x="7214544" y="2596464"/>
            <a:ext cx="51120" cy="123120"/>
            <a:chOff x="7214544" y="2596464"/>
            <a:chExt cx="5112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Pismo odręczne 65">
                  <a:extLst>
                    <a:ext uri="{FF2B5EF4-FFF2-40B4-BE49-F238E27FC236}">
                      <a16:creationId xmlns:a16="http://schemas.microsoft.com/office/drawing/2014/main" id="{FCA4467E-E1D1-9136-C361-0D5B08C7FE58}"/>
                    </a:ext>
                  </a:extLst>
                </p14:cNvPr>
                <p14:cNvContentPartPr/>
                <p14:nvPr/>
              </p14:nvContentPartPr>
              <p14:xfrm>
                <a:off x="7226784" y="2596464"/>
                <a:ext cx="24480" cy="72360"/>
              </p14:xfrm>
            </p:contentPart>
          </mc:Choice>
          <mc:Fallback xmlns="">
            <p:pic>
              <p:nvPicPr>
                <p:cNvPr id="76" name="Pismo odręczne 75">
                  <a:extLst>
                    <a:ext uri="{FF2B5EF4-FFF2-40B4-BE49-F238E27FC236}">
                      <a16:creationId xmlns:a16="http://schemas.microsoft.com/office/drawing/2014/main" id="{C6D76B13-90B2-87EB-0CE5-F71F743E820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20664" y="2590344"/>
                  <a:ext cx="36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Pismo odręczne 66">
                  <a:extLst>
                    <a:ext uri="{FF2B5EF4-FFF2-40B4-BE49-F238E27FC236}">
                      <a16:creationId xmlns:a16="http://schemas.microsoft.com/office/drawing/2014/main" id="{0CEEFB9A-DD73-BF16-8F42-E105B27E4979}"/>
                    </a:ext>
                  </a:extLst>
                </p14:cNvPr>
                <p14:cNvContentPartPr/>
                <p14:nvPr/>
              </p14:nvContentPartPr>
              <p14:xfrm>
                <a:off x="7214544" y="2633184"/>
                <a:ext cx="51120" cy="86400"/>
              </p14:xfrm>
            </p:contentPart>
          </mc:Choice>
          <mc:Fallback xmlns="">
            <p:pic>
              <p:nvPicPr>
                <p:cNvPr id="77" name="Pismo odręczne 76">
                  <a:extLst>
                    <a:ext uri="{FF2B5EF4-FFF2-40B4-BE49-F238E27FC236}">
                      <a16:creationId xmlns:a16="http://schemas.microsoft.com/office/drawing/2014/main" id="{9F4A7372-A4FF-4F10-8855-A3D4D5EB3C0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8424" y="2627064"/>
                  <a:ext cx="633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a 67">
            <a:extLst>
              <a:ext uri="{FF2B5EF4-FFF2-40B4-BE49-F238E27FC236}">
                <a16:creationId xmlns:a16="http://schemas.microsoft.com/office/drawing/2014/main" id="{4846ACD4-EBB6-828E-8F50-8DBEDD8F85C4}"/>
              </a:ext>
            </a:extLst>
          </p:cNvPr>
          <p:cNvGrpSpPr/>
          <p:nvPr/>
        </p:nvGrpSpPr>
        <p:grpSpPr>
          <a:xfrm>
            <a:off x="7606224" y="2579904"/>
            <a:ext cx="96120" cy="128880"/>
            <a:chOff x="7606224" y="2579904"/>
            <a:chExt cx="9612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Pismo odręczne 68">
                  <a:extLst>
                    <a:ext uri="{FF2B5EF4-FFF2-40B4-BE49-F238E27FC236}">
                      <a16:creationId xmlns:a16="http://schemas.microsoft.com/office/drawing/2014/main" id="{34F49294-35E4-C6EE-00A4-2DEB4BFFE5A1}"/>
                    </a:ext>
                  </a:extLst>
                </p14:cNvPr>
                <p14:cNvContentPartPr/>
                <p14:nvPr/>
              </p14:nvContentPartPr>
              <p14:xfrm>
                <a:off x="7620264" y="2579904"/>
                <a:ext cx="42480" cy="92880"/>
              </p14:xfrm>
            </p:contentPart>
          </mc:Choice>
          <mc:Fallback xmlns="">
            <p:pic>
              <p:nvPicPr>
                <p:cNvPr id="80" name="Pismo odręczne 79">
                  <a:extLst>
                    <a:ext uri="{FF2B5EF4-FFF2-40B4-BE49-F238E27FC236}">
                      <a16:creationId xmlns:a16="http://schemas.microsoft.com/office/drawing/2014/main" id="{00C9E152-793C-301E-9B2F-92CD4E3A9DD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614144" y="2573784"/>
                  <a:ext cx="54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Pismo odręczne 69">
                  <a:extLst>
                    <a:ext uri="{FF2B5EF4-FFF2-40B4-BE49-F238E27FC236}">
                      <a16:creationId xmlns:a16="http://schemas.microsoft.com/office/drawing/2014/main" id="{45219E3D-6983-C81A-B7E8-28117B4403A0}"/>
                    </a:ext>
                  </a:extLst>
                </p14:cNvPr>
                <p14:cNvContentPartPr/>
                <p14:nvPr/>
              </p14:nvContentPartPr>
              <p14:xfrm>
                <a:off x="7606224" y="2624184"/>
                <a:ext cx="96120" cy="84600"/>
              </p14:xfrm>
            </p:contentPart>
          </mc:Choice>
          <mc:Fallback xmlns="">
            <p:pic>
              <p:nvPicPr>
                <p:cNvPr id="81" name="Pismo odręczne 80">
                  <a:extLst>
                    <a:ext uri="{FF2B5EF4-FFF2-40B4-BE49-F238E27FC236}">
                      <a16:creationId xmlns:a16="http://schemas.microsoft.com/office/drawing/2014/main" id="{864DC75D-8DF2-4853-05BC-EA5EF3CB45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00104" y="2618064"/>
                  <a:ext cx="108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upa 70">
            <a:extLst>
              <a:ext uri="{FF2B5EF4-FFF2-40B4-BE49-F238E27FC236}">
                <a16:creationId xmlns:a16="http://schemas.microsoft.com/office/drawing/2014/main" id="{3D22F2A1-2C25-1617-8E98-56584B93AC45}"/>
              </a:ext>
            </a:extLst>
          </p:cNvPr>
          <p:cNvGrpSpPr/>
          <p:nvPr/>
        </p:nvGrpSpPr>
        <p:grpSpPr>
          <a:xfrm>
            <a:off x="7964064" y="2686464"/>
            <a:ext cx="75240" cy="11520"/>
            <a:chOff x="7964064" y="2686464"/>
            <a:chExt cx="75240" cy="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Pismo odręczne 71">
                  <a:extLst>
                    <a:ext uri="{FF2B5EF4-FFF2-40B4-BE49-F238E27FC236}">
                      <a16:creationId xmlns:a16="http://schemas.microsoft.com/office/drawing/2014/main" id="{2861E37B-55E7-BC90-47DB-17774FF7072E}"/>
                    </a:ext>
                  </a:extLst>
                </p14:cNvPr>
                <p14:cNvContentPartPr/>
                <p14:nvPr/>
              </p14:nvContentPartPr>
              <p14:xfrm>
                <a:off x="7964064" y="2686464"/>
                <a:ext cx="9720" cy="11160"/>
              </p14:xfrm>
            </p:contentPart>
          </mc:Choice>
          <mc:Fallback xmlns="">
            <p:pic>
              <p:nvPicPr>
                <p:cNvPr id="83" name="Pismo odręczne 82">
                  <a:extLst>
                    <a:ext uri="{FF2B5EF4-FFF2-40B4-BE49-F238E27FC236}">
                      <a16:creationId xmlns:a16="http://schemas.microsoft.com/office/drawing/2014/main" id="{FC18D638-11EA-5D50-53C4-4D055A29DE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57944" y="2680344"/>
                  <a:ext cx="2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Pismo odręczne 72">
                  <a:extLst>
                    <a:ext uri="{FF2B5EF4-FFF2-40B4-BE49-F238E27FC236}">
                      <a16:creationId xmlns:a16="http://schemas.microsoft.com/office/drawing/2014/main" id="{DD8DB8B0-5998-D7C1-846B-00DE769F7D9C}"/>
                    </a:ext>
                  </a:extLst>
                </p14:cNvPr>
                <p14:cNvContentPartPr/>
                <p14:nvPr/>
              </p14:nvContentPartPr>
              <p14:xfrm>
                <a:off x="8000784" y="2697624"/>
                <a:ext cx="9720" cy="360"/>
              </p14:xfrm>
            </p:contentPart>
          </mc:Choice>
          <mc:Fallback xmlns="">
            <p:pic>
              <p:nvPicPr>
                <p:cNvPr id="84" name="Pismo odręczne 83">
                  <a:extLst>
                    <a:ext uri="{FF2B5EF4-FFF2-40B4-BE49-F238E27FC236}">
                      <a16:creationId xmlns:a16="http://schemas.microsoft.com/office/drawing/2014/main" id="{74B68BCC-C7E8-C896-ED77-4F880DDD6E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994664" y="2691504"/>
                  <a:ext cx="21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Pismo odręczne 73">
                  <a:extLst>
                    <a:ext uri="{FF2B5EF4-FFF2-40B4-BE49-F238E27FC236}">
                      <a16:creationId xmlns:a16="http://schemas.microsoft.com/office/drawing/2014/main" id="{DD78AAD0-F70D-E46D-13BB-B43EABBC1F48}"/>
                    </a:ext>
                  </a:extLst>
                </p14:cNvPr>
                <p14:cNvContentPartPr/>
                <p14:nvPr/>
              </p14:nvContentPartPr>
              <p14:xfrm>
                <a:off x="8037504" y="2697624"/>
                <a:ext cx="1800" cy="360"/>
              </p14:xfrm>
            </p:contentPart>
          </mc:Choice>
          <mc:Fallback xmlns="">
            <p:pic>
              <p:nvPicPr>
                <p:cNvPr id="85" name="Pismo odręczne 84">
                  <a:extLst>
                    <a:ext uri="{FF2B5EF4-FFF2-40B4-BE49-F238E27FC236}">
                      <a16:creationId xmlns:a16="http://schemas.microsoft.com/office/drawing/2014/main" id="{C41E432A-3059-4646-A763-20C2492D36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31384" y="2691504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7695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61AC-B7AC-A33C-AB3B-EC368142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39CE667-1641-4907-ADE0-DE40D546D0B5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39CE667-1641-4907-ADE0-DE40D546D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3167DA2D-87F6-40FA-7EA2-18A2920CB1DE}"/>
              </a:ext>
            </a:extLst>
          </p:cNvPr>
          <p:cNvSpPr txBox="1"/>
          <p:nvPr/>
        </p:nvSpPr>
        <p:spPr>
          <a:xfrm>
            <a:off x="126716" y="3261058"/>
            <a:ext cx="12112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given set is countable (equinumerous with the set of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natural numbers) if it can be enumerated (numbered with natural numbers).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9674A7-15E9-A808-0A30-28B0C001A93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FA18FAB-114E-DB20-D600-9E18A4D81E3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3EA69FCD-B6A0-2FA4-F602-E33B8A883935}"/>
              </a:ext>
            </a:extLst>
          </p:cNvPr>
          <p:cNvGrpSpPr/>
          <p:nvPr/>
        </p:nvGrpSpPr>
        <p:grpSpPr>
          <a:xfrm>
            <a:off x="3839904" y="2722824"/>
            <a:ext cx="402120" cy="347760"/>
            <a:chOff x="3839904" y="2722824"/>
            <a:chExt cx="4021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0779C56B-ADED-7851-274C-42E2D6F0A81A}"/>
                    </a:ext>
                  </a:extLst>
                </p14:cNvPr>
                <p14:cNvContentPartPr/>
                <p14:nvPr/>
              </p14:nvContentPartPr>
              <p14:xfrm>
                <a:off x="3839904" y="2788704"/>
                <a:ext cx="20520" cy="200520"/>
              </p14:xfrm>
            </p:contentPart>
          </mc:Choice>
          <mc:Fallback xmlns="">
            <p:pic>
              <p:nvPicPr>
                <p:cNvPr id="8" name="Pismo odręczne 7">
                  <a:extLst>
                    <a:ext uri="{FF2B5EF4-FFF2-40B4-BE49-F238E27FC236}">
                      <a16:creationId xmlns:a16="http://schemas.microsoft.com/office/drawing/2014/main" id="{8E145DB5-BF6C-4269-FA1F-0B4A3097D3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33784" y="2782584"/>
                  <a:ext cx="32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Pismo odręczne 5">
                  <a:extLst>
                    <a:ext uri="{FF2B5EF4-FFF2-40B4-BE49-F238E27FC236}">
                      <a16:creationId xmlns:a16="http://schemas.microsoft.com/office/drawing/2014/main" id="{7409264B-01AB-C271-EC74-D39E01774E1E}"/>
                    </a:ext>
                  </a:extLst>
                </p14:cNvPr>
                <p14:cNvContentPartPr/>
                <p14:nvPr/>
              </p14:nvContentPartPr>
              <p14:xfrm>
                <a:off x="3885984" y="2852784"/>
                <a:ext cx="9720" cy="14652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44B7AB07-083E-0819-A3C9-73E0FDE3B4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79864" y="2846664"/>
                  <a:ext cx="21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Pismo odręczne 7">
                  <a:extLst>
                    <a:ext uri="{FF2B5EF4-FFF2-40B4-BE49-F238E27FC236}">
                      <a16:creationId xmlns:a16="http://schemas.microsoft.com/office/drawing/2014/main" id="{78D933A6-230C-61FC-F365-D3B7A244C275}"/>
                    </a:ext>
                  </a:extLst>
                </p14:cNvPr>
                <p14:cNvContentPartPr/>
                <p14:nvPr/>
              </p14:nvContentPartPr>
              <p14:xfrm>
                <a:off x="3849624" y="2722824"/>
                <a:ext cx="148320" cy="25344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B2ADEB37-5AB6-7EFC-2462-D848635B5E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43504" y="2716704"/>
                  <a:ext cx="16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95D97A99-C44C-5121-E069-0B5B6BE7A981}"/>
                    </a:ext>
                  </a:extLst>
                </p14:cNvPr>
                <p14:cNvContentPartPr/>
                <p14:nvPr/>
              </p14:nvContentPartPr>
              <p14:xfrm>
                <a:off x="4005144" y="2942424"/>
                <a:ext cx="62280" cy="128160"/>
              </p14:xfrm>
            </p:contentPart>
          </mc:Choice>
          <mc:Fallback xmlns="">
            <p:pic>
              <p:nvPicPr>
                <p:cNvPr id="12" name="Pismo odręczne 11">
                  <a:extLst>
                    <a:ext uri="{FF2B5EF4-FFF2-40B4-BE49-F238E27FC236}">
                      <a16:creationId xmlns:a16="http://schemas.microsoft.com/office/drawing/2014/main" id="{2608B04A-7380-8C7E-D1FA-0EF8E56BB4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99024" y="2936304"/>
                  <a:ext cx="74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D16AA936-97E7-F061-3F80-C023AC973F90}"/>
                    </a:ext>
                  </a:extLst>
                </p14:cNvPr>
                <p14:cNvContentPartPr/>
                <p14:nvPr/>
              </p14:nvContentPartPr>
              <p14:xfrm>
                <a:off x="4142304" y="2944224"/>
                <a:ext cx="83160" cy="11520"/>
              </p14:xfrm>
            </p:contentPart>
          </mc:Choice>
          <mc:Fallback xmlns="">
            <p:pic>
              <p:nvPicPr>
                <p:cNvPr id="13" name="Pismo odręczne 12">
                  <a:extLst>
                    <a:ext uri="{FF2B5EF4-FFF2-40B4-BE49-F238E27FC236}">
                      <a16:creationId xmlns:a16="http://schemas.microsoft.com/office/drawing/2014/main" id="{A26D8020-F417-143D-77C0-74E5017273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36184" y="2938104"/>
                  <a:ext cx="95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Pismo odręczne 11">
                  <a:extLst>
                    <a:ext uri="{FF2B5EF4-FFF2-40B4-BE49-F238E27FC236}">
                      <a16:creationId xmlns:a16="http://schemas.microsoft.com/office/drawing/2014/main" id="{DFF40BBF-EC77-DA57-D6ED-D40FAD2740F0}"/>
                    </a:ext>
                  </a:extLst>
                </p14:cNvPr>
                <p14:cNvContentPartPr/>
                <p14:nvPr/>
              </p14:nvContentPartPr>
              <p14:xfrm>
                <a:off x="4160664" y="2874744"/>
                <a:ext cx="81360" cy="6120"/>
              </p14:xfrm>
            </p:contentPart>
          </mc:Choice>
          <mc:Fallback xmlns=""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08FD7808-B713-C434-60C4-3B64DE7CCA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54544" y="2868624"/>
                  <a:ext cx="9360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CC3E489B-8970-8238-05F0-962CCAAEADF0}"/>
                  </a:ext>
                </a:extLst>
              </p14:cNvPr>
              <p14:cNvContentPartPr/>
              <p14:nvPr/>
            </p14:nvContentPartPr>
            <p14:xfrm>
              <a:off x="5001264" y="3015504"/>
              <a:ext cx="9720" cy="104760"/>
            </p14:xfrm>
          </p:contentPart>
        </mc:Choice>
        <mc:Fallback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CC3E489B-8970-8238-05F0-962CCAAEADF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95144" y="3009384"/>
                <a:ext cx="2196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upa 13">
            <a:extLst>
              <a:ext uri="{FF2B5EF4-FFF2-40B4-BE49-F238E27FC236}">
                <a16:creationId xmlns:a16="http://schemas.microsoft.com/office/drawing/2014/main" id="{E1DBF667-AAF0-7BB6-01CD-E6BD0ADD0BB5}"/>
              </a:ext>
            </a:extLst>
          </p:cNvPr>
          <p:cNvGrpSpPr/>
          <p:nvPr/>
        </p:nvGrpSpPr>
        <p:grpSpPr>
          <a:xfrm>
            <a:off x="5193504" y="2800584"/>
            <a:ext cx="192600" cy="280800"/>
            <a:chOff x="5193504" y="2800584"/>
            <a:chExt cx="1926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Pismo odręczne 14">
                  <a:extLst>
                    <a:ext uri="{FF2B5EF4-FFF2-40B4-BE49-F238E27FC236}">
                      <a16:creationId xmlns:a16="http://schemas.microsoft.com/office/drawing/2014/main" id="{B9709BD9-0525-4AB0-BFE5-1375E359E925}"/>
                    </a:ext>
                  </a:extLst>
                </p14:cNvPr>
                <p14:cNvContentPartPr/>
                <p14:nvPr/>
              </p14:nvContentPartPr>
              <p14:xfrm>
                <a:off x="5193504" y="2800584"/>
                <a:ext cx="104400" cy="159480"/>
              </p14:xfrm>
            </p:contentPart>
          </mc:Choice>
          <mc:Fallback xmlns="">
            <p:pic>
              <p:nvPicPr>
                <p:cNvPr id="21" name="Pismo odręczne 20">
                  <a:extLst>
                    <a:ext uri="{FF2B5EF4-FFF2-40B4-BE49-F238E27FC236}">
                      <a16:creationId xmlns:a16="http://schemas.microsoft.com/office/drawing/2014/main" id="{2463B835-90EB-638A-AADB-CE948D0760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87384" y="2794464"/>
                  <a:ext cx="116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Pismo odręczne 15">
                  <a:extLst>
                    <a:ext uri="{FF2B5EF4-FFF2-40B4-BE49-F238E27FC236}">
                      <a16:creationId xmlns:a16="http://schemas.microsoft.com/office/drawing/2014/main" id="{23E7410A-67F8-176B-BEFC-4644A6C636FF}"/>
                    </a:ext>
                  </a:extLst>
                </p14:cNvPr>
                <p14:cNvContentPartPr/>
                <p14:nvPr/>
              </p14:nvContentPartPr>
              <p14:xfrm>
                <a:off x="5343624" y="2953224"/>
                <a:ext cx="42480" cy="12816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61C1F070-A7E3-252F-6C3A-BA8FAAEC91C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37504" y="2947104"/>
                  <a:ext cx="547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a 16">
            <a:extLst>
              <a:ext uri="{FF2B5EF4-FFF2-40B4-BE49-F238E27FC236}">
                <a16:creationId xmlns:a16="http://schemas.microsoft.com/office/drawing/2014/main" id="{1E85F844-FA6C-9C09-B736-57AE2E53BB17}"/>
              </a:ext>
            </a:extLst>
          </p:cNvPr>
          <p:cNvGrpSpPr/>
          <p:nvPr/>
        </p:nvGrpSpPr>
        <p:grpSpPr>
          <a:xfrm>
            <a:off x="5660424" y="2770344"/>
            <a:ext cx="137160" cy="301680"/>
            <a:chOff x="5660424" y="2770344"/>
            <a:chExt cx="13716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Pismo odręczne 17">
                  <a:extLst>
                    <a:ext uri="{FF2B5EF4-FFF2-40B4-BE49-F238E27FC236}">
                      <a16:creationId xmlns:a16="http://schemas.microsoft.com/office/drawing/2014/main" id="{A7BC6448-B127-48A5-C355-36F5466AD49A}"/>
                    </a:ext>
                  </a:extLst>
                </p14:cNvPr>
                <p14:cNvContentPartPr/>
                <p14:nvPr/>
              </p14:nvContentPartPr>
              <p14:xfrm>
                <a:off x="5660424" y="2770344"/>
                <a:ext cx="39600" cy="20304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2F9001F0-4D36-76A7-7757-4E95385966A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54304" y="2764224"/>
                  <a:ext cx="51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F8691029-F2B3-1518-D287-BA5B0E039D4D}"/>
                    </a:ext>
                  </a:extLst>
                </p14:cNvPr>
                <p14:cNvContentPartPr/>
                <p14:nvPr/>
              </p14:nvContentPartPr>
              <p14:xfrm>
                <a:off x="5766264" y="2971584"/>
                <a:ext cx="31320" cy="10044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ED0E5D96-4604-AD5B-05AA-E68CEB9C0C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60144" y="2965464"/>
                  <a:ext cx="4356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2017CBB1-A9E0-A38E-0289-8465775E42C7}"/>
                  </a:ext>
                </a:extLst>
              </p14:cNvPr>
              <p14:cNvContentPartPr/>
              <p14:nvPr/>
            </p14:nvContentPartPr>
            <p14:xfrm>
              <a:off x="6238944" y="2934864"/>
              <a:ext cx="24840" cy="113040"/>
            </p14:xfrm>
          </p:contentPart>
        </mc:Choice>
        <mc:Fallback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2017CBB1-A9E0-A38E-0289-8465775E42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32824" y="2928724"/>
                <a:ext cx="37080" cy="125319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upa 20">
            <a:extLst>
              <a:ext uri="{FF2B5EF4-FFF2-40B4-BE49-F238E27FC236}">
                <a16:creationId xmlns:a16="http://schemas.microsoft.com/office/drawing/2014/main" id="{0E048EBA-925D-60E5-F51E-84FB0C9CA14C}"/>
              </a:ext>
            </a:extLst>
          </p:cNvPr>
          <p:cNvGrpSpPr/>
          <p:nvPr/>
        </p:nvGrpSpPr>
        <p:grpSpPr>
          <a:xfrm>
            <a:off x="6422904" y="2793744"/>
            <a:ext cx="124200" cy="295920"/>
            <a:chOff x="6422904" y="2793744"/>
            <a:chExt cx="12420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60F8B19F-3703-BD30-583E-1BE5BD85E374}"/>
                    </a:ext>
                  </a:extLst>
                </p14:cNvPr>
                <p14:cNvContentPartPr/>
                <p14:nvPr/>
              </p14:nvContentPartPr>
              <p14:xfrm>
                <a:off x="6422904" y="2793744"/>
                <a:ext cx="87840" cy="183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FB7CFDE0-D71E-CDC3-73A2-F7258B9EE7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16784" y="2787624"/>
                  <a:ext cx="100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BA3E8BF9-DCA2-E679-46B2-EFAA3FDCB70C}"/>
                    </a:ext>
                  </a:extLst>
                </p14:cNvPr>
                <p14:cNvContentPartPr/>
                <p14:nvPr/>
              </p14:nvContentPartPr>
              <p14:xfrm>
                <a:off x="6498504" y="2971584"/>
                <a:ext cx="48600" cy="11808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F21A8842-EA6A-7E90-D7C2-4BDCD25A522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2384" y="2965464"/>
                  <a:ext cx="608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a 23">
            <a:extLst>
              <a:ext uri="{FF2B5EF4-FFF2-40B4-BE49-F238E27FC236}">
                <a16:creationId xmlns:a16="http://schemas.microsoft.com/office/drawing/2014/main" id="{806B3417-6680-2C96-F72F-C35E0CF9D81E}"/>
              </a:ext>
            </a:extLst>
          </p:cNvPr>
          <p:cNvGrpSpPr/>
          <p:nvPr/>
        </p:nvGrpSpPr>
        <p:grpSpPr>
          <a:xfrm>
            <a:off x="6775704" y="2788344"/>
            <a:ext cx="219600" cy="310320"/>
            <a:chOff x="6775704" y="2788344"/>
            <a:chExt cx="21960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C1FAC608-D568-9EFA-9B59-29A351A26511}"/>
                    </a:ext>
                  </a:extLst>
                </p14:cNvPr>
                <p14:cNvContentPartPr/>
                <p14:nvPr/>
              </p14:nvContentPartPr>
              <p14:xfrm>
                <a:off x="6780744" y="2788344"/>
                <a:ext cx="79560" cy="20484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3A9CE5BA-0703-7328-397A-8A31CB1343F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74624" y="2782224"/>
                  <a:ext cx="91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7E5B40D6-D0E9-B736-6342-4366D64547C8}"/>
                    </a:ext>
                  </a:extLst>
                </p14:cNvPr>
                <p14:cNvContentPartPr/>
                <p14:nvPr/>
              </p14:nvContentPartPr>
              <p14:xfrm>
                <a:off x="6775704" y="2909664"/>
                <a:ext cx="118440" cy="165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82FD50A9-F5B4-01DC-5F73-E256037B7B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69584" y="2903544"/>
                  <a:ext cx="130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2762A18B-B536-379E-2567-119E75979314}"/>
                    </a:ext>
                  </a:extLst>
                </p14:cNvPr>
                <p14:cNvContentPartPr/>
                <p14:nvPr/>
              </p14:nvContentPartPr>
              <p14:xfrm>
                <a:off x="6961464" y="2962584"/>
                <a:ext cx="33840" cy="13608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307CE4C7-2558-E0E9-7EEA-0BDC7A6DCBA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55344" y="2956464"/>
                  <a:ext cx="460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BDED40BD-277B-CBD9-7550-9BD701968936}"/>
              </a:ext>
            </a:extLst>
          </p:cNvPr>
          <p:cNvGrpSpPr/>
          <p:nvPr/>
        </p:nvGrpSpPr>
        <p:grpSpPr>
          <a:xfrm>
            <a:off x="7206624" y="2770344"/>
            <a:ext cx="136440" cy="304200"/>
            <a:chOff x="7206624" y="2770344"/>
            <a:chExt cx="13644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Pismo odręczne 28">
                  <a:extLst>
                    <a:ext uri="{FF2B5EF4-FFF2-40B4-BE49-F238E27FC236}">
                      <a16:creationId xmlns:a16="http://schemas.microsoft.com/office/drawing/2014/main" id="{F55F0796-71C4-176D-4A21-F0F909433B2A}"/>
                    </a:ext>
                  </a:extLst>
                </p14:cNvPr>
                <p14:cNvContentPartPr/>
                <p14:nvPr/>
              </p14:nvContentPartPr>
              <p14:xfrm>
                <a:off x="7206624" y="2770344"/>
                <a:ext cx="72360" cy="23436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25EE025C-F7F1-0FD2-85A2-0F73038013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00504" y="2764224"/>
                  <a:ext cx="84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Pismo odręczne 29">
                  <a:extLst>
                    <a:ext uri="{FF2B5EF4-FFF2-40B4-BE49-F238E27FC236}">
                      <a16:creationId xmlns:a16="http://schemas.microsoft.com/office/drawing/2014/main" id="{C8EAAC02-A84A-AF0E-C381-434D0D13BCB8}"/>
                    </a:ext>
                  </a:extLst>
                </p14:cNvPr>
                <p14:cNvContentPartPr/>
                <p14:nvPr/>
              </p14:nvContentPartPr>
              <p14:xfrm>
                <a:off x="7320024" y="2980944"/>
                <a:ext cx="23040" cy="9360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FE52D7B7-C30B-C84F-CEA6-43FFD6DF09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13904" y="2974824"/>
                  <a:ext cx="3528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a 30">
            <a:extLst>
              <a:ext uri="{FF2B5EF4-FFF2-40B4-BE49-F238E27FC236}">
                <a16:creationId xmlns:a16="http://schemas.microsoft.com/office/drawing/2014/main" id="{3105E0F5-024D-8647-4EEF-6DD82520BE65}"/>
              </a:ext>
            </a:extLst>
          </p:cNvPr>
          <p:cNvGrpSpPr/>
          <p:nvPr/>
        </p:nvGrpSpPr>
        <p:grpSpPr>
          <a:xfrm>
            <a:off x="7605864" y="2772504"/>
            <a:ext cx="157320" cy="358200"/>
            <a:chOff x="7605864" y="2772504"/>
            <a:chExt cx="15732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810EB17E-E386-8B8A-ECCD-5523469166CB}"/>
                    </a:ext>
                  </a:extLst>
                </p14:cNvPr>
                <p14:cNvContentPartPr/>
                <p14:nvPr/>
              </p14:nvContentPartPr>
              <p14:xfrm>
                <a:off x="7605864" y="2772504"/>
                <a:ext cx="66600" cy="972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191BF2C7-B272-8F9B-FC18-822EBDD48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99744" y="2766384"/>
                  <a:ext cx="7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F8D7D34F-8C1B-C9A3-B384-C84C812679D8}"/>
                    </a:ext>
                  </a:extLst>
                </p14:cNvPr>
                <p14:cNvContentPartPr/>
                <p14:nvPr/>
              </p14:nvContentPartPr>
              <p14:xfrm>
                <a:off x="7609104" y="2825424"/>
                <a:ext cx="72720" cy="193680"/>
              </p14:xfrm>
            </p:contentPart>
          </mc:Choice>
          <mc:Fallback xmlns=""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6020D073-7047-6B45-C8C6-0AD321BC1C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02984" y="2819304"/>
                  <a:ext cx="84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21811CD9-26AD-1627-9CAC-27F2F38E5EA7}"/>
                    </a:ext>
                  </a:extLst>
                </p14:cNvPr>
                <p14:cNvContentPartPr/>
                <p14:nvPr/>
              </p14:nvContentPartPr>
              <p14:xfrm>
                <a:off x="7719984" y="2971584"/>
                <a:ext cx="43200" cy="15912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92E569AC-468A-E413-0B6E-036C2F4FA8B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13864" y="2965464"/>
                  <a:ext cx="5544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5" name="Pismo odręczne 34">
                <a:extLst>
                  <a:ext uri="{FF2B5EF4-FFF2-40B4-BE49-F238E27FC236}">
                    <a16:creationId xmlns:a16="http://schemas.microsoft.com/office/drawing/2014/main" id="{79D8899F-9810-1D4D-6AE4-F515782E49E5}"/>
                  </a:ext>
                </a:extLst>
              </p14:cNvPr>
              <p14:cNvContentPartPr/>
              <p14:nvPr/>
            </p14:nvContentPartPr>
            <p14:xfrm>
              <a:off x="7909344" y="2986344"/>
              <a:ext cx="13320" cy="3960"/>
            </p14:xfrm>
          </p:contentPart>
        </mc:Choice>
        <mc:Fallback>
          <p:pic>
            <p:nvPicPr>
              <p:cNvPr id="35" name="Pismo odręczne 34">
                <a:extLst>
                  <a:ext uri="{FF2B5EF4-FFF2-40B4-BE49-F238E27FC236}">
                    <a16:creationId xmlns:a16="http://schemas.microsoft.com/office/drawing/2014/main" id="{79D8899F-9810-1D4D-6AE4-F515782E49E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903224" y="2980224"/>
                <a:ext cx="255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6" name="Pismo odręczne 35">
                <a:extLst>
                  <a:ext uri="{FF2B5EF4-FFF2-40B4-BE49-F238E27FC236}">
                    <a16:creationId xmlns:a16="http://schemas.microsoft.com/office/drawing/2014/main" id="{25F398FB-B2A6-7DB9-3DF9-B20013E6CD0E}"/>
                  </a:ext>
                </a:extLst>
              </p14:cNvPr>
              <p14:cNvContentPartPr/>
              <p14:nvPr/>
            </p14:nvContentPartPr>
            <p14:xfrm>
              <a:off x="8019144" y="2971584"/>
              <a:ext cx="9720" cy="7560"/>
            </p14:xfrm>
          </p:contentPart>
        </mc:Choice>
        <mc:Fallback>
          <p:pic>
            <p:nvPicPr>
              <p:cNvPr id="36" name="Pismo odręczne 35">
                <a:extLst>
                  <a:ext uri="{FF2B5EF4-FFF2-40B4-BE49-F238E27FC236}">
                    <a16:creationId xmlns:a16="http://schemas.microsoft.com/office/drawing/2014/main" id="{25F398FB-B2A6-7DB9-3DF9-B20013E6CD0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13024" y="2965742"/>
                <a:ext cx="21960" cy="19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7" name="Pismo odręczne 36">
                <a:extLst>
                  <a:ext uri="{FF2B5EF4-FFF2-40B4-BE49-F238E27FC236}">
                    <a16:creationId xmlns:a16="http://schemas.microsoft.com/office/drawing/2014/main" id="{EC3015BA-C083-0842-82CA-76F8DDA9B8E4}"/>
                  </a:ext>
                </a:extLst>
              </p14:cNvPr>
              <p14:cNvContentPartPr/>
              <p14:nvPr/>
            </p14:nvContentPartPr>
            <p14:xfrm>
              <a:off x="8128584" y="2971584"/>
              <a:ext cx="9720" cy="4320"/>
            </p14:xfrm>
          </p:contentPart>
        </mc:Choice>
        <mc:Fallback>
          <p:pic>
            <p:nvPicPr>
              <p:cNvPr id="37" name="Pismo odręczne 36">
                <a:extLst>
                  <a:ext uri="{FF2B5EF4-FFF2-40B4-BE49-F238E27FC236}">
                    <a16:creationId xmlns:a16="http://schemas.microsoft.com/office/drawing/2014/main" id="{EC3015BA-C083-0842-82CA-76F8DDA9B8E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22464" y="2965935"/>
                <a:ext cx="21960" cy="15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8" name="Pismo odręczne 37">
                <a:extLst>
                  <a:ext uri="{FF2B5EF4-FFF2-40B4-BE49-F238E27FC236}">
                    <a16:creationId xmlns:a16="http://schemas.microsoft.com/office/drawing/2014/main" id="{E3DFC4FE-6324-0A67-D06F-FF0DB5067E68}"/>
                  </a:ext>
                </a:extLst>
              </p14:cNvPr>
              <p14:cNvContentPartPr/>
              <p14:nvPr/>
            </p14:nvContentPartPr>
            <p14:xfrm>
              <a:off x="8258184" y="2710944"/>
              <a:ext cx="74160" cy="324000"/>
            </p14:xfrm>
          </p:contentPart>
        </mc:Choice>
        <mc:Fallback>
          <p:pic>
            <p:nvPicPr>
              <p:cNvPr id="38" name="Pismo odręczne 37">
                <a:extLst>
                  <a:ext uri="{FF2B5EF4-FFF2-40B4-BE49-F238E27FC236}">
                    <a16:creationId xmlns:a16="http://schemas.microsoft.com/office/drawing/2014/main" id="{E3DFC4FE-6324-0A67-D06F-FF0DB5067E6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252064" y="2704824"/>
                <a:ext cx="8640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upa 38">
            <a:extLst>
              <a:ext uri="{FF2B5EF4-FFF2-40B4-BE49-F238E27FC236}">
                <a16:creationId xmlns:a16="http://schemas.microsoft.com/office/drawing/2014/main" id="{D96FB199-4E1C-59B7-ECF0-13F29129E28B}"/>
              </a:ext>
            </a:extLst>
          </p:cNvPr>
          <p:cNvGrpSpPr/>
          <p:nvPr/>
        </p:nvGrpSpPr>
        <p:grpSpPr>
          <a:xfrm>
            <a:off x="4440744" y="2620224"/>
            <a:ext cx="450720" cy="451080"/>
            <a:chOff x="4440744" y="2620224"/>
            <a:chExt cx="45072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F352509E-EC2C-4A56-0FBD-D33F84D411E0}"/>
                    </a:ext>
                  </a:extLst>
                </p14:cNvPr>
                <p14:cNvContentPartPr/>
                <p14:nvPr/>
              </p14:nvContentPartPr>
              <p14:xfrm>
                <a:off x="4440744" y="2751984"/>
                <a:ext cx="79920" cy="318240"/>
              </p14:xfrm>
            </p:contentPart>
          </mc:Choice>
          <mc:Fallback xmlns="">
            <p:pic>
              <p:nvPicPr>
                <p:cNvPr id="16" name="Pismo odręczne 15">
                  <a:extLst>
                    <a:ext uri="{FF2B5EF4-FFF2-40B4-BE49-F238E27FC236}">
                      <a16:creationId xmlns:a16="http://schemas.microsoft.com/office/drawing/2014/main" id="{2564995D-A59F-F2A5-36F5-C534655DB2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34624" y="2745864"/>
                  <a:ext cx="921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15648BE4-3D9B-B1A3-F5A6-3FFE5451022E}"/>
                    </a:ext>
                  </a:extLst>
                </p14:cNvPr>
                <p14:cNvContentPartPr/>
                <p14:nvPr/>
              </p14:nvContentPartPr>
              <p14:xfrm>
                <a:off x="4562784" y="2796264"/>
                <a:ext cx="50400" cy="230400"/>
              </p14:xfrm>
            </p:contentPart>
          </mc:Choice>
          <mc:Fallback xmlns="">
            <p:pic>
              <p:nvPicPr>
                <p:cNvPr id="17" name="Pismo odręczne 16">
                  <a:extLst>
                    <a:ext uri="{FF2B5EF4-FFF2-40B4-BE49-F238E27FC236}">
                      <a16:creationId xmlns:a16="http://schemas.microsoft.com/office/drawing/2014/main" id="{A168ACB2-6A3B-58D0-F2F9-B514A5B2320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56664" y="2790144"/>
                  <a:ext cx="62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8C3EDFF6-6C21-8B5E-A4F2-19E800A43CCB}"/>
                    </a:ext>
                  </a:extLst>
                </p14:cNvPr>
                <p14:cNvContentPartPr/>
                <p14:nvPr/>
              </p14:nvContentPartPr>
              <p14:xfrm>
                <a:off x="4681944" y="2999304"/>
                <a:ext cx="9360" cy="72000"/>
              </p14:xfrm>
            </p:contentPart>
          </mc:Choice>
          <mc:Fallback xmlns=""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041B6B73-EBD8-FED3-B8DE-DF3F3A22E9A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75824" y="2993184"/>
                  <a:ext cx="21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6155562B-8060-44E4-5707-C13531D93256}"/>
                    </a:ext>
                  </a:extLst>
                </p14:cNvPr>
                <p14:cNvContentPartPr/>
                <p14:nvPr/>
              </p14:nvContentPartPr>
              <p14:xfrm>
                <a:off x="4782384" y="2823984"/>
                <a:ext cx="109080" cy="20700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95E6B5C2-F489-54F7-2252-987789BEAC8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76264" y="2817864"/>
                  <a:ext cx="121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0F75F1B1-36A3-FA70-BE04-5FC4D892D7DF}"/>
                    </a:ext>
                  </a:extLst>
                </p14:cNvPr>
                <p14:cNvContentPartPr/>
                <p14:nvPr/>
              </p14:nvContentPartPr>
              <p14:xfrm>
                <a:off x="4610304" y="2620224"/>
                <a:ext cx="7200" cy="85680"/>
              </p14:xfrm>
            </p:contentPart>
          </mc:Choice>
          <mc:Fallback xmlns=""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571D8AAF-44EB-C43D-CD32-63D2975EC3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04184" y="2614104"/>
                  <a:ext cx="19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CD7329FD-3A52-6633-AF71-92B73F635FF4}"/>
                    </a:ext>
                  </a:extLst>
                </p14:cNvPr>
                <p14:cNvContentPartPr/>
                <p14:nvPr/>
              </p14:nvContentPartPr>
              <p14:xfrm>
                <a:off x="4581144" y="2662344"/>
                <a:ext cx="63000" cy="66960"/>
              </p14:xfrm>
            </p:contentPart>
          </mc:Choice>
          <mc:Fallback xmlns=""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9D7C15FB-4E61-61E5-5F92-E0E17CB023D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75024" y="2656224"/>
                  <a:ext cx="752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a 45">
            <a:extLst>
              <a:ext uri="{FF2B5EF4-FFF2-40B4-BE49-F238E27FC236}">
                <a16:creationId xmlns:a16="http://schemas.microsoft.com/office/drawing/2014/main" id="{FBB00165-F83A-84B4-E817-28733992D9DB}"/>
              </a:ext>
            </a:extLst>
          </p:cNvPr>
          <p:cNvGrpSpPr/>
          <p:nvPr/>
        </p:nvGrpSpPr>
        <p:grpSpPr>
          <a:xfrm>
            <a:off x="4846104" y="2614824"/>
            <a:ext cx="97920" cy="151560"/>
            <a:chOff x="4846104" y="2614824"/>
            <a:chExt cx="9792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09712E6E-5094-391B-8A31-23D51D34360B}"/>
                    </a:ext>
                  </a:extLst>
                </p14:cNvPr>
                <p14:cNvContentPartPr/>
                <p14:nvPr/>
              </p14:nvContentPartPr>
              <p14:xfrm>
                <a:off x="4879944" y="2614824"/>
                <a:ext cx="21600" cy="105480"/>
              </p14:xfrm>
            </p:contentPart>
          </mc:Choice>
          <mc:Fallback xmlns="">
            <p:pic>
              <p:nvPicPr>
                <p:cNvPr id="59" name="Pismo odręczne 58">
                  <a:extLst>
                    <a:ext uri="{FF2B5EF4-FFF2-40B4-BE49-F238E27FC236}">
                      <a16:creationId xmlns:a16="http://schemas.microsoft.com/office/drawing/2014/main" id="{A46E9153-6243-DF45-8639-432EA097AD5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73824" y="2608704"/>
                  <a:ext cx="33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7D183B20-215F-44D6-AE89-0467ACB618F1}"/>
                    </a:ext>
                  </a:extLst>
                </p14:cNvPr>
                <p14:cNvContentPartPr/>
                <p14:nvPr/>
              </p14:nvContentPartPr>
              <p14:xfrm>
                <a:off x="4846104" y="2669904"/>
                <a:ext cx="97920" cy="96480"/>
              </p14:xfrm>
            </p:contentPart>
          </mc:Choice>
          <mc:Fallback xmlns=""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561174AE-D895-F2FE-B9C5-2E0AA49FC85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39984" y="2663784"/>
                  <a:ext cx="1101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a 48">
            <a:extLst>
              <a:ext uri="{FF2B5EF4-FFF2-40B4-BE49-F238E27FC236}">
                <a16:creationId xmlns:a16="http://schemas.microsoft.com/office/drawing/2014/main" id="{3CA2A3A8-33BC-75EC-7B21-2597B94FE67F}"/>
              </a:ext>
            </a:extLst>
          </p:cNvPr>
          <p:cNvGrpSpPr/>
          <p:nvPr/>
        </p:nvGrpSpPr>
        <p:grpSpPr>
          <a:xfrm>
            <a:off x="5257944" y="2594664"/>
            <a:ext cx="61560" cy="123120"/>
            <a:chOff x="5257944" y="2594664"/>
            <a:chExt cx="6156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6BA5A2EC-4B33-98A6-334B-E157BF70E5A9}"/>
                    </a:ext>
                  </a:extLst>
                </p14:cNvPr>
                <p14:cNvContentPartPr/>
                <p14:nvPr/>
              </p14:nvContentPartPr>
              <p14:xfrm>
                <a:off x="5280984" y="2594664"/>
                <a:ext cx="13320" cy="92880"/>
              </p14:xfrm>
            </p:contentPart>
          </mc:Choice>
          <mc:Fallback xmlns=""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BC4BEC07-4283-259B-03A9-0460DEAE30C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74864" y="2588544"/>
                  <a:ext cx="25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1C36D70F-32D0-9110-CC14-A1EB1FF8F230}"/>
                    </a:ext>
                  </a:extLst>
                </p14:cNvPr>
                <p14:cNvContentPartPr/>
                <p14:nvPr/>
              </p14:nvContentPartPr>
              <p14:xfrm>
                <a:off x="5257944" y="2660904"/>
                <a:ext cx="61560" cy="56880"/>
              </p14:xfrm>
            </p:contentPart>
          </mc:Choice>
          <mc:Fallback xmlns=""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B9BE979D-A32F-45FA-2794-0218A4F894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1824" y="2654784"/>
                  <a:ext cx="738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a 51">
            <a:extLst>
              <a:ext uri="{FF2B5EF4-FFF2-40B4-BE49-F238E27FC236}">
                <a16:creationId xmlns:a16="http://schemas.microsoft.com/office/drawing/2014/main" id="{095A2B07-BF24-478A-6767-640CED9ADAAC}"/>
              </a:ext>
            </a:extLst>
          </p:cNvPr>
          <p:cNvGrpSpPr/>
          <p:nvPr/>
        </p:nvGrpSpPr>
        <p:grpSpPr>
          <a:xfrm>
            <a:off x="5660064" y="2587464"/>
            <a:ext cx="70200" cy="115920"/>
            <a:chOff x="5660064" y="2587464"/>
            <a:chExt cx="702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3D080E32-7AC0-7102-C9C4-84315ADB226C}"/>
                    </a:ext>
                  </a:extLst>
                </p14:cNvPr>
                <p14:cNvContentPartPr/>
                <p14:nvPr/>
              </p14:nvContentPartPr>
              <p14:xfrm>
                <a:off x="5687064" y="2587464"/>
                <a:ext cx="10080" cy="90720"/>
              </p14:xfrm>
            </p:contentPart>
          </mc:Choice>
          <mc:Fallback xmlns="">
            <p:pic>
              <p:nvPicPr>
                <p:cNvPr id="65" name="Pismo odręczne 64">
                  <a:extLst>
                    <a:ext uri="{FF2B5EF4-FFF2-40B4-BE49-F238E27FC236}">
                      <a16:creationId xmlns:a16="http://schemas.microsoft.com/office/drawing/2014/main" id="{6E8EB9FF-2DED-6A76-17D0-2B19355DCB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80944" y="2581344"/>
                  <a:ext cx="22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67E801D5-1E90-6569-1EB4-CAED80B3BBEB}"/>
                    </a:ext>
                  </a:extLst>
                </p14:cNvPr>
                <p14:cNvContentPartPr/>
                <p14:nvPr/>
              </p14:nvContentPartPr>
              <p14:xfrm>
                <a:off x="5660064" y="2651544"/>
                <a:ext cx="70200" cy="51840"/>
              </p14:xfrm>
            </p:contentPart>
          </mc:Choice>
          <mc:Fallback xmlns="">
            <p:pic>
              <p:nvPicPr>
                <p:cNvPr id="66" name="Pismo odręczne 65">
                  <a:extLst>
                    <a:ext uri="{FF2B5EF4-FFF2-40B4-BE49-F238E27FC236}">
                      <a16:creationId xmlns:a16="http://schemas.microsoft.com/office/drawing/2014/main" id="{5060ED07-1C66-B0E5-682D-DA8DD16A14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53944" y="2645424"/>
                  <a:ext cx="824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12871523-42E0-61AF-83D6-961CC973B835}"/>
              </a:ext>
            </a:extLst>
          </p:cNvPr>
          <p:cNvGrpSpPr/>
          <p:nvPr/>
        </p:nvGrpSpPr>
        <p:grpSpPr>
          <a:xfrm>
            <a:off x="5985864" y="2624184"/>
            <a:ext cx="131400" cy="343800"/>
            <a:chOff x="5985864" y="2624184"/>
            <a:chExt cx="1314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Pismo odręczne 55">
                  <a:extLst>
                    <a:ext uri="{FF2B5EF4-FFF2-40B4-BE49-F238E27FC236}">
                      <a16:creationId xmlns:a16="http://schemas.microsoft.com/office/drawing/2014/main" id="{8DE5716F-A6F0-DD6D-5859-84D306E6261F}"/>
                    </a:ext>
                  </a:extLst>
                </p14:cNvPr>
                <p14:cNvContentPartPr/>
                <p14:nvPr/>
              </p14:nvContentPartPr>
              <p14:xfrm>
                <a:off x="5985864" y="2807064"/>
                <a:ext cx="81360" cy="16092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C67120CF-30A2-48F3-1745-57D0313D3B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79744" y="2800944"/>
                  <a:ext cx="93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Pismo odręczne 56">
                  <a:extLst>
                    <a:ext uri="{FF2B5EF4-FFF2-40B4-BE49-F238E27FC236}">
                      <a16:creationId xmlns:a16="http://schemas.microsoft.com/office/drawing/2014/main" id="{520862B6-679C-7AF4-6DA4-34B1EEB6328E}"/>
                    </a:ext>
                  </a:extLst>
                </p14:cNvPr>
                <p14:cNvContentPartPr/>
                <p14:nvPr/>
              </p14:nvContentPartPr>
              <p14:xfrm>
                <a:off x="5989104" y="2782944"/>
                <a:ext cx="118440" cy="33480"/>
              </p14:xfrm>
            </p:contentPart>
          </mc:Choice>
          <mc:Fallback xmlns="">
            <p:pic>
              <p:nvPicPr>
                <p:cNvPr id="29" name="Pismo odręczne 28">
                  <a:extLst>
                    <a:ext uri="{FF2B5EF4-FFF2-40B4-BE49-F238E27FC236}">
                      <a16:creationId xmlns:a16="http://schemas.microsoft.com/office/drawing/2014/main" id="{CB2D4F96-8950-E0C9-F339-7DEBD2EE272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82984" y="2776824"/>
                  <a:ext cx="130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Pismo odręczne 57">
                  <a:extLst>
                    <a:ext uri="{FF2B5EF4-FFF2-40B4-BE49-F238E27FC236}">
                      <a16:creationId xmlns:a16="http://schemas.microsoft.com/office/drawing/2014/main" id="{9596CBBF-28C7-BDCF-AA2B-83FF92F47BC2}"/>
                    </a:ext>
                  </a:extLst>
                </p14:cNvPr>
                <p14:cNvContentPartPr/>
                <p14:nvPr/>
              </p14:nvContentPartPr>
              <p14:xfrm>
                <a:off x="6075144" y="2624184"/>
                <a:ext cx="33120" cy="75600"/>
              </p14:xfrm>
            </p:contentPart>
          </mc:Choice>
          <mc:Fallback xmlns="">
            <p:pic>
              <p:nvPicPr>
                <p:cNvPr id="68" name="Pismo odręczne 67">
                  <a:extLst>
                    <a:ext uri="{FF2B5EF4-FFF2-40B4-BE49-F238E27FC236}">
                      <a16:creationId xmlns:a16="http://schemas.microsoft.com/office/drawing/2014/main" id="{2D7725D4-C1F2-F25D-5053-ED1FA324AC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69024" y="2618064"/>
                  <a:ext cx="45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Pismo odręczne 58">
                  <a:extLst>
                    <a:ext uri="{FF2B5EF4-FFF2-40B4-BE49-F238E27FC236}">
                      <a16:creationId xmlns:a16="http://schemas.microsoft.com/office/drawing/2014/main" id="{82B2D155-DA12-E9BA-CB50-541DD3625640}"/>
                    </a:ext>
                  </a:extLst>
                </p14:cNvPr>
                <p14:cNvContentPartPr/>
                <p14:nvPr/>
              </p14:nvContentPartPr>
              <p14:xfrm>
                <a:off x="6044184" y="2660904"/>
                <a:ext cx="73080" cy="79200"/>
              </p14:xfrm>
            </p:contentPart>
          </mc:Choice>
          <mc:Fallback xmlns="">
            <p:pic>
              <p:nvPicPr>
                <p:cNvPr id="69" name="Pismo odręczne 68">
                  <a:extLst>
                    <a:ext uri="{FF2B5EF4-FFF2-40B4-BE49-F238E27FC236}">
                      <a16:creationId xmlns:a16="http://schemas.microsoft.com/office/drawing/2014/main" id="{21DB782C-6671-3E78-EE00-FBB9522BA0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38064" y="2654784"/>
                  <a:ext cx="853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a 59">
            <a:extLst>
              <a:ext uri="{FF2B5EF4-FFF2-40B4-BE49-F238E27FC236}">
                <a16:creationId xmlns:a16="http://schemas.microsoft.com/office/drawing/2014/main" id="{5EF32DCC-FCBB-42F3-B0F8-31D083675CCF}"/>
              </a:ext>
            </a:extLst>
          </p:cNvPr>
          <p:cNvGrpSpPr/>
          <p:nvPr/>
        </p:nvGrpSpPr>
        <p:grpSpPr>
          <a:xfrm>
            <a:off x="6455664" y="2614824"/>
            <a:ext cx="77760" cy="142560"/>
            <a:chOff x="6455664" y="2614824"/>
            <a:chExt cx="7776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E8AF4D11-8F37-03E5-E538-DB951DD28678}"/>
                    </a:ext>
                  </a:extLst>
                </p14:cNvPr>
                <p14:cNvContentPartPr/>
                <p14:nvPr/>
              </p14:nvContentPartPr>
              <p14:xfrm>
                <a:off x="6477264" y="2614824"/>
                <a:ext cx="14760" cy="113040"/>
              </p14:xfrm>
            </p:contentPart>
          </mc:Choice>
          <mc:Fallback xmlns="">
            <p:pic>
              <p:nvPicPr>
                <p:cNvPr id="71" name="Pismo odręczne 70">
                  <a:extLst>
                    <a:ext uri="{FF2B5EF4-FFF2-40B4-BE49-F238E27FC236}">
                      <a16:creationId xmlns:a16="http://schemas.microsoft.com/office/drawing/2014/main" id="{7C228819-87B8-A615-095B-5F986A007FD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71144" y="2608704"/>
                  <a:ext cx="27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39264093-F29F-FE97-D745-E7215AB9A629}"/>
                    </a:ext>
                  </a:extLst>
                </p14:cNvPr>
                <p14:cNvContentPartPr/>
                <p14:nvPr/>
              </p14:nvContentPartPr>
              <p14:xfrm>
                <a:off x="6455664" y="2688264"/>
                <a:ext cx="77760" cy="69120"/>
              </p14:xfrm>
            </p:contentPart>
          </mc:Choice>
          <mc:Fallback xmlns="">
            <p:pic>
              <p:nvPicPr>
                <p:cNvPr id="72" name="Pismo odręczne 71">
                  <a:extLst>
                    <a:ext uri="{FF2B5EF4-FFF2-40B4-BE49-F238E27FC236}">
                      <a16:creationId xmlns:a16="http://schemas.microsoft.com/office/drawing/2014/main" id="{32630ACF-A4F5-6BC6-220C-0A31F601C5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49544" y="2682144"/>
                  <a:ext cx="900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a 62">
            <a:extLst>
              <a:ext uri="{FF2B5EF4-FFF2-40B4-BE49-F238E27FC236}">
                <a16:creationId xmlns:a16="http://schemas.microsoft.com/office/drawing/2014/main" id="{B3854845-C621-06DB-A6F0-73972B448DC7}"/>
              </a:ext>
            </a:extLst>
          </p:cNvPr>
          <p:cNvGrpSpPr/>
          <p:nvPr/>
        </p:nvGrpSpPr>
        <p:grpSpPr>
          <a:xfrm>
            <a:off x="6812064" y="2601864"/>
            <a:ext cx="85320" cy="129240"/>
            <a:chOff x="6812064" y="2601864"/>
            <a:chExt cx="8532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Pismo odręczne 63">
                  <a:extLst>
                    <a:ext uri="{FF2B5EF4-FFF2-40B4-BE49-F238E27FC236}">
                      <a16:creationId xmlns:a16="http://schemas.microsoft.com/office/drawing/2014/main" id="{764B4839-2FC1-F421-3B7A-AA5D2F537524}"/>
                    </a:ext>
                  </a:extLst>
                </p14:cNvPr>
                <p14:cNvContentPartPr/>
                <p14:nvPr/>
              </p14:nvContentPartPr>
              <p14:xfrm>
                <a:off x="6827904" y="2601864"/>
                <a:ext cx="48600" cy="119520"/>
              </p14:xfrm>
            </p:contentPart>
          </mc:Choice>
          <mc:Fallback xmlns="">
            <p:pic>
              <p:nvPicPr>
                <p:cNvPr id="74" name="Pismo odręczne 73">
                  <a:extLst>
                    <a:ext uri="{FF2B5EF4-FFF2-40B4-BE49-F238E27FC236}">
                      <a16:creationId xmlns:a16="http://schemas.microsoft.com/office/drawing/2014/main" id="{44EBE402-301D-4AC1-023E-430F4906176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21784" y="2595744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Pismo odręczne 64">
                  <a:extLst>
                    <a:ext uri="{FF2B5EF4-FFF2-40B4-BE49-F238E27FC236}">
                      <a16:creationId xmlns:a16="http://schemas.microsoft.com/office/drawing/2014/main" id="{47D75300-5E64-3FDE-5BB2-CD3D4ECCDD57}"/>
                    </a:ext>
                  </a:extLst>
                </p14:cNvPr>
                <p14:cNvContentPartPr/>
                <p14:nvPr/>
              </p14:nvContentPartPr>
              <p14:xfrm>
                <a:off x="6812064" y="2660904"/>
                <a:ext cx="85320" cy="70200"/>
              </p14:xfrm>
            </p:contentPart>
          </mc:Choice>
          <mc:Fallback xmlns="">
            <p:pic>
              <p:nvPicPr>
                <p:cNvPr id="75" name="Pismo odręczne 74">
                  <a:extLst>
                    <a:ext uri="{FF2B5EF4-FFF2-40B4-BE49-F238E27FC236}">
                      <a16:creationId xmlns:a16="http://schemas.microsoft.com/office/drawing/2014/main" id="{F159AE13-51C6-410F-FDF3-8643E98BE85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805944" y="2654784"/>
                  <a:ext cx="975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a 65">
            <a:extLst>
              <a:ext uri="{FF2B5EF4-FFF2-40B4-BE49-F238E27FC236}">
                <a16:creationId xmlns:a16="http://schemas.microsoft.com/office/drawing/2014/main" id="{FEABF8D5-3B23-542A-504B-3EC285EE6F2F}"/>
              </a:ext>
            </a:extLst>
          </p:cNvPr>
          <p:cNvGrpSpPr/>
          <p:nvPr/>
        </p:nvGrpSpPr>
        <p:grpSpPr>
          <a:xfrm>
            <a:off x="7214544" y="2596464"/>
            <a:ext cx="51120" cy="123120"/>
            <a:chOff x="7214544" y="2596464"/>
            <a:chExt cx="5112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Pismo odręczne 66">
                  <a:extLst>
                    <a:ext uri="{FF2B5EF4-FFF2-40B4-BE49-F238E27FC236}">
                      <a16:creationId xmlns:a16="http://schemas.microsoft.com/office/drawing/2014/main" id="{5175532D-D210-856A-B423-76E77EC5AEA4}"/>
                    </a:ext>
                  </a:extLst>
                </p14:cNvPr>
                <p14:cNvContentPartPr/>
                <p14:nvPr/>
              </p14:nvContentPartPr>
              <p14:xfrm>
                <a:off x="7226784" y="2596464"/>
                <a:ext cx="24480" cy="72360"/>
              </p14:xfrm>
            </p:contentPart>
          </mc:Choice>
          <mc:Fallback xmlns="">
            <p:pic>
              <p:nvPicPr>
                <p:cNvPr id="76" name="Pismo odręczne 75">
                  <a:extLst>
                    <a:ext uri="{FF2B5EF4-FFF2-40B4-BE49-F238E27FC236}">
                      <a16:creationId xmlns:a16="http://schemas.microsoft.com/office/drawing/2014/main" id="{C6D76B13-90B2-87EB-0CE5-F71F743E820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20664" y="2590344"/>
                  <a:ext cx="36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Pismo odręczne 67">
                  <a:extLst>
                    <a:ext uri="{FF2B5EF4-FFF2-40B4-BE49-F238E27FC236}">
                      <a16:creationId xmlns:a16="http://schemas.microsoft.com/office/drawing/2014/main" id="{6735B767-8043-5844-7DFD-46CEDC2B6E64}"/>
                    </a:ext>
                  </a:extLst>
                </p14:cNvPr>
                <p14:cNvContentPartPr/>
                <p14:nvPr/>
              </p14:nvContentPartPr>
              <p14:xfrm>
                <a:off x="7214544" y="2633184"/>
                <a:ext cx="51120" cy="86400"/>
              </p14:xfrm>
            </p:contentPart>
          </mc:Choice>
          <mc:Fallback xmlns="">
            <p:pic>
              <p:nvPicPr>
                <p:cNvPr id="77" name="Pismo odręczne 76">
                  <a:extLst>
                    <a:ext uri="{FF2B5EF4-FFF2-40B4-BE49-F238E27FC236}">
                      <a16:creationId xmlns:a16="http://schemas.microsoft.com/office/drawing/2014/main" id="{9F4A7372-A4FF-4F10-8855-A3D4D5EB3C0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8424" y="2627064"/>
                  <a:ext cx="633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upa 68">
            <a:extLst>
              <a:ext uri="{FF2B5EF4-FFF2-40B4-BE49-F238E27FC236}">
                <a16:creationId xmlns:a16="http://schemas.microsoft.com/office/drawing/2014/main" id="{5921338A-A79B-985D-EA13-8D8BD6C72B0F}"/>
              </a:ext>
            </a:extLst>
          </p:cNvPr>
          <p:cNvGrpSpPr/>
          <p:nvPr/>
        </p:nvGrpSpPr>
        <p:grpSpPr>
          <a:xfrm>
            <a:off x="7606224" y="2579904"/>
            <a:ext cx="96120" cy="128880"/>
            <a:chOff x="7606224" y="2579904"/>
            <a:chExt cx="9612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Pismo odręczne 69">
                  <a:extLst>
                    <a:ext uri="{FF2B5EF4-FFF2-40B4-BE49-F238E27FC236}">
                      <a16:creationId xmlns:a16="http://schemas.microsoft.com/office/drawing/2014/main" id="{1838A515-7C54-A6D7-87CD-2F6A9A9D1798}"/>
                    </a:ext>
                  </a:extLst>
                </p14:cNvPr>
                <p14:cNvContentPartPr/>
                <p14:nvPr/>
              </p14:nvContentPartPr>
              <p14:xfrm>
                <a:off x="7620264" y="2579904"/>
                <a:ext cx="42480" cy="92880"/>
              </p14:xfrm>
            </p:contentPart>
          </mc:Choice>
          <mc:Fallback xmlns="">
            <p:pic>
              <p:nvPicPr>
                <p:cNvPr id="80" name="Pismo odręczne 79">
                  <a:extLst>
                    <a:ext uri="{FF2B5EF4-FFF2-40B4-BE49-F238E27FC236}">
                      <a16:creationId xmlns:a16="http://schemas.microsoft.com/office/drawing/2014/main" id="{00C9E152-793C-301E-9B2F-92CD4E3A9DD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614144" y="2573784"/>
                  <a:ext cx="54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Pismo odręczne 70">
                  <a:extLst>
                    <a:ext uri="{FF2B5EF4-FFF2-40B4-BE49-F238E27FC236}">
                      <a16:creationId xmlns:a16="http://schemas.microsoft.com/office/drawing/2014/main" id="{F56FEB8C-5950-41BB-9A42-FB845C598B83}"/>
                    </a:ext>
                  </a:extLst>
                </p14:cNvPr>
                <p14:cNvContentPartPr/>
                <p14:nvPr/>
              </p14:nvContentPartPr>
              <p14:xfrm>
                <a:off x="7606224" y="2624184"/>
                <a:ext cx="96120" cy="84600"/>
              </p14:xfrm>
            </p:contentPart>
          </mc:Choice>
          <mc:Fallback xmlns="">
            <p:pic>
              <p:nvPicPr>
                <p:cNvPr id="81" name="Pismo odręczne 80">
                  <a:extLst>
                    <a:ext uri="{FF2B5EF4-FFF2-40B4-BE49-F238E27FC236}">
                      <a16:creationId xmlns:a16="http://schemas.microsoft.com/office/drawing/2014/main" id="{864DC75D-8DF2-4853-05BC-EA5EF3CB45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00104" y="2618064"/>
                  <a:ext cx="108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a 71">
            <a:extLst>
              <a:ext uri="{FF2B5EF4-FFF2-40B4-BE49-F238E27FC236}">
                <a16:creationId xmlns:a16="http://schemas.microsoft.com/office/drawing/2014/main" id="{34EB9760-8C84-E1C4-F8B9-C4A3E5A57674}"/>
              </a:ext>
            </a:extLst>
          </p:cNvPr>
          <p:cNvGrpSpPr/>
          <p:nvPr/>
        </p:nvGrpSpPr>
        <p:grpSpPr>
          <a:xfrm>
            <a:off x="7964064" y="2686464"/>
            <a:ext cx="75240" cy="11520"/>
            <a:chOff x="7964064" y="2686464"/>
            <a:chExt cx="75240" cy="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Pismo odręczne 72">
                  <a:extLst>
                    <a:ext uri="{FF2B5EF4-FFF2-40B4-BE49-F238E27FC236}">
                      <a16:creationId xmlns:a16="http://schemas.microsoft.com/office/drawing/2014/main" id="{3F1C792E-1B92-F787-B529-18F888E7C968}"/>
                    </a:ext>
                  </a:extLst>
                </p14:cNvPr>
                <p14:cNvContentPartPr/>
                <p14:nvPr/>
              </p14:nvContentPartPr>
              <p14:xfrm>
                <a:off x="7964064" y="2686464"/>
                <a:ext cx="9720" cy="11160"/>
              </p14:xfrm>
            </p:contentPart>
          </mc:Choice>
          <mc:Fallback xmlns="">
            <p:pic>
              <p:nvPicPr>
                <p:cNvPr id="83" name="Pismo odręczne 82">
                  <a:extLst>
                    <a:ext uri="{FF2B5EF4-FFF2-40B4-BE49-F238E27FC236}">
                      <a16:creationId xmlns:a16="http://schemas.microsoft.com/office/drawing/2014/main" id="{FC18D638-11EA-5D50-53C4-4D055A29DE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57944" y="2680344"/>
                  <a:ext cx="2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Pismo odręczne 73">
                  <a:extLst>
                    <a:ext uri="{FF2B5EF4-FFF2-40B4-BE49-F238E27FC236}">
                      <a16:creationId xmlns:a16="http://schemas.microsoft.com/office/drawing/2014/main" id="{96C8DE66-3148-B615-10B6-A75EE5310B02}"/>
                    </a:ext>
                  </a:extLst>
                </p14:cNvPr>
                <p14:cNvContentPartPr/>
                <p14:nvPr/>
              </p14:nvContentPartPr>
              <p14:xfrm>
                <a:off x="8000784" y="2697624"/>
                <a:ext cx="9720" cy="360"/>
              </p14:xfrm>
            </p:contentPart>
          </mc:Choice>
          <mc:Fallback xmlns="">
            <p:pic>
              <p:nvPicPr>
                <p:cNvPr id="84" name="Pismo odręczne 83">
                  <a:extLst>
                    <a:ext uri="{FF2B5EF4-FFF2-40B4-BE49-F238E27FC236}">
                      <a16:creationId xmlns:a16="http://schemas.microsoft.com/office/drawing/2014/main" id="{74B68BCC-C7E8-C896-ED77-4F880DDD6E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994664" y="2691504"/>
                  <a:ext cx="21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Pismo odręczne 74">
                  <a:extLst>
                    <a:ext uri="{FF2B5EF4-FFF2-40B4-BE49-F238E27FC236}">
                      <a16:creationId xmlns:a16="http://schemas.microsoft.com/office/drawing/2014/main" id="{4895BB2D-FE34-6647-A062-28EA26C2202D}"/>
                    </a:ext>
                  </a:extLst>
                </p14:cNvPr>
                <p14:cNvContentPartPr/>
                <p14:nvPr/>
              </p14:nvContentPartPr>
              <p14:xfrm>
                <a:off x="8037504" y="2697624"/>
                <a:ext cx="1800" cy="360"/>
              </p14:xfrm>
            </p:contentPart>
          </mc:Choice>
          <mc:Fallback xmlns="">
            <p:pic>
              <p:nvPicPr>
                <p:cNvPr id="85" name="Pismo odręczne 84">
                  <a:extLst>
                    <a:ext uri="{FF2B5EF4-FFF2-40B4-BE49-F238E27FC236}">
                      <a16:creationId xmlns:a16="http://schemas.microsoft.com/office/drawing/2014/main" id="{C41E432A-3059-4646-A763-20C2492D36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31384" y="2691504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5253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6E3E-61C6-DBB5-F40D-211EA62D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3ACBE0-6319-9BCB-9C32-8D62BD25638B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3ACBE0-6319-9BCB-9C32-8D62BD256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830997"/>
              </a:xfrm>
              <a:prstGeom prst="rect">
                <a:avLst/>
              </a:prstGeom>
              <a:blipFill>
                <a:blip r:embed="rId2"/>
                <a:stretch>
                  <a:fillRect l="-818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56B2372-1635-99C8-6ED3-BD030EEFD90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3DF0BD4-45E1-BF77-DE0C-DB2A4FCCD3A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50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68911-F2ED-1C4B-1F08-3EDC031B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854DA2-5447-7B3E-5E7F-299C73B90B74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854DA2-5447-7B3E-5E7F-299C73B90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F41919-39EE-EC7E-96EB-887C3638A6E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8773497-7E6E-34AE-F194-8C26016C176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10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5DE3-B1CD-4C0B-80CC-D145EA50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9491193-6493-41C6-3D07-0E19C9156E81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9491193-6493-41C6-3D07-0E19C9156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569660"/>
              </a:xfrm>
              <a:prstGeom prst="rect">
                <a:avLst/>
              </a:prstGeom>
              <a:blipFill>
                <a:blip r:embed="rId2"/>
                <a:stretch>
                  <a:fillRect l="-818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46C27D7-26E6-55AB-890E-E6BAB10B3EC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6784083-024D-3BAA-52BB-C6C5CC09BE63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24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8662-58C5-A186-79AE-F5BB6B58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BA692-F2BF-0BF2-271C-57F9C46C9DE8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BA692-F2BF-0BF2-271C-57F9C46C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938992"/>
              </a:xfrm>
              <a:prstGeom prst="rect">
                <a:avLst/>
              </a:prstGeom>
              <a:blipFill>
                <a:blip r:embed="rId2"/>
                <a:stretch>
                  <a:fillRect l="-818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7935A250-9BD1-F8F7-30E2-C2C5DCAE338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B9B361C-774E-B74C-746C-21CA2A1229B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24CD139-1644-DF0D-08E6-391E62704D5C}"/>
                  </a:ext>
                </a:extLst>
              </p14:cNvPr>
              <p14:cNvContentPartPr/>
              <p14:nvPr/>
            </p14:nvContentPartPr>
            <p14:xfrm>
              <a:off x="7074000" y="1409760"/>
              <a:ext cx="3314880" cy="5655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24CD139-1644-DF0D-08E6-391E62704D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4640" y="1400400"/>
                <a:ext cx="3333600" cy="58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1167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E48B-CDE8-A945-1A19-21345EA4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6CCF02B-93C9-8C2E-DA3D-6DAEB746F96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6CCF02B-93C9-8C2E-DA3D-6DAEB746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308324"/>
              </a:xfrm>
              <a:prstGeom prst="rect">
                <a:avLst/>
              </a:prstGeom>
              <a:blipFill>
                <a:blip r:embed="rId2"/>
                <a:stretch>
                  <a:fillRect l="-818" t="-2116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7EE7D96-8132-BC5F-D1C7-F39CFC34A88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9771FDF-91FA-8487-ED2E-9329EFC65C3E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047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71EB-A588-DFE0-331C-C81B8250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051144-67BA-C331-496B-629C7D3FE09B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051144-67BA-C331-496B-629C7D3FE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0621E7-78E4-5D97-0DF0-3EAED4CC641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93C636F-E585-CEEF-97A3-151081BBD523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423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F1007-E4D0-48D3-EDBC-57467AE0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124697-6707-A616-BC20-9D9E53B4A3FD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124697-6707-A616-BC20-9D9E53B4A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9C832B48-5F2C-DFA4-3ECF-FFC8A2ECA8EF}"/>
              </a:ext>
            </a:extLst>
          </p:cNvPr>
          <p:cNvSpPr txBox="1"/>
          <p:nvPr/>
        </p:nvSpPr>
        <p:spPr>
          <a:xfrm>
            <a:off x="140208" y="4127397"/>
            <a:ext cx="119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uncountable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097F3D8-20C6-B5E6-B5D4-BEAF90D4601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2608167-E7F2-1798-AABF-5F747706389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338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69CF-EFC1-06A2-FE26-EBE2670E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64C057E-6E2F-0AE8-4772-F5BDF6D3CD41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64C057E-6E2F-0AE8-4772-F5BDF6D3C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02BEB7E-19B4-4FEA-20BA-144FB3989B2C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02BEB7E-19B4-4FEA-20BA-144FB3989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830997"/>
              </a:xfrm>
              <a:prstGeom prst="rect">
                <a:avLst/>
              </a:prstGeom>
              <a:blipFill>
                <a:blip r:embed="rId3"/>
                <a:stretch>
                  <a:fillRect l="-76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14E4A54-A93F-02E5-96CE-99EA0FFD800D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D9B8A20-3D42-DB0E-9B37-2753511E47E8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870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A06A-BFB4-97E4-DBE1-9A5FACE9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1E4B71-E40E-D460-7615-D0B56875414E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1E4B71-E40E-D460-7615-D0B568754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1046BA2-298A-F490-AEB2-C967B6E6A52D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1046BA2-298A-F490-AEB2-C967B6E6A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1200329"/>
              </a:xfrm>
              <a:prstGeom prst="rect">
                <a:avLst/>
              </a:prstGeom>
              <a:blipFill>
                <a:blip r:embed="rId3"/>
                <a:stretch>
                  <a:fillRect l="-767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2F6B0351-DAEF-1510-8043-9BB7D2CFC5D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F2FBB70-65AD-ED53-CB42-704D776A40CD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65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B270-667A-48E6-1B77-BC6D7E84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A864990-C229-8DA9-B4FE-ABD6DFC95E89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A864990-C229-8DA9-B4FE-ABD6DFC9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5915D5-5519-AD83-E2B7-86BE578924D7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5915D5-5519-AD83-E2B7-86BE57892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1938992"/>
              </a:xfrm>
              <a:prstGeom prst="rect">
                <a:avLst/>
              </a:prstGeom>
              <a:blipFill>
                <a:blip r:embed="rId3"/>
                <a:stretch>
                  <a:fillRect l="-767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B042D77-5FFC-2FBD-B53A-73C4E713641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555AB1F-4610-01F6-200A-8703AFE86C2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98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4C19-9256-0A87-07C5-3E2C6B40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3843105-5B55-9A60-F85A-957D60200295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3843105-5B55-9A60-F85A-957D6020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66B32F-87C5-0C26-D8DD-4A1E5F92FB85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66B32F-87C5-0C26-D8DD-4A1E5F92F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9C12745-3A0B-A397-7CF7-8EEFBDFF6D32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BE940CD-3089-CE8F-CAF7-669CBCA09CED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6F3A50E-E3AE-1307-E996-7E6F7B0D1CF6}"/>
                  </a:ext>
                </a:extLst>
              </p14:cNvPr>
              <p14:cNvContentPartPr/>
              <p14:nvPr/>
            </p14:nvContentPartPr>
            <p14:xfrm>
              <a:off x="5283360" y="3600360"/>
              <a:ext cx="6280200" cy="13212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6F3A50E-E3AE-1307-E996-7E6F7B0D1C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4000" y="3591000"/>
                <a:ext cx="6298920" cy="133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2884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09B9-A321-C021-38BB-C038FB9C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1CEA83D-C5B9-01FD-2C77-CA1A2448117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1CEA83D-C5B9-01FD-2C77-CA1A24481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5DBF72-4127-BDAB-7ED6-E324DB3005A5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5DBF72-4127-BDAB-7ED6-E324DB300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9C5720-3A20-DF2A-E872-BF35E985CEE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17C28E2-53C4-898B-AFF6-F843479D6D9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A2EE88E6-C6A3-176B-0E63-EE8B8AE9E920}"/>
              </a:ext>
            </a:extLst>
          </p:cNvPr>
          <p:cNvGrpSpPr/>
          <p:nvPr/>
        </p:nvGrpSpPr>
        <p:grpSpPr>
          <a:xfrm>
            <a:off x="10537344" y="2268504"/>
            <a:ext cx="1432440" cy="735120"/>
            <a:chOff x="10537344" y="2268504"/>
            <a:chExt cx="1432440" cy="73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07882F66-D42A-7294-1830-4F5F79CB9FFC}"/>
                    </a:ext>
                  </a:extLst>
                </p14:cNvPr>
                <p14:cNvContentPartPr/>
                <p14:nvPr/>
              </p14:nvContentPartPr>
              <p14:xfrm>
                <a:off x="10546344" y="2284704"/>
                <a:ext cx="308160" cy="606960"/>
              </p14:xfrm>
            </p:contentPart>
          </mc:Choice>
          <mc:Fallback xmlns="">
            <p:pic>
              <p:nvPicPr>
                <p:cNvPr id="7" name="Pismo odręczne 6">
                  <a:extLst>
                    <a:ext uri="{FF2B5EF4-FFF2-40B4-BE49-F238E27FC236}">
                      <a16:creationId xmlns:a16="http://schemas.microsoft.com/office/drawing/2014/main" id="{C7CE7C35-4769-81DF-E176-C2325C97D0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40224" y="2278584"/>
                  <a:ext cx="3204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Pismo odręczne 5">
                  <a:extLst>
                    <a:ext uri="{FF2B5EF4-FFF2-40B4-BE49-F238E27FC236}">
                      <a16:creationId xmlns:a16="http://schemas.microsoft.com/office/drawing/2014/main" id="{EDE75B97-D316-F747-674B-E18E82FF7E75}"/>
                    </a:ext>
                  </a:extLst>
                </p14:cNvPr>
                <p14:cNvContentPartPr/>
                <p14:nvPr/>
              </p14:nvContentPartPr>
              <p14:xfrm>
                <a:off x="10537344" y="2407104"/>
                <a:ext cx="352800" cy="390240"/>
              </p14:xfrm>
            </p:contentPart>
          </mc:Choice>
          <mc:Fallback xmlns="">
            <p:pic>
              <p:nvPicPr>
                <p:cNvPr id="8" name="Pismo odręczne 7">
                  <a:extLst>
                    <a:ext uri="{FF2B5EF4-FFF2-40B4-BE49-F238E27FC236}">
                      <a16:creationId xmlns:a16="http://schemas.microsoft.com/office/drawing/2014/main" id="{D909FAD5-6A59-7BD5-9D70-5501F66BE6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31224" y="2400984"/>
                  <a:ext cx="365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Pismo odręczne 6">
                  <a:extLst>
                    <a:ext uri="{FF2B5EF4-FFF2-40B4-BE49-F238E27FC236}">
                      <a16:creationId xmlns:a16="http://schemas.microsoft.com/office/drawing/2014/main" id="{2E04676A-29F9-17C9-7055-1CEF88E0120E}"/>
                    </a:ext>
                  </a:extLst>
                </p14:cNvPr>
                <p14:cNvContentPartPr/>
                <p14:nvPr/>
              </p14:nvContentPartPr>
              <p14:xfrm>
                <a:off x="10878624" y="2825424"/>
                <a:ext cx="92520" cy="17820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CA627C1C-2660-EA53-F6A9-0A0C2CEC19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72504" y="2819304"/>
                  <a:ext cx="104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Pismo odręczne 7">
                  <a:extLst>
                    <a:ext uri="{FF2B5EF4-FFF2-40B4-BE49-F238E27FC236}">
                      <a16:creationId xmlns:a16="http://schemas.microsoft.com/office/drawing/2014/main" id="{187B1B59-9467-373B-7C0F-A52C78F70610}"/>
                    </a:ext>
                  </a:extLst>
                </p14:cNvPr>
                <p14:cNvContentPartPr/>
                <p14:nvPr/>
              </p14:nvContentPartPr>
              <p14:xfrm>
                <a:off x="11100384" y="2605464"/>
                <a:ext cx="247680" cy="1908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86DB53AA-6244-8C09-23FE-C8C42B0DD8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4264" y="2599344"/>
                  <a:ext cx="259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BEB11443-FC71-3023-730F-6377BD8C0B8F}"/>
                    </a:ext>
                  </a:extLst>
                </p14:cNvPr>
                <p14:cNvContentPartPr/>
                <p14:nvPr/>
              </p14:nvContentPartPr>
              <p14:xfrm>
                <a:off x="11118744" y="2517624"/>
                <a:ext cx="259200" cy="26280"/>
              </p14:xfrm>
            </p:contentPart>
          </mc:Choice>
          <mc:Fallback xmlns="">
            <p:pic>
              <p:nvPicPr>
                <p:cNvPr id="12" name="Pismo odręczne 11">
                  <a:extLst>
                    <a:ext uri="{FF2B5EF4-FFF2-40B4-BE49-F238E27FC236}">
                      <a16:creationId xmlns:a16="http://schemas.microsoft.com/office/drawing/2014/main" id="{E52D05EB-AAEB-D893-8B65-1E31041EA0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12624" y="2511504"/>
                  <a:ext cx="271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902C1868-7E6E-0A38-04C8-011E7485598F}"/>
                    </a:ext>
                  </a:extLst>
                </p14:cNvPr>
                <p14:cNvContentPartPr/>
                <p14:nvPr/>
              </p14:nvContentPartPr>
              <p14:xfrm>
                <a:off x="11514384" y="2268504"/>
                <a:ext cx="17280" cy="541080"/>
              </p14:xfrm>
            </p:contentPart>
          </mc:Choice>
          <mc:Fallback xmlns=""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C088413E-92E9-94C6-DB2A-55F62DD9F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08264" y="2262384"/>
                  <a:ext cx="295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Pismo odręczne 11">
                  <a:extLst>
                    <a:ext uri="{FF2B5EF4-FFF2-40B4-BE49-F238E27FC236}">
                      <a16:creationId xmlns:a16="http://schemas.microsoft.com/office/drawing/2014/main" id="{B532BA94-CAE2-24BB-EFF4-2A609F5EDF53}"/>
                    </a:ext>
                  </a:extLst>
                </p14:cNvPr>
                <p14:cNvContentPartPr/>
                <p14:nvPr/>
              </p14:nvContentPartPr>
              <p14:xfrm>
                <a:off x="11634264" y="2395584"/>
                <a:ext cx="24480" cy="397800"/>
              </p14:xfrm>
            </p:contentPart>
          </mc:Choice>
          <mc:Fallback xmlns="">
            <p:pic>
              <p:nvPicPr>
                <p:cNvPr id="15" name="Pismo odręczne 14">
                  <a:extLst>
                    <a:ext uri="{FF2B5EF4-FFF2-40B4-BE49-F238E27FC236}">
                      <a16:creationId xmlns:a16="http://schemas.microsoft.com/office/drawing/2014/main" id="{ABE82A4A-2414-EA08-4B7F-B7AA45A188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8144" y="2389464"/>
                  <a:ext cx="36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Pismo odręczne 13">
                  <a:extLst>
                    <a:ext uri="{FF2B5EF4-FFF2-40B4-BE49-F238E27FC236}">
                      <a16:creationId xmlns:a16="http://schemas.microsoft.com/office/drawing/2014/main" id="{56A3C5D5-9857-19FD-DC20-3F2F849D43A6}"/>
                    </a:ext>
                  </a:extLst>
                </p14:cNvPr>
                <p14:cNvContentPartPr/>
                <p14:nvPr/>
              </p14:nvContentPartPr>
              <p14:xfrm>
                <a:off x="11722464" y="2514384"/>
                <a:ext cx="24480" cy="247320"/>
              </p14:xfrm>
            </p:contentPart>
          </mc:Choice>
          <mc:Fallback xmlns="">
            <p:pic>
              <p:nvPicPr>
                <p:cNvPr id="17" name="Pismo odręczne 16">
                  <a:extLst>
                    <a:ext uri="{FF2B5EF4-FFF2-40B4-BE49-F238E27FC236}">
                      <a16:creationId xmlns:a16="http://schemas.microsoft.com/office/drawing/2014/main" id="{7E263D99-DB44-4C2C-DAE1-9F09950B42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16344" y="2508264"/>
                  <a:ext cx="36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Pismo odręczne 14">
                  <a:extLst>
                    <a:ext uri="{FF2B5EF4-FFF2-40B4-BE49-F238E27FC236}">
                      <a16:creationId xmlns:a16="http://schemas.microsoft.com/office/drawing/2014/main" id="{27DD1F7A-1864-E3D6-99A7-152F0B0839F6}"/>
                    </a:ext>
                  </a:extLst>
                </p14:cNvPr>
                <p14:cNvContentPartPr/>
                <p14:nvPr/>
              </p14:nvContentPartPr>
              <p14:xfrm>
                <a:off x="11676744" y="2314584"/>
                <a:ext cx="236520" cy="483480"/>
              </p14:xfrm>
            </p:contentPart>
          </mc:Choice>
          <mc:Fallback xmlns=""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E924C61D-AA1C-687B-6812-B85D410FB2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70624" y="2308464"/>
                  <a:ext cx="2487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Pismo odręczne 15">
                  <a:extLst>
                    <a:ext uri="{FF2B5EF4-FFF2-40B4-BE49-F238E27FC236}">
                      <a16:creationId xmlns:a16="http://schemas.microsoft.com/office/drawing/2014/main" id="{CF9F53A3-C0AA-8A36-34D5-F8C562A917A3}"/>
                    </a:ext>
                  </a:extLst>
                </p14:cNvPr>
                <p14:cNvContentPartPr/>
                <p14:nvPr/>
              </p14:nvContentPartPr>
              <p14:xfrm>
                <a:off x="11923704" y="2285784"/>
                <a:ext cx="46080" cy="67896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30D548D8-4FF7-058A-3183-1574F03F75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17584" y="2279664"/>
                  <a:ext cx="58320" cy="69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A22FA2D1-4479-3C07-80BF-3E9D7A21ECBE}"/>
                  </a:ext>
                </a:extLst>
              </p14:cNvPr>
              <p14:cNvContentPartPr/>
              <p14:nvPr/>
            </p14:nvContentPartPr>
            <p14:xfrm>
              <a:off x="10020924" y="1574964"/>
              <a:ext cx="426600" cy="2373480"/>
            </p14:xfrm>
          </p:contentPart>
        </mc:Choice>
        <mc:Fallback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A22FA2D1-4479-3C07-80BF-3E9D7A21EC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14804" y="1568844"/>
                <a:ext cx="438840" cy="23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7654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9E6C-CB48-9B8D-D56C-39BC2FC9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E4721-F4F9-9603-7C49-DDB5A4AECEAC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E4721-F4F9-9603-7C49-DDB5A4AEC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E2ACC0-38C2-C97B-86A8-DF79585E70D2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E2ACC0-38C2-C97B-86A8-DF79585E7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AD8D142-8F20-7BA9-65C5-590965E4D652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7285F32-97AC-F2A4-578B-62797249B28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19785466-F8D1-F1D9-3A85-6310001B59FC}"/>
              </a:ext>
            </a:extLst>
          </p:cNvPr>
          <p:cNvGrpSpPr/>
          <p:nvPr/>
        </p:nvGrpSpPr>
        <p:grpSpPr>
          <a:xfrm>
            <a:off x="10537344" y="2268504"/>
            <a:ext cx="1432440" cy="735120"/>
            <a:chOff x="10537344" y="2268504"/>
            <a:chExt cx="1432440" cy="73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4830470B-B214-3999-B2D0-0117BA297793}"/>
                    </a:ext>
                  </a:extLst>
                </p14:cNvPr>
                <p14:cNvContentPartPr/>
                <p14:nvPr/>
              </p14:nvContentPartPr>
              <p14:xfrm>
                <a:off x="10546344" y="2284704"/>
                <a:ext cx="308160" cy="606960"/>
              </p14:xfrm>
            </p:contentPart>
          </mc:Choice>
          <mc:Fallback xmlns="">
            <p:pic>
              <p:nvPicPr>
                <p:cNvPr id="7" name="Pismo odręczne 6">
                  <a:extLst>
                    <a:ext uri="{FF2B5EF4-FFF2-40B4-BE49-F238E27FC236}">
                      <a16:creationId xmlns:a16="http://schemas.microsoft.com/office/drawing/2014/main" id="{C7CE7C35-4769-81DF-E176-C2325C97D0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40224" y="2278584"/>
                  <a:ext cx="3204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Pismo odręczne 5">
                  <a:extLst>
                    <a:ext uri="{FF2B5EF4-FFF2-40B4-BE49-F238E27FC236}">
                      <a16:creationId xmlns:a16="http://schemas.microsoft.com/office/drawing/2014/main" id="{9704BDFE-DA63-763E-0B01-1810427DB10A}"/>
                    </a:ext>
                  </a:extLst>
                </p14:cNvPr>
                <p14:cNvContentPartPr/>
                <p14:nvPr/>
              </p14:nvContentPartPr>
              <p14:xfrm>
                <a:off x="10537344" y="2407104"/>
                <a:ext cx="352800" cy="390240"/>
              </p14:xfrm>
            </p:contentPart>
          </mc:Choice>
          <mc:Fallback xmlns="">
            <p:pic>
              <p:nvPicPr>
                <p:cNvPr id="8" name="Pismo odręczne 7">
                  <a:extLst>
                    <a:ext uri="{FF2B5EF4-FFF2-40B4-BE49-F238E27FC236}">
                      <a16:creationId xmlns:a16="http://schemas.microsoft.com/office/drawing/2014/main" id="{D909FAD5-6A59-7BD5-9D70-5501F66BE6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31224" y="2400984"/>
                  <a:ext cx="365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Pismo odręczne 6">
                  <a:extLst>
                    <a:ext uri="{FF2B5EF4-FFF2-40B4-BE49-F238E27FC236}">
                      <a16:creationId xmlns:a16="http://schemas.microsoft.com/office/drawing/2014/main" id="{16BE847C-6C53-A94B-06A9-C15E4D34DCA4}"/>
                    </a:ext>
                  </a:extLst>
                </p14:cNvPr>
                <p14:cNvContentPartPr/>
                <p14:nvPr/>
              </p14:nvContentPartPr>
              <p14:xfrm>
                <a:off x="10878624" y="2825424"/>
                <a:ext cx="92520" cy="178200"/>
              </p14:xfrm>
            </p:contentPart>
          </mc:Choice>
          <mc:Fallback xmlns="">
            <p:pic>
              <p:nvPicPr>
                <p:cNvPr id="9" name="Pismo odręczne 8">
                  <a:extLst>
                    <a:ext uri="{FF2B5EF4-FFF2-40B4-BE49-F238E27FC236}">
                      <a16:creationId xmlns:a16="http://schemas.microsoft.com/office/drawing/2014/main" id="{CA627C1C-2660-EA53-F6A9-0A0C2CEC19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72504" y="2819304"/>
                  <a:ext cx="104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Pismo odręczne 7">
                  <a:extLst>
                    <a:ext uri="{FF2B5EF4-FFF2-40B4-BE49-F238E27FC236}">
                      <a16:creationId xmlns:a16="http://schemas.microsoft.com/office/drawing/2014/main" id="{9139AE54-3893-A731-4D7E-F1B45F13750F}"/>
                    </a:ext>
                  </a:extLst>
                </p14:cNvPr>
                <p14:cNvContentPartPr/>
                <p14:nvPr/>
              </p14:nvContentPartPr>
              <p14:xfrm>
                <a:off x="11100384" y="2605464"/>
                <a:ext cx="247680" cy="19080"/>
              </p14:xfrm>
            </p:contentPart>
          </mc:Choice>
          <mc:Fallback xmlns="">
            <p:pic>
              <p:nvPicPr>
                <p:cNvPr id="11" name="Pismo odręczne 10">
                  <a:extLst>
                    <a:ext uri="{FF2B5EF4-FFF2-40B4-BE49-F238E27FC236}">
                      <a16:creationId xmlns:a16="http://schemas.microsoft.com/office/drawing/2014/main" id="{86DB53AA-6244-8C09-23FE-C8C42B0DD8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4264" y="2599344"/>
                  <a:ext cx="259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Pismo odręczne 8">
                  <a:extLst>
                    <a:ext uri="{FF2B5EF4-FFF2-40B4-BE49-F238E27FC236}">
                      <a16:creationId xmlns:a16="http://schemas.microsoft.com/office/drawing/2014/main" id="{748126C5-54B4-D20F-A926-53CBA7237BF0}"/>
                    </a:ext>
                  </a:extLst>
                </p14:cNvPr>
                <p14:cNvContentPartPr/>
                <p14:nvPr/>
              </p14:nvContentPartPr>
              <p14:xfrm>
                <a:off x="11118744" y="2517624"/>
                <a:ext cx="259200" cy="26280"/>
              </p14:xfrm>
            </p:contentPart>
          </mc:Choice>
          <mc:Fallback xmlns="">
            <p:pic>
              <p:nvPicPr>
                <p:cNvPr id="12" name="Pismo odręczne 11">
                  <a:extLst>
                    <a:ext uri="{FF2B5EF4-FFF2-40B4-BE49-F238E27FC236}">
                      <a16:creationId xmlns:a16="http://schemas.microsoft.com/office/drawing/2014/main" id="{E52D05EB-AAEB-D893-8B65-1E31041EA0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12624" y="2511504"/>
                  <a:ext cx="271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Pismo odręczne 10">
                  <a:extLst>
                    <a:ext uri="{FF2B5EF4-FFF2-40B4-BE49-F238E27FC236}">
                      <a16:creationId xmlns:a16="http://schemas.microsoft.com/office/drawing/2014/main" id="{F124FB43-C730-59E7-28CA-8534137CDDA0}"/>
                    </a:ext>
                  </a:extLst>
                </p14:cNvPr>
                <p14:cNvContentPartPr/>
                <p14:nvPr/>
              </p14:nvContentPartPr>
              <p14:xfrm>
                <a:off x="11514384" y="2268504"/>
                <a:ext cx="17280" cy="541080"/>
              </p14:xfrm>
            </p:contentPart>
          </mc:Choice>
          <mc:Fallback xmlns=""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C088413E-92E9-94C6-DB2A-55F62DD9F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08264" y="2262384"/>
                  <a:ext cx="295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Pismo odręczne 11">
                  <a:extLst>
                    <a:ext uri="{FF2B5EF4-FFF2-40B4-BE49-F238E27FC236}">
                      <a16:creationId xmlns:a16="http://schemas.microsoft.com/office/drawing/2014/main" id="{BF3637D0-8630-EB3E-DADF-B0A78B23B8C4}"/>
                    </a:ext>
                  </a:extLst>
                </p14:cNvPr>
                <p14:cNvContentPartPr/>
                <p14:nvPr/>
              </p14:nvContentPartPr>
              <p14:xfrm>
                <a:off x="11634264" y="2395584"/>
                <a:ext cx="24480" cy="397800"/>
              </p14:xfrm>
            </p:contentPart>
          </mc:Choice>
          <mc:Fallback xmlns="">
            <p:pic>
              <p:nvPicPr>
                <p:cNvPr id="15" name="Pismo odręczne 14">
                  <a:extLst>
                    <a:ext uri="{FF2B5EF4-FFF2-40B4-BE49-F238E27FC236}">
                      <a16:creationId xmlns:a16="http://schemas.microsoft.com/office/drawing/2014/main" id="{ABE82A4A-2414-EA08-4B7F-B7AA45A188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8144" y="2389464"/>
                  <a:ext cx="36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Pismo odręczne 13">
                  <a:extLst>
                    <a:ext uri="{FF2B5EF4-FFF2-40B4-BE49-F238E27FC236}">
                      <a16:creationId xmlns:a16="http://schemas.microsoft.com/office/drawing/2014/main" id="{D371716A-F86E-6D99-F02E-0CFF3E939794}"/>
                    </a:ext>
                  </a:extLst>
                </p14:cNvPr>
                <p14:cNvContentPartPr/>
                <p14:nvPr/>
              </p14:nvContentPartPr>
              <p14:xfrm>
                <a:off x="11722464" y="2514384"/>
                <a:ext cx="24480" cy="247320"/>
              </p14:xfrm>
            </p:contentPart>
          </mc:Choice>
          <mc:Fallback xmlns="">
            <p:pic>
              <p:nvPicPr>
                <p:cNvPr id="17" name="Pismo odręczne 16">
                  <a:extLst>
                    <a:ext uri="{FF2B5EF4-FFF2-40B4-BE49-F238E27FC236}">
                      <a16:creationId xmlns:a16="http://schemas.microsoft.com/office/drawing/2014/main" id="{7E263D99-DB44-4C2C-DAE1-9F09950B42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16344" y="2508264"/>
                  <a:ext cx="36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Pismo odręczne 14">
                  <a:extLst>
                    <a:ext uri="{FF2B5EF4-FFF2-40B4-BE49-F238E27FC236}">
                      <a16:creationId xmlns:a16="http://schemas.microsoft.com/office/drawing/2014/main" id="{33FE6658-20C0-1BEE-ED5A-E8DAD2CCCBEE}"/>
                    </a:ext>
                  </a:extLst>
                </p14:cNvPr>
                <p14:cNvContentPartPr/>
                <p14:nvPr/>
              </p14:nvContentPartPr>
              <p14:xfrm>
                <a:off x="11676744" y="2314584"/>
                <a:ext cx="236520" cy="483480"/>
              </p14:xfrm>
            </p:contentPart>
          </mc:Choice>
          <mc:Fallback xmlns=""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E924C61D-AA1C-687B-6812-B85D410FB2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70624" y="2308464"/>
                  <a:ext cx="2487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Pismo odręczne 15">
                  <a:extLst>
                    <a:ext uri="{FF2B5EF4-FFF2-40B4-BE49-F238E27FC236}">
                      <a16:creationId xmlns:a16="http://schemas.microsoft.com/office/drawing/2014/main" id="{F02EF196-B52B-53CF-4F3A-E549BD4954D6}"/>
                    </a:ext>
                  </a:extLst>
                </p14:cNvPr>
                <p14:cNvContentPartPr/>
                <p14:nvPr/>
              </p14:nvContentPartPr>
              <p14:xfrm>
                <a:off x="11923704" y="2285784"/>
                <a:ext cx="46080" cy="678960"/>
              </p14:xfrm>
            </p:contentPart>
          </mc:Choice>
          <mc:Fallback xmlns=""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30D548D8-4FF7-058A-3183-1574F03F75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17584" y="2279664"/>
                  <a:ext cx="58320" cy="69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D7809E7C-773C-6E13-F61E-896E8C6FCBEA}"/>
                  </a:ext>
                </a:extLst>
              </p14:cNvPr>
              <p14:cNvContentPartPr/>
              <p14:nvPr/>
            </p14:nvContentPartPr>
            <p14:xfrm>
              <a:off x="10020924" y="1574964"/>
              <a:ext cx="426600" cy="2373480"/>
            </p14:xfrm>
          </p:contentPart>
        </mc:Choice>
        <mc:Fallback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D7809E7C-773C-6E13-F61E-896E8C6FCB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14804" y="1568844"/>
                <a:ext cx="438840" cy="238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a 17">
            <a:extLst>
              <a:ext uri="{FF2B5EF4-FFF2-40B4-BE49-F238E27FC236}">
                <a16:creationId xmlns:a16="http://schemas.microsoft.com/office/drawing/2014/main" id="{CDFE169F-2F34-9AA9-A01F-B2F74F083C76}"/>
              </a:ext>
            </a:extLst>
          </p:cNvPr>
          <p:cNvGrpSpPr/>
          <p:nvPr/>
        </p:nvGrpSpPr>
        <p:grpSpPr>
          <a:xfrm>
            <a:off x="6437304" y="4082184"/>
            <a:ext cx="2246400" cy="856080"/>
            <a:chOff x="6437304" y="4082184"/>
            <a:chExt cx="2246400" cy="85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B9503653-34C6-427E-F836-91E1D232B86D}"/>
                    </a:ext>
                  </a:extLst>
                </p14:cNvPr>
                <p14:cNvContentPartPr/>
                <p14:nvPr/>
              </p14:nvContentPartPr>
              <p14:xfrm>
                <a:off x="6468984" y="4224384"/>
                <a:ext cx="196920" cy="515160"/>
              </p14:xfrm>
            </p:contentPart>
          </mc:Choice>
          <mc:Fallback xmlns=""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A6ED6BEA-E555-AE5C-09E6-705DF09907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2864" y="4218264"/>
                  <a:ext cx="2091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Pismo odręczne 19">
                  <a:extLst>
                    <a:ext uri="{FF2B5EF4-FFF2-40B4-BE49-F238E27FC236}">
                      <a16:creationId xmlns:a16="http://schemas.microsoft.com/office/drawing/2014/main" id="{7AA5A8F9-F34E-F6D1-F0D1-4B355EFB4EF4}"/>
                    </a:ext>
                  </a:extLst>
                </p14:cNvPr>
                <p14:cNvContentPartPr/>
                <p14:nvPr/>
              </p14:nvContentPartPr>
              <p14:xfrm>
                <a:off x="6437304" y="4344264"/>
                <a:ext cx="366480" cy="374400"/>
              </p14:xfrm>
            </p:contentPart>
          </mc:Choice>
          <mc:Fallback xmlns="">
            <p:pic>
              <p:nvPicPr>
                <p:cNvPr id="23" name="Pismo odręczne 22">
                  <a:extLst>
                    <a:ext uri="{FF2B5EF4-FFF2-40B4-BE49-F238E27FC236}">
                      <a16:creationId xmlns:a16="http://schemas.microsoft.com/office/drawing/2014/main" id="{A54B223F-420D-41BB-5297-1192AC9FAA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1178" y="4338144"/>
                  <a:ext cx="378732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Pismo odręczne 20">
                  <a:extLst>
                    <a:ext uri="{FF2B5EF4-FFF2-40B4-BE49-F238E27FC236}">
                      <a16:creationId xmlns:a16="http://schemas.microsoft.com/office/drawing/2014/main" id="{17057C70-D959-4A43-8A9A-1325E69B90AB}"/>
                    </a:ext>
                  </a:extLst>
                </p14:cNvPr>
                <p14:cNvContentPartPr/>
                <p14:nvPr/>
              </p14:nvContentPartPr>
              <p14:xfrm>
                <a:off x="6839424" y="4670424"/>
                <a:ext cx="82080" cy="220680"/>
              </p14:xfrm>
            </p:contentPart>
          </mc:Choice>
          <mc:Fallback xmlns=""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2C9E75D9-8018-5D68-9396-8B01C7CE12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33304" y="4664304"/>
                  <a:ext cx="94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754AC989-DAA3-E1B3-B41A-6660ECE8AA06}"/>
                    </a:ext>
                  </a:extLst>
                </p14:cNvPr>
                <p14:cNvContentPartPr/>
                <p14:nvPr/>
              </p14:nvContentPartPr>
              <p14:xfrm>
                <a:off x="6866784" y="4801464"/>
                <a:ext cx="198000" cy="136800"/>
              </p14:xfrm>
            </p:contentPart>
          </mc:Choice>
          <mc:Fallback xmlns=""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80C2739C-B497-E392-E308-548BB1EE67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0653" y="4795344"/>
                  <a:ext cx="210262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Pismo odręczne 22">
                  <a:extLst>
                    <a:ext uri="{FF2B5EF4-FFF2-40B4-BE49-F238E27FC236}">
                      <a16:creationId xmlns:a16="http://schemas.microsoft.com/office/drawing/2014/main" id="{DC08ADEA-B5FD-902B-6041-B0E55BB55690}"/>
                    </a:ext>
                  </a:extLst>
                </p14:cNvPr>
                <p14:cNvContentPartPr/>
                <p14:nvPr/>
              </p14:nvContentPartPr>
              <p14:xfrm>
                <a:off x="7095744" y="4507704"/>
                <a:ext cx="210960" cy="2772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523C980F-7D98-3F64-AF4E-29C61692A5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89624" y="4501503"/>
                  <a:ext cx="223200" cy="40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0DF8D7C9-D8AB-E061-9272-418BC2BAEE7A}"/>
                    </a:ext>
                  </a:extLst>
                </p14:cNvPr>
                <p14:cNvContentPartPr/>
                <p14:nvPr/>
              </p14:nvContentPartPr>
              <p14:xfrm>
                <a:off x="7132464" y="4424904"/>
                <a:ext cx="182520" cy="19080"/>
              </p14:xfrm>
            </p:contentPart>
          </mc:Choice>
          <mc:Fallback xmlns="">
            <p:pic>
              <p:nvPicPr>
                <p:cNvPr id="29" name="Pismo odręczne 28">
                  <a:extLst>
                    <a:ext uri="{FF2B5EF4-FFF2-40B4-BE49-F238E27FC236}">
                      <a16:creationId xmlns:a16="http://schemas.microsoft.com/office/drawing/2014/main" id="{ABB13EE0-0509-E1A6-B1AB-D4E254350DD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26344" y="4418897"/>
                  <a:ext cx="194760" cy="31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Pismo odręczne 24">
                  <a:extLst>
                    <a:ext uri="{FF2B5EF4-FFF2-40B4-BE49-F238E27FC236}">
                      <a16:creationId xmlns:a16="http://schemas.microsoft.com/office/drawing/2014/main" id="{A4DDD6E7-9AA7-0716-922A-F78FFBE2BE34}"/>
                    </a:ext>
                  </a:extLst>
                </p14:cNvPr>
                <p14:cNvContentPartPr/>
                <p14:nvPr/>
              </p14:nvContentPartPr>
              <p14:xfrm>
                <a:off x="7559424" y="4270104"/>
                <a:ext cx="176040" cy="110520"/>
              </p14:xfrm>
            </p:contentPart>
          </mc:Choice>
          <mc:Fallback xmlns="">
            <p:pic>
              <p:nvPicPr>
                <p:cNvPr id="31" name="Pismo odręczne 30">
                  <a:extLst>
                    <a:ext uri="{FF2B5EF4-FFF2-40B4-BE49-F238E27FC236}">
                      <a16:creationId xmlns:a16="http://schemas.microsoft.com/office/drawing/2014/main" id="{6A8CBAF1-0DE8-4E48-C79C-6ACB34F2656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53316" y="4263984"/>
                  <a:ext cx="18825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89D67A3E-F18B-6033-0EAE-C5F43A11083B}"/>
                    </a:ext>
                  </a:extLst>
                </p14:cNvPr>
                <p14:cNvContentPartPr/>
                <p14:nvPr/>
              </p14:nvContentPartPr>
              <p14:xfrm>
                <a:off x="7464744" y="4279104"/>
                <a:ext cx="106920" cy="209520"/>
              </p14:xfrm>
            </p:contentPart>
          </mc:Choice>
          <mc:Fallback xmlns="">
            <p:pic>
              <p:nvPicPr>
                <p:cNvPr id="33" name="Pismo odręczne 32">
                  <a:extLst>
                    <a:ext uri="{FF2B5EF4-FFF2-40B4-BE49-F238E27FC236}">
                      <a16:creationId xmlns:a16="http://schemas.microsoft.com/office/drawing/2014/main" id="{ED6F523E-637C-BF15-9480-DD82FF399B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58603" y="4272984"/>
                  <a:ext cx="119201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6C1980F1-621B-F9EB-2D60-F287B97B2FC3}"/>
                    </a:ext>
                  </a:extLst>
                </p14:cNvPr>
                <p14:cNvContentPartPr/>
                <p14:nvPr/>
              </p14:nvContentPartPr>
              <p14:xfrm>
                <a:off x="7477704" y="4489344"/>
                <a:ext cx="100080" cy="19584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82C283BC-70FC-C3C6-4489-E77B0C8ACA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71584" y="4483224"/>
                  <a:ext cx="112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1F1C4A6F-A90D-3FE3-A19F-19CC5155A044}"/>
                    </a:ext>
                  </a:extLst>
                </p14:cNvPr>
                <p14:cNvContentPartPr/>
                <p14:nvPr/>
              </p14:nvContentPartPr>
              <p14:xfrm>
                <a:off x="7571304" y="4582224"/>
                <a:ext cx="136440" cy="9612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361C09F7-9894-E0EE-D5CA-7646E765ED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5184" y="4576104"/>
                  <a:ext cx="148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Pismo odręczne 28">
                  <a:extLst>
                    <a:ext uri="{FF2B5EF4-FFF2-40B4-BE49-F238E27FC236}">
                      <a16:creationId xmlns:a16="http://schemas.microsoft.com/office/drawing/2014/main" id="{F1A06903-0D7D-A375-40B1-E8BAC2D5E864}"/>
                    </a:ext>
                  </a:extLst>
                </p14:cNvPr>
                <p14:cNvContentPartPr/>
                <p14:nvPr/>
              </p14:nvContentPartPr>
              <p14:xfrm>
                <a:off x="7891344" y="4505904"/>
                <a:ext cx="190080" cy="2988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D495F991-16F7-85D4-5466-C5E7805D62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85224" y="4499709"/>
                  <a:ext cx="202320" cy="42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Pismo odręczne 29">
                  <a:extLst>
                    <a:ext uri="{FF2B5EF4-FFF2-40B4-BE49-F238E27FC236}">
                      <a16:creationId xmlns:a16="http://schemas.microsoft.com/office/drawing/2014/main" id="{AAA73F81-556C-354E-C719-86565523FDB3}"/>
                    </a:ext>
                  </a:extLst>
                </p14:cNvPr>
                <p14:cNvContentPartPr/>
                <p14:nvPr/>
              </p14:nvContentPartPr>
              <p14:xfrm>
                <a:off x="7909344" y="4425624"/>
                <a:ext cx="200880" cy="2808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C54B2002-5F28-D07D-6581-22E403E223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03224" y="4419504"/>
                  <a:ext cx="213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Pismo odręczne 30">
                  <a:extLst>
                    <a:ext uri="{FF2B5EF4-FFF2-40B4-BE49-F238E27FC236}">
                      <a16:creationId xmlns:a16="http://schemas.microsoft.com/office/drawing/2014/main" id="{B1C0FA7D-3B1C-919C-57CC-3E452AE95AF3}"/>
                    </a:ext>
                  </a:extLst>
                </p14:cNvPr>
                <p14:cNvContentPartPr/>
                <p14:nvPr/>
              </p14:nvContentPartPr>
              <p14:xfrm>
                <a:off x="8242344" y="4271184"/>
                <a:ext cx="260640" cy="609480"/>
              </p14:xfrm>
            </p:contentPart>
          </mc:Choice>
          <mc:Fallback xmlns="">
            <p:pic>
              <p:nvPicPr>
                <p:cNvPr id="40" name="Pismo odręczne 39">
                  <a:extLst>
                    <a:ext uri="{FF2B5EF4-FFF2-40B4-BE49-F238E27FC236}">
                      <a16:creationId xmlns:a16="http://schemas.microsoft.com/office/drawing/2014/main" id="{9E717AEE-3FDA-D466-BA8F-87444CB21E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36224" y="4265064"/>
                  <a:ext cx="27288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E8D36546-6BC3-4A19-265A-FDBB3FD3DEEE}"/>
                    </a:ext>
                  </a:extLst>
                </p14:cNvPr>
                <p14:cNvContentPartPr/>
                <p14:nvPr/>
              </p14:nvContentPartPr>
              <p14:xfrm>
                <a:off x="8475984" y="4082184"/>
                <a:ext cx="27720" cy="279360"/>
              </p14:xfrm>
            </p:contentPart>
          </mc:Choice>
          <mc:Fallback xmlns="">
            <p:pic>
              <p:nvPicPr>
                <p:cNvPr id="42" name="Pismo odręczne 41">
                  <a:extLst>
                    <a:ext uri="{FF2B5EF4-FFF2-40B4-BE49-F238E27FC236}">
                      <a16:creationId xmlns:a16="http://schemas.microsoft.com/office/drawing/2014/main" id="{5AF61AD1-DC26-753F-FD50-224F51360A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69864" y="4076064"/>
                  <a:ext cx="39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Pismo odręczne 32">
                  <a:extLst>
                    <a:ext uri="{FF2B5EF4-FFF2-40B4-BE49-F238E27FC236}">
                      <a16:creationId xmlns:a16="http://schemas.microsoft.com/office/drawing/2014/main" id="{8ED62CCD-7380-EDA1-9140-6C82BACF1557}"/>
                    </a:ext>
                  </a:extLst>
                </p14:cNvPr>
                <p14:cNvContentPartPr/>
                <p14:nvPr/>
              </p14:nvContentPartPr>
              <p14:xfrm>
                <a:off x="8549784" y="4187664"/>
                <a:ext cx="7560" cy="191880"/>
              </p14:xfrm>
            </p:contentPart>
          </mc:Choice>
          <mc:Fallback xmlns="">
            <p:pic>
              <p:nvPicPr>
                <p:cNvPr id="43" name="Pismo odręczne 42">
                  <a:extLst>
                    <a:ext uri="{FF2B5EF4-FFF2-40B4-BE49-F238E27FC236}">
                      <a16:creationId xmlns:a16="http://schemas.microsoft.com/office/drawing/2014/main" id="{E82FC4B4-5121-0F53-22C5-7F0FC9559D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43664" y="4181532"/>
                  <a:ext cx="19800" cy="2041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928CB36C-B642-AE69-BE8B-3D5D932BC8D3}"/>
                    </a:ext>
                  </a:extLst>
                </p14:cNvPr>
                <p14:cNvContentPartPr/>
                <p14:nvPr/>
              </p14:nvContentPartPr>
              <p14:xfrm>
                <a:off x="8511984" y="4093704"/>
                <a:ext cx="171720" cy="27396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2C3879EE-BDFD-BCA0-C683-256C38DF63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05864" y="4087584"/>
                  <a:ext cx="1839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249F9FEF-814A-CA47-B330-EB863AB255DD}"/>
              </a:ext>
            </a:extLst>
          </p:cNvPr>
          <p:cNvGrpSpPr/>
          <p:nvPr/>
        </p:nvGrpSpPr>
        <p:grpSpPr>
          <a:xfrm>
            <a:off x="8778024" y="4470624"/>
            <a:ext cx="200520" cy="101160"/>
            <a:chOff x="8778024" y="4470624"/>
            <a:chExt cx="20052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04E8AAB3-114C-C825-282B-5D9261386CFB}"/>
                    </a:ext>
                  </a:extLst>
                </p14:cNvPr>
                <p14:cNvContentPartPr/>
                <p14:nvPr/>
              </p14:nvContentPartPr>
              <p14:xfrm>
                <a:off x="8778024" y="4535784"/>
                <a:ext cx="182160" cy="36000"/>
              </p14:xfrm>
            </p:contentPart>
          </mc:Choice>
          <mc:Fallback xmlns=""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7B8E0B5E-F7E9-6524-7190-2BF49E7124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71904" y="4529664"/>
                  <a:ext cx="194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FE5699B1-831D-29B7-BB63-9D68EF0AB3AA}"/>
                    </a:ext>
                  </a:extLst>
                </p14:cNvPr>
                <p14:cNvContentPartPr/>
                <p14:nvPr/>
              </p14:nvContentPartPr>
              <p14:xfrm>
                <a:off x="8823744" y="4470624"/>
                <a:ext cx="154800" cy="19080"/>
              </p14:xfrm>
            </p:contentPart>
          </mc:Choice>
          <mc:Fallback xmlns=""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02988888-223E-46C8-CC9F-140040E84A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17624" y="4464617"/>
                  <a:ext cx="167040" cy="3109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Pismo odręczne 37">
                <a:extLst>
                  <a:ext uri="{FF2B5EF4-FFF2-40B4-BE49-F238E27FC236}">
                    <a16:creationId xmlns:a16="http://schemas.microsoft.com/office/drawing/2014/main" id="{3F4A0E2B-7252-39C2-8716-42F47D7BCF35}"/>
                  </a:ext>
                </a:extLst>
              </p14:cNvPr>
              <p14:cNvContentPartPr/>
              <p14:nvPr/>
            </p14:nvContentPartPr>
            <p14:xfrm>
              <a:off x="9035784" y="4296744"/>
              <a:ext cx="316080" cy="598320"/>
            </p14:xfrm>
          </p:contentPart>
        </mc:Choice>
        <mc:Fallback>
          <p:pic>
            <p:nvPicPr>
              <p:cNvPr id="38" name="Pismo odręczne 37">
                <a:extLst>
                  <a:ext uri="{FF2B5EF4-FFF2-40B4-BE49-F238E27FC236}">
                    <a16:creationId xmlns:a16="http://schemas.microsoft.com/office/drawing/2014/main" id="{3F4A0E2B-7252-39C2-8716-42F47D7BCF3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29664" y="4290620"/>
                <a:ext cx="328320" cy="610567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upa 38">
            <a:extLst>
              <a:ext uri="{FF2B5EF4-FFF2-40B4-BE49-F238E27FC236}">
                <a16:creationId xmlns:a16="http://schemas.microsoft.com/office/drawing/2014/main" id="{F8E27039-BDB0-7A0A-7435-400EDF418251}"/>
              </a:ext>
            </a:extLst>
          </p:cNvPr>
          <p:cNvGrpSpPr/>
          <p:nvPr/>
        </p:nvGrpSpPr>
        <p:grpSpPr>
          <a:xfrm>
            <a:off x="9305784" y="4105584"/>
            <a:ext cx="1230840" cy="813600"/>
            <a:chOff x="9305784" y="4105584"/>
            <a:chExt cx="1230840" cy="81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Pismo odręczne 39">
                  <a:extLst>
                    <a:ext uri="{FF2B5EF4-FFF2-40B4-BE49-F238E27FC236}">
                      <a16:creationId xmlns:a16="http://schemas.microsoft.com/office/drawing/2014/main" id="{1D8F7E47-A533-27B9-1D01-8CCDCC097707}"/>
                    </a:ext>
                  </a:extLst>
                </p14:cNvPr>
                <p14:cNvContentPartPr/>
                <p14:nvPr/>
              </p14:nvContentPartPr>
              <p14:xfrm>
                <a:off x="9305784" y="4105584"/>
                <a:ext cx="185760" cy="394560"/>
              </p14:xfrm>
            </p:contentPart>
          </mc:Choice>
          <mc:Fallback xmlns=""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346E63FE-F4F1-8D7B-A6AE-0CA338E65D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99664" y="4099464"/>
                  <a:ext cx="1980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2C2B7259-5EAA-85AD-BD2A-8DA9256E1F06}"/>
                    </a:ext>
                  </a:extLst>
                </p14:cNvPr>
                <p14:cNvContentPartPr/>
                <p14:nvPr/>
              </p14:nvContentPartPr>
              <p14:xfrm>
                <a:off x="9313704" y="4183704"/>
                <a:ext cx="189000" cy="308160"/>
              </p14:xfrm>
            </p:contentPart>
          </mc:Choice>
          <mc:Fallback xmlns=""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D6D3B791-5DE0-EB08-90EA-0711BA457B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07584" y="4177584"/>
                  <a:ext cx="201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92603E92-666E-1C71-5FFD-069836EBE6D2}"/>
                    </a:ext>
                  </a:extLst>
                </p14:cNvPr>
                <p14:cNvContentPartPr/>
                <p14:nvPr/>
              </p14:nvContentPartPr>
              <p14:xfrm>
                <a:off x="9543744" y="4455504"/>
                <a:ext cx="74880" cy="91440"/>
              </p14:xfrm>
            </p:contentPart>
          </mc:Choice>
          <mc:Fallback xmlns=""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CD1C5DED-8B19-EB31-0FD9-A462BB6057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37624" y="4449408"/>
                  <a:ext cx="87120" cy="10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Pismo odręczne 42">
                  <a:extLst>
                    <a:ext uri="{FF2B5EF4-FFF2-40B4-BE49-F238E27FC236}">
                      <a16:creationId xmlns:a16="http://schemas.microsoft.com/office/drawing/2014/main" id="{C477AE14-4D98-DA55-7614-7AF996FDCC3A}"/>
                    </a:ext>
                  </a:extLst>
                </p14:cNvPr>
                <p14:cNvContentPartPr/>
                <p14:nvPr/>
              </p14:nvContentPartPr>
              <p14:xfrm>
                <a:off x="9765864" y="4607784"/>
                <a:ext cx="210600" cy="10080"/>
              </p14:xfrm>
            </p:contentPart>
          </mc:Choice>
          <mc:Fallback xmlns="">
            <p:pic>
              <p:nvPicPr>
                <p:cNvPr id="56" name="Pismo odręczne 55">
                  <a:extLst>
                    <a:ext uri="{FF2B5EF4-FFF2-40B4-BE49-F238E27FC236}">
                      <a16:creationId xmlns:a16="http://schemas.microsoft.com/office/drawing/2014/main" id="{7A44AC88-E4CE-6637-4CD0-62DF6C0436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59744" y="4601664"/>
                  <a:ext cx="222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940A2016-2944-794E-10F5-65B6F891B211}"/>
                    </a:ext>
                  </a:extLst>
                </p14:cNvPr>
                <p14:cNvContentPartPr/>
                <p14:nvPr/>
              </p14:nvContentPartPr>
              <p14:xfrm>
                <a:off x="9781704" y="4509504"/>
                <a:ext cx="221760" cy="28080"/>
              </p14:xfrm>
            </p:contentPart>
          </mc:Choice>
          <mc:Fallback xmlns="">
            <p:pic>
              <p:nvPicPr>
                <p:cNvPr id="57" name="Pismo odręczne 56">
                  <a:extLst>
                    <a:ext uri="{FF2B5EF4-FFF2-40B4-BE49-F238E27FC236}">
                      <a16:creationId xmlns:a16="http://schemas.microsoft.com/office/drawing/2014/main" id="{C9642133-59D8-42CC-3552-98408D2ED4A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75584" y="4503384"/>
                  <a:ext cx="23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Pismo odręczne 44">
                  <a:extLst>
                    <a:ext uri="{FF2B5EF4-FFF2-40B4-BE49-F238E27FC236}">
                      <a16:creationId xmlns:a16="http://schemas.microsoft.com/office/drawing/2014/main" id="{AF608B31-9B26-863D-A8FD-294453AF20ED}"/>
                    </a:ext>
                  </a:extLst>
                </p14:cNvPr>
                <p14:cNvContentPartPr/>
                <p14:nvPr/>
              </p14:nvContentPartPr>
              <p14:xfrm>
                <a:off x="10130904" y="4288104"/>
                <a:ext cx="19440" cy="530640"/>
              </p14:xfrm>
            </p:contentPart>
          </mc:Choice>
          <mc:Fallback xmlns="">
            <p:pic>
              <p:nvPicPr>
                <p:cNvPr id="58" name="Pismo odręczne 57">
                  <a:extLst>
                    <a:ext uri="{FF2B5EF4-FFF2-40B4-BE49-F238E27FC236}">
                      <a16:creationId xmlns:a16="http://schemas.microsoft.com/office/drawing/2014/main" id="{3B2BD14B-4402-409C-0A7E-4A120C2A9B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24784" y="4281984"/>
                  <a:ext cx="3168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A9561E18-8419-3C95-E24F-A93F9429CF52}"/>
                    </a:ext>
                  </a:extLst>
                </p14:cNvPr>
                <p14:cNvContentPartPr/>
                <p14:nvPr/>
              </p14:nvContentPartPr>
              <p14:xfrm>
                <a:off x="10250424" y="4315824"/>
                <a:ext cx="18360" cy="463320"/>
              </p14:xfrm>
            </p:contentPart>
          </mc:Choice>
          <mc:Fallback xmlns=""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13D102F5-4F91-D748-31C4-73E9210EEA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44304" y="4309704"/>
                  <a:ext cx="306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D487C0FF-1648-32B0-A27A-39E81013565B}"/>
                    </a:ext>
                  </a:extLst>
                </p14:cNvPr>
                <p14:cNvContentPartPr/>
                <p14:nvPr/>
              </p14:nvContentPartPr>
              <p14:xfrm>
                <a:off x="10322064" y="4458744"/>
                <a:ext cx="13680" cy="296640"/>
              </p14:xfrm>
            </p:contentPart>
          </mc:Choice>
          <mc:Fallback xmlns=""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9D1B57E9-BEA1-620E-90A7-3515FEC47C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15944" y="4452617"/>
                  <a:ext cx="25920" cy="30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8C91CED5-458A-4DFE-FB1E-92227A36904F}"/>
                    </a:ext>
                  </a:extLst>
                </p14:cNvPr>
                <p14:cNvContentPartPr/>
                <p14:nvPr/>
              </p14:nvContentPartPr>
              <p14:xfrm>
                <a:off x="10268784" y="4314024"/>
                <a:ext cx="196200" cy="447840"/>
              </p14:xfrm>
            </p:contentPart>
          </mc:Choice>
          <mc:Fallback xmlns=""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EC89EF87-F733-18FF-7A17-6DFEA08654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62664" y="4307904"/>
                  <a:ext cx="2084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Pismo odręczne 48">
                  <a:extLst>
                    <a:ext uri="{FF2B5EF4-FFF2-40B4-BE49-F238E27FC236}">
                      <a16:creationId xmlns:a16="http://schemas.microsoft.com/office/drawing/2014/main" id="{8B436E5C-E12E-3697-E70C-8C79F81DBA28}"/>
                    </a:ext>
                  </a:extLst>
                </p14:cNvPr>
                <p14:cNvContentPartPr/>
                <p14:nvPr/>
              </p14:nvContentPartPr>
              <p14:xfrm>
                <a:off x="10479744" y="4222584"/>
                <a:ext cx="56880" cy="696600"/>
              </p14:xfrm>
            </p:contentPart>
          </mc:Choice>
          <mc:Fallback xmlns="">
            <p:pic>
              <p:nvPicPr>
                <p:cNvPr id="64" name="Pismo odręczne 63">
                  <a:extLst>
                    <a:ext uri="{FF2B5EF4-FFF2-40B4-BE49-F238E27FC236}">
                      <a16:creationId xmlns:a16="http://schemas.microsoft.com/office/drawing/2014/main" id="{FB367B62-02D8-12E0-9D92-A6C6BAC657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73624" y="4216461"/>
                  <a:ext cx="69120" cy="70884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449195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3080</Words>
  <Application>Microsoft Office PowerPoint</Application>
  <PresentationFormat>Panoramiczny</PresentationFormat>
  <Paragraphs>322</Paragraphs>
  <Slides>42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57</cp:revision>
  <dcterms:created xsi:type="dcterms:W3CDTF">2024-10-31T12:17:59Z</dcterms:created>
  <dcterms:modified xsi:type="dcterms:W3CDTF">2025-06-10T11:32:12Z</dcterms:modified>
</cp:coreProperties>
</file>