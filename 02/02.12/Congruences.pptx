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3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3" r:id="rId24"/>
    <p:sldId id="287" r:id="rId25"/>
    <p:sldId id="286" r:id="rId26"/>
    <p:sldId id="285" r:id="rId27"/>
    <p:sldId id="284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14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8T11:25:39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23777 12577 0,'-17'0'0,"-36"35"31,0 0-15,17 36-1,-52 193 17,71-34-1,105-125 0,-71-105-31,1 0 16,53-105 15,-212 105 0,70 88 0,71-71-31,18-34 16</inkml:trace>
  <inkml:trace contextRef="#ctx0" brushRef="#br0" timeOffset="1592.51">24095 12541 0,'0'0'0,"0"18"46,-18 52-30,18-34-16,-53 211 31,18-18 1,35-88-1</inkml:trace>
  <inkml:trace contextRef="#ctx0" brushRef="#br0" timeOffset="1852.55">24218 13018 0,'-35'-18'31,"35"36"-31,35-18 0,-88 0 16,36 17-16,17 1 0,-18 17 0,18 53 31,123-17 0,-87-89-15,-1 18-16</inkml:trace>
  <inkml:trace contextRef="#ctx0" brushRef="#br0" timeOffset="2227.67">24571 13018 0,'18'17'15,"-1"-17"1,36 18 0,-35-1-16,-1-17 15,36-17 1,-35-1-1</inkml:trace>
  <inkml:trace contextRef="#ctx0" brushRef="#br0" timeOffset="2459.71">24694 12841 0,'-17'53'31,"-1"141"1,36-70-17</inkml:trace>
  <inkml:trace contextRef="#ctx0" brushRef="#br0" timeOffset="3099.4">25047 12629 0,'0'0'0,"0"-35"31,-17 106 1,-19 35-17,1 88 17,88-71-1,-35-123-31,105-53 31,-105 88 0,-54 36-15,19-36-16,17 1 0,-18 16 16,-17 54-1,53-18 1</inkml:trace>
  <inkml:trace contextRef="#ctx0" brushRef="#br0" timeOffset="6352.71">25806 13106 0,'17'0'0,"1"-18"16,53 18 0,-54 0-16,18 0 0,124 18 31,-141-18-31,105 0 31,-105 0-15,0 0-16</inkml:trace>
  <inkml:trace contextRef="#ctx0" brushRef="#br0" timeOffset="6596.75">25894 13018 0,'0'0'0,"70"-18"15,-17 18 1,71 0 0,-89 0-16,-17 0 15,17 0-15,36 0 16</inkml:trace>
  <inkml:trace contextRef="#ctx0" brushRef="#br0" timeOffset="7042.66">25982 12806 0,'0'0'0,"-70"53"32,34-36-17,19 19-15,-142 70 16,71-18 0,52-71-1,19 124 1,34-105-16,160 17 31,-107-53-15,-17 0-16,71-53 15</inkml:trace>
  <inkml:trace contextRef="#ctx0" brushRef="#br0" timeOffset="7384.63">26282 12718 0,'0'0'0,"88"35"31,-53-17-16,159 105 1,0-17 15,-176-88-15,0 52 0,-36-70-1,-105 71 1,87-54-1,1-17-15,-53 18 16</inkml:trace>
  <inkml:trace contextRef="#ctx0" brushRef="#br0" timeOffset="8178.84">27323 12647 0,'0'-18'0,"-53"18"31,0 36-15,53-19-16,-106 248 31,106 35 0,18-265-31,105 36 32,-52-195-1,-177 36 0,0 159 0,106-54-31,18 18 16</inkml:trace>
  <inkml:trace contextRef="#ctx0" brushRef="#br0" timeOffset="8534.94">27640 12647 0,'18'-18'15,"-36"71"17,18-17-17,-17-1-15,-36 159 16,35-141-16,-17 194 31,52-230-15</inkml:trace>
  <inkml:trace contextRef="#ctx0" brushRef="#br0" timeOffset="8739.51">27711 13141 0,'0'0'0,"-71"53"16,54-35-1,17 123 1,0-124 0,123-17-1</inkml:trace>
  <inkml:trace contextRef="#ctx0" brushRef="#br0" timeOffset="9669.34">27958 13053 0,'17'0'15,"1"0"1,0 0-16,52 0 31,18-35 0</inkml:trace>
  <inkml:trace contextRef="#ctx0" brushRef="#br0" timeOffset="10196.27">28381 12806 0,'53'-71'31,"-35"71"-15,-1-17-16,54-19 15,17 54 16,-70 0-31,34 70 32,-52-18-17,0-34-15,0-1 16,-88 141 0,-18 18 15,142-105-16,-19-72 1,177 1 0,-158-36-1,158-35 1,-141 36 0,-36 17-16</inkml:trace>
  <inkml:trace contextRef="#ctx0" brushRef="#br0" timeOffset="62960.01">22807 14464 0,'0'-18'0,"18"18"16,-18-17 0,35-19 15,0-34-16,18-18 17,0 17-17,-35 53-15,-1-17 16,36-53 0,-35 53-1,0 17 1,-18 0-16,17 18 31,-17 141 0,0-88-15,-35 212 0,17-194-1</inkml:trace>
  <inkml:trace contextRef="#ctx0" brushRef="#br0" timeOffset="63466.56">23354 14429 0,'0'0'0,"0"-18"16,70-70 15,-52 70-15,70-123 0,-70 123-1,0-17-15,52-88 16,-70 105-1,53-35 17,-35 53-32,-18 141 31,-36 53-15,36-141-16,-35 124 31</inkml:trace>
  <inkml:trace contextRef="#ctx0" brushRef="#br0" timeOffset="63904.28">23865 14429 0,'18'0'15,"0"0"-15,-54 0 0,89 17 16,-35-17-16,35 18 15,123 17 17,-140-52-17</inkml:trace>
  <inkml:trace contextRef="#ctx0" brushRef="#br0" timeOffset="64091.85">24042 14270 0,'17'0'0,"-34"0"0,70 0 16,-36 0-16,89 18 31,-88-18-15,-1 0-16</inkml:trace>
  <inkml:trace contextRef="#ctx0" brushRef="#br0" timeOffset="65827.16">24606 14323 0,'0'-18'31,"18"1"-15,17-54 15,18-17 0,-35 70-31,35-88 31,-18 36 1,-35 70-1,0 123 0,-18 107 0,-17 34 1,35-229-32,0 18 15</inkml:trace>
  <inkml:trace contextRef="#ctx0" brushRef="#br0" timeOffset="66165.27">25083 14376 0,'0'-18'31,"0"36"-15</inkml:trace>
  <inkml:trace contextRef="#ctx0" brushRef="#br0" timeOffset="66822.45">25576 14076 0,'0'0'0,"-17"-35"16,17 17-16,0 0 15,0-17 17,-36 53-1,-16 70-16,34-53 1,-70 177 0,70-159-16,18-18 15,0 18-15,18 70 16,-1-105 0,1 0-16,70-18 15,0-53 1,-88 35-1,18-70 1,-36 88 0,1-18-16,-89 54 15,53 34 17</inkml:trace>
  <inkml:trace contextRef="#ctx0" brushRef="#br0" timeOffset="67382.17">25841 14340 0,'0'0'0,"35"0"32,-17 0-32,88 0 31,17-35 0</inkml:trace>
  <inkml:trace contextRef="#ctx0" brushRef="#br0" timeOffset="67576.86">26053 14093 0,'0'53'16,"-18"-17"-16,0 140 31,1-70-15,17-71-16,0-17 0,0-1 15</inkml:trace>
  <inkml:trace contextRef="#ctx0" brushRef="#br0" timeOffset="68006.5">26476 14058 0,'0'0'15,"-18"53"1,-17 88 15,53-70-15,-1-54-16,1-17 15,70 53 1,0-17 15,-70 17-15,-18-36-16,-53 89 31,0-53-15,36-35-16,-19-18 15,-52 0 1</inkml:trace>
  <inkml:trace contextRef="#ctx0" brushRef="#br0" timeOffset="68151.57">26494 14164 0,'0'0'0,"35"-35"16,-17 35-16,17 0 15,106 35 1,-123-35 0,17 0-16</inkml:trace>
  <inkml:trace contextRef="#ctx0" brushRef="#br0" timeOffset="69211.86">22948 15169 0,'0'-17'32,"18"-1"-17,52-52 1,1-1 0,-53 53-1,70-70 1,-88 71-16,17 52 31,-34 0-15,17 18-16,-35 141 15,35-141 1,0 0-16,0 123 16,0-158-1</inkml:trace>
  <inkml:trace contextRef="#ctx0" brushRef="#br0" timeOffset="69587.97">23424 15293 0,'36'-35'31,"34"-36"0,-52 53-31,70-70 32,-70 106-17,-36 194 17,0 35-1</inkml:trace>
  <inkml:trace contextRef="#ctx0" brushRef="#br0" timeOffset="69839.03">23989 15469 0,'0'0'0,"35"-17"15,-17 17-15,105-18 32,-87 18-17,-19-18-15</inkml:trace>
  <inkml:trace contextRef="#ctx0" brushRef="#br0" timeOffset="70015.07">24112 15222 0,'0'0'0,"36"0"15,17 18 17</inkml:trace>
  <inkml:trace contextRef="#ctx0" brushRef="#br0" timeOffset="71241.47">24589 15222 0,'0'-17'32,"-18"17"-17,36-36 16,17 1 1,-17 35-32,-1-17 0,36 17 31,-35 0-31,17 35 31,-17-35-31,-18 17 0,0 1 16,-36 106 15,1-19-15,17-69-16,1 105 31,87-18 0,-34-123-15,-19 0-16,71-35 15</inkml:trace>
  <inkml:trace contextRef="#ctx0" brushRef="#br0" timeOffset="71449.57">25118 15469 0,'0'0'0,"0"-17"32,17 17-17,-17 17 1,18-34 0</inkml:trace>
  <inkml:trace contextRef="#ctx0" brushRef="#br0" timeOffset="71923.17">25612 15187 0,'0'-18'0,"0"36"0,17-53 16,-34 17 15,-1 18-15,-35 53-1,-17 141 16,70-141-15,-18-18-16,36 106 16,-1-123-16,1 17 15,70-35 1,-70-17 0,35-89-1,-53 88 1,-106-17-1,18 123 17,105-88-17,18 0 1</inkml:trace>
  <inkml:trace contextRef="#ctx0" brushRef="#br0" timeOffset="72289.64">25947 15505 0,'17'-18'16,"-34"36"-16,105-36 31,-70 36-31,-1-18 0,54 0 31,-54 0-31,1 0 0</inkml:trace>
  <inkml:trace contextRef="#ctx0" brushRef="#br0" timeOffset="72766.78">26458 15452 0,'53'-36'31,"35"-34"1,36-71-1,-106 105-31,34-69 31,-52 69 0,0 160 1,-35 87-1,35-175-31,-53 158 31,0-124-15</inkml:trace>
  <inkml:trace contextRef="#ctx0" brushRef="#br0" timeOffset="73039.85">26511 15787 0,'0'0'0,"36"-18"15,-1 18-15,176-35 32,-175 17-32,52 1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458CD-4B34-46A8-A62E-998649235C7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341F4-F507-4BCC-A95E-6061B566F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8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341F4-F507-4BCC-A95E-6061B566FDE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49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0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0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0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9" Type="http://schemas.openxmlformats.org/officeDocument/2006/relationships/customXml" Target="../ink/ink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E39B-3C86-7D40-D854-D550D22F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447282C6-09FA-1DDB-6FA6-A2862EEDF133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45F355D5-49E0-E1AB-61FA-FF4CB9BE671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41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463A3-22FD-5C83-39D8-FB7E050E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B4162254-1922-33EB-E3BB-911168B7A766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69060C6-83B2-4E22-0B99-D901FE6563DA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AC4CF20-6EEC-2035-48DD-1BD5CD8CB8E8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AC4CF20-6EEC-2035-48DD-1BD5CD8CB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2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89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78941-C48B-470A-E2A9-86DD471B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C64E7AB-6208-168E-F58E-F1ED36D5617B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E0792F7-B4BD-8E09-5C2F-C172BD081166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1F403A5-6800-D647-6797-416715B8F7A8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25DED5F-E379-D97C-83CA-17416803AD0F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25DED5F-E379-D97C-83CA-17416803A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2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046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5D70-428B-E88B-7900-486C78E39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2D97C8B-09B4-7FBA-79E6-92C8CF554721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2D97C8B-09B4-7FBA-79E6-92C8CF554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C0F296C-D541-4466-C2F3-08B9C2B89479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1CEEB36-44BB-6EC9-2438-93D76F3231F4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3D53BBE-42BE-EE0A-522B-1DB14709D3A2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3D53BBE-42BE-EE0A-522B-1DB1470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4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70B10E0-F13D-9B87-27AC-AEF817F1D71B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69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5A74-3D95-3E06-ACA6-F4A984391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A769C1-AACA-16B5-12F9-1CB5051EB551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A769C1-AACA-16B5-12F9-1CB5051EB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E80180A-8EA8-6FC2-47A6-0D56F8F8154A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E80180A-8EA8-6FC2-47A6-0D56F8F81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4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7658E260-080D-11A0-985D-4BF5DE36A13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449E9DD-0D50-A7B3-EBBE-749286759217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D1B1025-0221-E9BE-9ED8-83039520B1E5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D1B1025-0221-E9BE-9ED8-83039520B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5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1BEECB1-A439-35E4-B8BC-6D1B82B7396C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60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69915-2332-81B7-C758-805EB13F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81CF9A-C817-0AEB-DC52-34C4E93D7006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81CF9A-C817-0AEB-DC52-34C4E93D7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F188293-475E-A0EB-6B63-16A9679E7035}"/>
              </a:ext>
            </a:extLst>
          </p:cNvPr>
          <p:cNvSpPr txBox="1"/>
          <p:nvPr/>
        </p:nvSpPr>
        <p:spPr>
          <a:xfrm>
            <a:off x="58811" y="4570929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F5CE767-5B0F-803F-8C57-2C38BAD18989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27AB690-C59A-6A55-4B91-5763352DAA36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A12FE35-1A62-771C-F7B7-1F22EFCEE72B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A12FE35-1A62-771C-F7B7-1F22EFCEE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4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3EE0C47-7ADB-A03F-3E77-E82D2A3B651E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FEB2A4C-8D75-9F80-88AB-EF161C4AB399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FEB2A4C-8D75-9F80-88AB-EF161C4AB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5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98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ED36F-6823-E860-11AA-F14CABCB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377A409-7625-69FE-2636-56AC5ECE8F96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377A409-7625-69FE-2636-56AC5ECE8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F061861-0EFD-66A9-8EC4-422A309289A4}"/>
                  </a:ext>
                </a:extLst>
              </p:cNvPr>
              <p:cNvSpPr txBox="1"/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17≡32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F061861-0EFD-66A9-8EC4-422A30928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DB0C613C-95D1-EAB3-64E3-72F047B64CB8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EFCBE4F-1868-248B-9F3D-0EC2A005A904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DA3C3BE-E5C9-8240-4831-F0F286C08EF9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DA3C3BE-E5C9-8240-4831-F0F286C08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6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CAE62CB-0B51-50BA-2CE8-108D71FBDA14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967263-CA58-2741-36AF-8D844CA12FB5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967263-CA58-2741-36AF-8D844CA12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7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4A0A6FB-CB22-3B47-FD63-5A161702A61A}"/>
              </a:ext>
            </a:extLst>
          </p:cNvPr>
          <p:cNvSpPr txBox="1"/>
          <p:nvPr/>
        </p:nvSpPr>
        <p:spPr>
          <a:xfrm>
            <a:off x="58811" y="4570929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39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B282-DFB3-61F4-C7E4-55B25C71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D58FCC1-2C6D-442F-D55C-526A1353F920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D58FCC1-2C6D-442F-D55C-526A1353F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6E43148-0FE9-331B-1395-37744870B692}"/>
                  </a:ext>
                </a:extLst>
              </p:cNvPr>
              <p:cNvSpPr txBox="1"/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17≡32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6E43148-0FE9-331B-1395-37744870B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4D40A50-FFE3-3694-1B1C-791FCDF6243B}"/>
                  </a:ext>
                </a:extLst>
              </p:cNvPr>
              <p:cNvSpPr txBox="1"/>
              <p:nvPr/>
            </p:nvSpPr>
            <p:spPr>
              <a:xfrm>
                <a:off x="58811" y="5494259"/>
                <a:ext cx="54617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÷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3=5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 32÷3=10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4D40A50-FFE3-3694-1B1C-791FCDF62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494259"/>
                <a:ext cx="5461752" cy="461665"/>
              </a:xfrm>
              <a:prstGeom prst="rect">
                <a:avLst/>
              </a:prstGeom>
              <a:blipFill>
                <a:blip r:embed="rId6"/>
                <a:stretch>
                  <a:fillRect l="-178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94A12003-27D8-CF40-69D3-F7C0A173BFC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3A0573D-E67E-D7A2-A7C8-66694C813646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1A2D985-035E-1D63-C476-88BE7E02110C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1A2D985-035E-1D63-C476-88BE7E021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7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84B279A-8450-0A3A-7A9D-CA21D9284AA6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229DC6C-90AB-CDCC-37B6-C67E7E7350BE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229DC6C-90AB-CDCC-37B6-C67E7E735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8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0983E21-F484-65B4-D162-189561A89601}"/>
              </a:ext>
            </a:extLst>
          </p:cNvPr>
          <p:cNvSpPr txBox="1"/>
          <p:nvPr/>
        </p:nvSpPr>
        <p:spPr>
          <a:xfrm>
            <a:off x="58811" y="4570929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69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2F155-4443-14FE-67D3-9CCEDF0E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872920F-300C-BDD9-A05B-FBD6EBDE3C73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872920F-300C-BDD9-A05B-FBD6EBDE3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93B0E9C-23A5-A859-8E1B-D8C5AD7BA636}"/>
                  </a:ext>
                </a:extLst>
              </p:cNvPr>
              <p:cNvSpPr txBox="1"/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17≡32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93B0E9C-23A5-A859-8E1B-D8C5AD7B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BB96F31-468A-125B-52FF-624ADEFF0712}"/>
                  </a:ext>
                </a:extLst>
              </p:cNvPr>
              <p:cNvSpPr txBox="1"/>
              <p:nvPr/>
            </p:nvSpPr>
            <p:spPr>
              <a:xfrm>
                <a:off x="7215385" y="5494259"/>
                <a:ext cx="48168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17=5⋅3+2,  32=10⋅3+2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BB96F31-468A-125B-52FF-624ADEFF0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385" y="5494259"/>
                <a:ext cx="4816896" cy="461665"/>
              </a:xfrm>
              <a:prstGeom prst="rect">
                <a:avLst/>
              </a:prstGeom>
              <a:blipFill>
                <a:blip r:embed="rId6"/>
                <a:stretch>
                  <a:fillRect l="-202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352FA90-D67C-75D0-D019-FA11CF8B273C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9812D78-5AEC-0463-FA72-D80A11284BAB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D9994E8E-8810-CB19-B840-E0B37FE5BC2D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D9994E8E-8810-CB19-B840-E0B37FE5B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7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C90C488-DFDB-9DE8-3411-8B0CF7CE0D65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91D1C10-C857-B365-CA9F-5ED938A0EDD4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91D1C10-C857-B365-CA9F-5ED938A0E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8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e tekstowe 15">
            <a:extLst>
              <a:ext uri="{FF2B5EF4-FFF2-40B4-BE49-F238E27FC236}">
                <a16:creationId xmlns:a16="http://schemas.microsoft.com/office/drawing/2014/main" id="{7B778FA7-22EC-33A0-84BC-E49D8F946C52}"/>
              </a:ext>
            </a:extLst>
          </p:cNvPr>
          <p:cNvSpPr txBox="1"/>
          <p:nvPr/>
        </p:nvSpPr>
        <p:spPr>
          <a:xfrm>
            <a:off x="58811" y="4570929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B9006C7A-85EF-5C4A-A8F6-9462C8DECE52}"/>
                  </a:ext>
                </a:extLst>
              </p:cNvPr>
              <p:cNvSpPr txBox="1"/>
              <p:nvPr/>
            </p:nvSpPr>
            <p:spPr>
              <a:xfrm>
                <a:off x="58811" y="5494259"/>
                <a:ext cx="54617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÷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3=5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 32÷3=10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B9006C7A-85EF-5C4A-A8F6-9462C8DEC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494259"/>
                <a:ext cx="5461752" cy="461665"/>
              </a:xfrm>
              <a:prstGeom prst="rect">
                <a:avLst/>
              </a:prstGeom>
              <a:blipFill>
                <a:blip r:embed="rId9"/>
                <a:stretch>
                  <a:fillRect l="-178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7801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C44A-E7B6-E0FD-91EA-D895639D4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F2DEA1B-C27D-46F8-A67A-2C4DAA73EC45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B1A735C-D567-E21F-D9B0-C8E3103DFB77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B1A735C-D567-E21F-D9B0-C8E3103D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6BF30705-DA42-40A5-E5EC-C57B0F7E1AA3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78312C3-3FEB-BD4F-ADBD-812469CC6E3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71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F29AB-2EDC-5F3A-487B-0F0DF2AD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1E8BA40-C781-5D5E-AEF4-64F7B8D3D7E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1E8BA40-C781-5D5E-AEF4-64F7B8D3D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284E9CE-39C0-E7B6-8DBA-40E919000F66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422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284E9CE-39C0-E7B6-8DBA-40E919000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422212" cy="461665"/>
              </a:xfrm>
              <a:prstGeom prst="rect">
                <a:avLst/>
              </a:prstGeom>
              <a:blipFill>
                <a:blip r:embed="rId3"/>
                <a:stretch>
                  <a:fillRect l="-93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12612214-ADAB-1341-3BB3-B2953CB0F56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0F6D5F6-9858-5329-218C-50185150B7C1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AF27C49-C26B-F68C-02FE-34CAA953CA8D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12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CF65-149D-E878-EE5B-EDF9F578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85CABCD-5DDB-4184-03C7-97DAB792198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85CABCD-5DDB-4184-03C7-97DAB7921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0EC7BCD-BB44-2A0A-0DAF-54296C87C294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42221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0EC7BCD-BB44-2A0A-0DAF-54296C87C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422212" cy="830997"/>
              </a:xfrm>
              <a:prstGeom prst="rect">
                <a:avLst/>
              </a:prstGeom>
              <a:blipFill>
                <a:blip r:embed="rId3"/>
                <a:stretch>
                  <a:fillRect l="-93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CD3FF5C-09FE-7D55-4DEF-651A1742B93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64D3B18-2C1D-D353-55A5-6FEE11328086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6555413-D155-9DD4-DC9F-A1E12AA75573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176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DC467-3CF6-18C2-D943-1541CF46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2119885-990E-401D-AFE9-85C1253F3401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2119885-990E-401D-AFE9-85C1253F3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A06CAD1-6223-34E7-E166-8E60212F1BAB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149487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17≡32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there exists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⋅3+32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A06CAD1-6223-34E7-E166-8E60212F1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1494878" cy="1200329"/>
              </a:xfrm>
              <a:prstGeom prst="rect">
                <a:avLst/>
              </a:prstGeom>
              <a:blipFill>
                <a:blip r:embed="rId3"/>
                <a:stretch>
                  <a:fillRect l="-849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357A35FF-DCF1-6B6A-2E46-9E8CD5F19E02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3EA1C39-DCA4-4AD3-3E33-3B13B365FFAA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4464301-64C5-0194-A3F1-6C20C17592D7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7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127A-68D6-831A-D56C-BA1E88AE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2BBA893-6376-3462-2507-000A604BFC3F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2BBA893-6376-3462-2507-000A604BF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617D755-36CE-519F-621E-C75976FE8AF4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146762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e.g.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17≡32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there exists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⋅3+32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=−5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17=−5⋅3+32=−15+32=17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617D755-36CE-519F-621E-C75976FE8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1467626" cy="1569660"/>
              </a:xfrm>
              <a:prstGeom prst="rect">
                <a:avLst/>
              </a:prstGeom>
              <a:blipFill>
                <a:blip r:embed="rId3"/>
                <a:stretch>
                  <a:fillRect l="-851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DD450BA8-536F-7846-F9D3-3B579E03AD19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060859B-D913-119D-DB9C-BBF8C805C8E9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7AD2996-E39C-D356-8D76-9148362F1067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415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ED2B-FB3C-C295-606D-1CE0C9CD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3FE58BF-2F22-EC67-1B22-795E5C930E8E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3FE58BF-2F22-EC67-1B22-795E5C930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2CDBB7E-2DCB-E6A2-700A-DA8FB0265A64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42221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2CDBB7E-2DCB-E6A2-700A-DA8FB0265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422212" cy="830997"/>
              </a:xfrm>
              <a:prstGeom prst="rect">
                <a:avLst/>
              </a:prstGeom>
              <a:blipFill>
                <a:blip r:embed="rId3"/>
                <a:stretch>
                  <a:fillRect l="-93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7F2D5227-37D0-24DF-3798-B2FA86F41180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32D5EF2-6945-43B5-94BE-BA4A676147A9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C89D57-0673-A2E3-A424-F9EB4E175B5D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097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BDE0-A3B8-226E-93F1-D15AC320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4A52D15-368F-5CCA-89F6-17CFC642CC0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4A52D15-368F-5CCA-89F6-17CFC642C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0479154-D930-BFAA-F03B-F9F0BB0F2760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65400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|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0479154-D930-BFAA-F03B-F9F0BB0F2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654007" cy="1569660"/>
              </a:xfrm>
              <a:prstGeom prst="rect">
                <a:avLst/>
              </a:prstGeom>
              <a:blipFill>
                <a:blip r:embed="rId3"/>
                <a:stretch>
                  <a:fillRect l="-916" t="-3488" r="-57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96F54D47-B8A8-359C-6285-653B8A15363D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9E210D6-0877-1358-9AF9-7FF22415959D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3BB63DB-BBC5-ED47-0B24-3F9C3974C712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53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4F2B-EC2D-A4C9-846A-83443259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CD70457-36AB-765D-835D-1A5A8BFD3FB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CD70457-36AB-765D-835D-1A5A8BFD3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F7EABC4-7CB1-D762-4EF8-D99AB9C26463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65400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i.e.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|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17≡32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3|17−32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3|32−17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F7EABC4-7CB1-D762-4EF8-D99AB9C26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654007" cy="1938992"/>
              </a:xfrm>
              <a:prstGeom prst="rect">
                <a:avLst/>
              </a:prstGeom>
              <a:blipFill>
                <a:blip r:embed="rId3"/>
                <a:stretch>
                  <a:fillRect l="-916" t="-2830" r="-57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1B45ABA-9889-35D6-3740-47DD426AD279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B662E43-A5B3-9A55-7914-7B4AE87BD15A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CE99EEB-053F-83E4-C3F9-170836618B97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288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DCB4-9175-F3A0-8D9C-4B2B3F2F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44BCBBF-C237-7256-2506-690858C3741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44BCBBF-C237-7256-2506-690858C37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E1FD58-FED1-2133-719B-BBC1550DE02A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65400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E1FD58-FED1-2133-719B-BBC1550DE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654007" cy="1200329"/>
              </a:xfrm>
              <a:prstGeom prst="rect">
                <a:avLst/>
              </a:prstGeom>
              <a:blipFill>
                <a:blip r:embed="rId3"/>
                <a:stretch>
                  <a:fillRect l="-916" t="-4569" r="-57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AB7F1D9F-E5CA-7512-0C1B-E31E69BF11D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27DB2B1-418B-902E-DA7B-FFB7E05AA38C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ACBC65B-FD2E-3A9C-DBB6-ECBC3F7ABD78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357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91D6-ACD7-973B-18C6-E41C5FE10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D0695E-A5C9-2575-AEFD-6E6E68D37065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E1799D6-6973-BB7D-0867-E4324937A5E6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E1799D6-6973-BB7D-0867-E4324937A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0BD00CA-76CE-C680-F808-F2FE1DE1F197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0BD00CA-76CE-C680-F808-F2FE1DE1F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6C90841-4D12-06D4-A10F-F1CD778C0B72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923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6B78-EF10-7C94-8E82-B727E538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3DF73E2-6BC8-0C3F-A789-FC9F881F613A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44019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3DF73E2-6BC8-0C3F-A789-FC9F881F6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4401974" cy="461665"/>
              </a:xfrm>
              <a:prstGeom prst="rect">
                <a:avLst/>
              </a:prstGeom>
              <a:blipFill>
                <a:blip r:embed="rId2"/>
                <a:stretch>
                  <a:fillRect l="-2216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E0E00BF-10AA-75A2-E783-FACC686992CF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E0E00BF-10AA-75A2-E783-FACC68699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2B97275-9A40-97C7-6A65-5C65A4C7402C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2B97275-9A40-97C7-6A65-5C65A4C74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9D3DCF2E-E987-D8FC-696C-AAE174BED86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34376BB-EF67-7CC4-D048-F9D4123559AA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86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906F-78E9-8CC1-4AE7-948CDC3E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8EF104C-ACDD-2246-D2AE-EC2DBE5E1055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58197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8EF104C-ACDD-2246-D2AE-EC2DBE5E1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5819735" cy="830997"/>
              </a:xfrm>
              <a:prstGeom prst="rect">
                <a:avLst/>
              </a:prstGeom>
              <a:blipFill>
                <a:blip r:embed="rId2"/>
                <a:stretch>
                  <a:fillRect l="-167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395107-63B9-81CF-9AEB-10F81CD44EA0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395107-63B9-81CF-9AEB-10F81CD44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E85673D-3ADF-3867-ECB5-6126A9DC4629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E85673D-3ADF-3867-ECB5-6126A9DC4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21F3618-BF67-C85A-7E03-FD12C4B1AD5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4F21224-1175-3542-2DD7-F8BC41EDA12B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494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40A1-3395-8E3D-D9CE-73847E0D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207D36F-E1F8-10A9-E220-4A45DE6FB808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845898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207D36F-E1F8-10A9-E220-4A45DE6FB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8458982" cy="1200329"/>
              </a:xfrm>
              <a:prstGeom prst="rect">
                <a:avLst/>
              </a:prstGeom>
              <a:blipFill>
                <a:blip r:embed="rId2"/>
                <a:stretch>
                  <a:fillRect l="-1154" t="-4592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A141BC5-391F-8908-73E3-64A0ED101054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A141BC5-391F-8908-73E3-64A0ED101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962E1D-6D41-716B-1C8E-2617644BEF77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962E1D-6D41-716B-1C8E-2617644BE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007F25D-8FA3-96BD-6BA0-CE29288FD72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1B256EE-DA63-2397-8085-9364E8C2C158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073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A3BCB-6D4F-2B58-416A-7EBF8295B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351B0A4-8E7B-BF82-B391-314B2B3AF602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85738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351B0A4-8E7B-BF82-B391-314B2B3AF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8573822" cy="1569660"/>
              </a:xfrm>
              <a:prstGeom prst="rect">
                <a:avLst/>
              </a:prstGeom>
              <a:blipFill>
                <a:blip r:embed="rId2"/>
                <a:stretch>
                  <a:fillRect l="-1138" t="-3502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D37F783-556D-9D8B-619A-F6D6D3E52BC5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D37F783-556D-9D8B-619A-F6D6D3E52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E8C57B6-DDCB-FFC6-60A7-3EB4A514990A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E8C57B6-DDCB-FFC6-60A7-3EB4A5149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DD15BAA-F7BA-79CF-9276-69BA6841083E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FC5E990-2E95-1289-824E-DCB3F1E0C942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29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EEA7-A798-5BEB-3978-A23C45F2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EC7AD5F-0624-3CDE-7CBE-AFD1ACA21C08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857382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EC7AD5F-0624-3CDE-7CBE-AFD1ACA21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8573822" cy="1938992"/>
              </a:xfrm>
              <a:prstGeom prst="rect">
                <a:avLst/>
              </a:prstGeom>
              <a:blipFill>
                <a:blip r:embed="rId2"/>
                <a:stretch>
                  <a:fillRect l="-1138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486E100-E9F3-70E2-0D18-9949260649A3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486E100-E9F3-70E2-0D18-994926064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B68CBA4-EB6B-C6F5-57B7-C71DE4FD40DF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B68CBA4-EB6B-C6F5-57B7-C71DE4FD4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401B82A-BABB-8EAD-CBD0-37D5A8DC3A7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5F299DE-2D0E-77A6-A99A-AB9E25C9E07F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160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1E8F-9879-FC3A-9117-E0DCD011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581F841-C73C-8AAB-B81A-C58DC5FF6C4C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566465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581F841-C73C-8AAB-B81A-C58DC5FF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566465" cy="2308324"/>
              </a:xfrm>
              <a:prstGeom prst="rect">
                <a:avLst/>
              </a:prstGeom>
              <a:blipFill>
                <a:blip r:embed="rId2"/>
                <a:stretch>
                  <a:fillRect l="-1020" t="-2381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947AAF5-F8F3-3054-A1D7-82EA84094699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947AAF5-F8F3-3054-A1D7-82EA84094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6AD5F69-E366-5712-CC2D-5C8E29D715A0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6AD5F69-E366-5712-CC2D-5C8E29D71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E03F0CB-70A4-2871-2072-495B1C61B44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4046C44-3DAC-05A2-27CE-8231B5554E5D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112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4D71-E0D4-552D-38FD-FD172D8D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543DA2E-2102-14D5-E8C9-11385F3DE258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543DA2E-2102-14D5-E8C9-11385F3DE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2677656"/>
              </a:xfrm>
              <a:prstGeom prst="rect">
                <a:avLst/>
              </a:prstGeom>
              <a:blipFill>
                <a:blip r:embed="rId2"/>
                <a:stretch>
                  <a:fillRect l="-1008" t="-2050" b="-4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32F92B6-E9F9-7AE4-126F-5AA5BEC5FA12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32F92B6-E9F9-7AE4-126F-5AA5BEC5F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ECD8342-8BDF-B684-2BA9-A1CED57D9CEC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ECD8342-8BDF-B684-2BA9-A1CED57D9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679DAD6-D46F-9810-0864-E33B30F1CAD0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E07F467-3AAD-C0B7-D55F-B9A5A7E17A08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364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B60CC-A22E-D0C6-591C-10C07527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A273DCD-7D07-759F-8A7E-B7397E6F43E7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A273DCD-7D07-759F-8A7E-B7397E6F4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3046988"/>
              </a:xfrm>
              <a:prstGeom prst="rect">
                <a:avLst/>
              </a:prstGeom>
              <a:blipFill>
                <a:blip r:embed="rId2"/>
                <a:stretch>
                  <a:fillRect l="-1008" t="-1804" b="-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AB037F4-9A6D-A375-398F-12CF764E898B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AB037F4-9A6D-A375-398F-12CF764E8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F5B1D7B-C0B1-B545-E685-C1E598BA4F1C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F5B1D7B-C0B1-B545-E685-C1E598BA4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07010F8-F6A5-5B8F-6DB4-47E535D064D1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EAE5FA5-88D2-B3F4-7F45-9FF4FA51F11A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42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4B90-AB9C-659C-95A1-EF2B25C0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8514740-ABCA-7C45-2394-6483B965645E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8514740-ABCA-7C45-2394-6483B9656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blipFill>
                <a:blip r:embed="rId2"/>
                <a:stretch>
                  <a:fillRect l="-1008" t="-1607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F8BA424-3EC8-6E3F-57F5-3D85F9BDB2F2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F8BA424-3EC8-6E3F-57F5-3D85F9BD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F657FBE-0ADF-ECF3-B49D-E5BCD10E8466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F657FBE-0ADF-ECF3-B49D-E5BCD10E8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D0646AE1-E7A8-F909-FF0F-2C40C680B900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D0F4709-E61B-E8B8-EF0F-B60804147B3B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865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C48E9-8296-7580-DB0C-9D64C398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1E2B94E-242A-6F02-BC80-DD7A8E6812A1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1E2B94E-242A-6F02-BC80-DD7A8E681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blipFill>
                <a:blip r:embed="rId2"/>
                <a:stretch>
                  <a:fillRect l="-1008" t="-1607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C706AC-94D1-7EF4-5787-EC04FAC07039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C706AC-94D1-7EF4-5787-EC04FAC07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1B4339C-585B-4679-71CE-787AB3A8969A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1B4339C-585B-4679-71CE-787AB3A89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FDCC852-8B0B-0AB4-B610-F43F1357C976}"/>
              </a:ext>
            </a:extLst>
          </p:cNvPr>
          <p:cNvSpPr txBox="1"/>
          <p:nvPr/>
        </p:nvSpPr>
        <p:spPr>
          <a:xfrm>
            <a:off x="58811" y="4663262"/>
            <a:ext cx="11046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Therefore, congruences can be added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subtracted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multiplied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(with the same modulus).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F47F061-707D-62EF-17B7-F165B9FFBAC2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BCF44BB-1432-1847-7807-7F29DD346226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31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E7CE-B9D2-6B2A-11EF-148A804A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8143787-7FB8-2DE7-57D7-97BCB6B0D0E2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8143787-7FB8-2DE7-57D7-97BCB6B0D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blipFill>
                <a:blip r:embed="rId2"/>
                <a:stretch>
                  <a:fillRect l="-1008" t="-1607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39C5605-983E-4970-B3A0-D30C4AD68C36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39C5605-983E-4970-B3A0-D30C4AD68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9818B30-5878-C2D4-A2AC-CD66FB64E8C3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9818B30-5878-C2D4-A2AC-CD66FB64E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5F2FD784-8EAA-4131-98D0-D9E63FC8283D}"/>
              </a:ext>
            </a:extLst>
          </p:cNvPr>
          <p:cNvSpPr txBox="1"/>
          <p:nvPr/>
        </p:nvSpPr>
        <p:spPr>
          <a:xfrm>
            <a:off x="58811" y="4663262"/>
            <a:ext cx="110462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Therefore, congruences can be added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subtracted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multiplied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(with the same modulus).</a:t>
            </a: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general, congruences cannot be divided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16635C3-F106-3FB2-1898-CFA6CD7EDC48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B37FB53-7649-ACC7-AD59-3718E55344B4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200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0438-B1EA-977D-5DE6-0FD7D4130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AE4EB68-DFCC-95D7-4D71-D80BDD95140E}"/>
              </a:ext>
            </a:extLst>
          </p:cNvPr>
          <p:cNvSpPr txBox="1"/>
          <p:nvPr/>
        </p:nvSpPr>
        <p:spPr>
          <a:xfrm>
            <a:off x="58811" y="785277"/>
            <a:ext cx="3025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problem: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96DB998-B782-CE5C-55E4-8BE6787993D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000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D7056-1B49-A456-107E-280231FB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03D0B8F-EE0F-83F7-E234-9124DCDFC02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03D0B8F-EE0F-83F7-E234-9124DCDFC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2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AA5DE330-46B4-C4B3-58F2-E764D3624986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141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A590-41DF-2F67-DDF6-52A6F875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DB9802-FA8A-E74F-DAAA-C319255773D9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5051255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DB9802-FA8A-E74F-DAAA-C31925577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5051255" cy="465833"/>
              </a:xfrm>
              <a:prstGeom prst="rect">
                <a:avLst/>
              </a:prstGeom>
              <a:blipFill>
                <a:blip r:embed="rId2"/>
                <a:stretch>
                  <a:fillRect l="-1932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41A80DF5-B5A7-8CE6-8727-C6358968DB6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514F3B3-5352-CA63-4CD7-EFAF27AC8011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514F3B3-5352-CA63-4CD7-EFAF27AC8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371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8D99-79AE-21AE-9716-3EA0C1F84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90A79F4-1FA5-D405-C310-33BA2147B8B5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8275214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90A79F4-1FA5-D405-C310-33BA2147B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8275214" cy="465833"/>
              </a:xfrm>
              <a:prstGeom prst="rect">
                <a:avLst/>
              </a:prstGeom>
              <a:blipFill>
                <a:blip r:embed="rId2"/>
                <a:stretch>
                  <a:fillRect l="-1179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6EB50A9B-365C-144F-3F96-301D1422D31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889EEE-3134-ACA1-A394-C4782D7D4A5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889EEE-3134-ACA1-A394-C4782D7D4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305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3920-448D-7999-FD78-4C968D14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BE12E8-48D2-D768-6F4F-41803A0AFF38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BE12E8-48D2-D768-6F4F-41803A0AF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2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2FB1CD9F-62C1-CBBA-A19E-4033208A7C81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1439DE-BFD5-E314-8A8A-121CDB788B1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1439DE-BFD5-E314-8A8A-121CDB788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843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96CF-A2F5-B004-25C2-0F8113024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BC1E849-03A7-E2C8-FEC2-31288816FAC3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7153112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BC1E849-03A7-E2C8-FEC2-31288816F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7153112" cy="465833"/>
              </a:xfrm>
              <a:prstGeom prst="rect">
                <a:avLst/>
              </a:prstGeom>
              <a:blipFill>
                <a:blip r:embed="rId2"/>
                <a:stretch>
                  <a:fillRect l="-136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56CCCDD7-D4D1-B042-91E9-0DC29DB9EB0E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D523198-D259-2882-3B1F-B0B71551CF3B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D523198-D259-2882-3B1F-B0B71551C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404A31-595E-2C94-E1D4-27C18DCF29B9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404A31-595E-2C94-E1D4-27C18DCF2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640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3F19-35FC-CD3C-E3F6-0FBFEBBB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CCC49BC-2271-B36E-CE20-A17D8520DAA9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786580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CCC49BC-2271-B36E-CE20-A17D8520D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7865808" cy="465833"/>
              </a:xfrm>
              <a:prstGeom prst="rect">
                <a:avLst/>
              </a:prstGeom>
              <a:blipFill>
                <a:blip r:embed="rId2"/>
                <a:stretch>
                  <a:fillRect l="-124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291506D-CE42-379D-F4D7-6D213CC1D471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2A770FB-18A0-D678-9021-C91C05B2C77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2A770FB-18A0-D678-9021-C91C05B2C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895C2B5-4145-B4AB-D545-7B24B00D8EB1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895C2B5-4145-B4AB-D545-7B24B00D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117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4F0D9-6527-23B8-C148-5AEB17A2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4C4AE4-50F2-1046-78BF-72CE7B35579A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8843062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≡343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4C4AE4-50F2-1046-78BF-72CE7B355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8843062" cy="465833"/>
              </a:xfrm>
              <a:prstGeom prst="rect">
                <a:avLst/>
              </a:prstGeom>
              <a:blipFill>
                <a:blip r:embed="rId2"/>
                <a:stretch>
                  <a:fillRect l="-11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FD3BBB46-D219-1198-FDAA-909C3185E280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A8FD425-0576-1960-9A66-996F7EF753D7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A8FD425-0576-1960-9A66-996F7EF75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EC8C5BF-499A-F873-FE67-4B90319D378E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EC8C5BF-499A-F873-FE67-4B90319D3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089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B6068-FCCF-4C2A-AB44-33652595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DFF0AEE-FD14-581B-7C00-D33108C4D2C0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≡343≡3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DFF0AEE-FD14-581B-7C00-D33108C4D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blipFill>
                <a:blip r:embed="rId2"/>
                <a:stretch>
                  <a:fillRect l="-10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E5A6DC5-8D87-2936-A932-C2A419DE738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13EB0A8-A061-34F9-81AF-8E77627E65B1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13EB0A8-A061-34F9-81AF-8E77627E6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B66CC29-F6E7-01AC-700C-78F4FABCA51D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B66CC29-F6E7-01AC-700C-78F4FABC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13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9495-329A-5A5B-01F9-6369B9EA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8A75216-ED0F-3AD4-B873-67DB1FD54FC8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≡343≡3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8A75216-ED0F-3AD4-B873-67DB1FD54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blipFill>
                <a:blip r:embed="rId2"/>
                <a:stretch>
                  <a:fillRect l="-10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B025322-FB95-9076-4BC5-DE3CEF121572}"/>
                  </a:ext>
                </a:extLst>
              </p:cNvPr>
              <p:cNvSpPr txBox="1"/>
              <p:nvPr/>
            </p:nvSpPr>
            <p:spPr>
              <a:xfrm>
                <a:off x="58810" y="2182776"/>
                <a:ext cx="40060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B025322-FB95-9076-4BC5-DE3CEF121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82776"/>
                <a:ext cx="4006097" cy="461665"/>
              </a:xfrm>
              <a:prstGeom prst="rect">
                <a:avLst/>
              </a:prstGeom>
              <a:blipFill>
                <a:blip r:embed="rId3"/>
                <a:stretch>
                  <a:fillRect l="-243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086DF9F-6DBC-43CE-135D-8C9AB1183E7E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AE88CDB-D049-672A-431A-DFB8DF0050E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AE88CDB-D049-672A-431A-DFB8DF00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4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56B344-708F-5BE1-24F0-9D5FDA61549A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56B344-708F-5BE1-24F0-9D5FDA615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5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7265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0ED4-D485-861C-1E23-3BC28085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5F906C4-01F2-E855-53B5-5218F82CFFEF}"/>
                  </a:ext>
                </a:extLst>
              </p:cNvPr>
              <p:cNvSpPr txBox="1"/>
              <p:nvPr/>
            </p:nvSpPr>
            <p:spPr>
              <a:xfrm>
                <a:off x="58810" y="2182776"/>
                <a:ext cx="88344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81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⋅3≡3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5F906C4-01F2-E855-53B5-5218F82CF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82776"/>
                <a:ext cx="8834406" cy="461665"/>
              </a:xfrm>
              <a:prstGeom prst="rect">
                <a:avLst/>
              </a:prstGeom>
              <a:blipFill>
                <a:blip r:embed="rId2"/>
                <a:stretch>
                  <a:fillRect l="-110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AD7FD9FC-81EF-DC55-594A-C4F48FC5A2D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1B42E7A-AC4F-7ABD-697E-53637B5F5AEE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1B42E7A-AC4F-7ABD-697E-53637B5F5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6A54908-2D3F-E1BC-38E5-5EEB278C0CBD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6A54908-2D3F-E1BC-38E5-5EEB278C0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2602C7A-FFB9-1BFD-677C-06F17D75F318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≡343≡3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2602C7A-FFB9-1BFD-677C-06F17D75F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blipFill>
                <a:blip r:embed="rId5"/>
                <a:stretch>
                  <a:fillRect l="-10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117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BD3A-34B6-4529-44B3-71B40D8F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FA9A1A6-8CD3-193D-9DC8-5CFE23DCE638}"/>
                  </a:ext>
                </a:extLst>
              </p:cNvPr>
              <p:cNvSpPr txBox="1"/>
              <p:nvPr/>
            </p:nvSpPr>
            <p:spPr>
              <a:xfrm>
                <a:off x="58810" y="2182776"/>
                <a:ext cx="88344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81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⋅3≡3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FA9A1A6-8CD3-193D-9DC8-5CFE23DCE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82776"/>
                <a:ext cx="8834406" cy="461665"/>
              </a:xfrm>
              <a:prstGeom prst="rect">
                <a:avLst/>
              </a:prstGeom>
              <a:blipFill>
                <a:blip r:embed="rId2"/>
                <a:stretch>
                  <a:fillRect l="-110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BB0DE1BF-D5AC-ACD2-1893-3B7E7CCDB3FE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9F43009-B232-B01A-4874-4604AD3E3E14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9F43009-B232-B01A-4874-4604AD3E3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DDF1E59-F0A6-4DDD-1BFA-B96469E2E651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DDF1E59-F0A6-4DDD-1BFA-B96469E2E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C949A79-304E-0D97-66BA-75F9F1CA9975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≡343≡3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C949A79-304E-0D97-66BA-75F9F1CA9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blipFill>
                <a:blip r:embed="rId5"/>
                <a:stretch>
                  <a:fillRect l="-10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7208B33-07E7-52CB-9E86-28FA0B9A67C4}"/>
                  </a:ext>
                </a:extLst>
              </p:cNvPr>
              <p:cNvSpPr txBox="1"/>
              <p:nvPr/>
            </p:nvSpPr>
            <p:spPr>
              <a:xfrm>
                <a:off x="58810" y="2648609"/>
                <a:ext cx="4973285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≡0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7208B33-07E7-52CB-9E86-28FA0B9A6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648609"/>
                <a:ext cx="4973285" cy="465833"/>
              </a:xfrm>
              <a:prstGeom prst="rect">
                <a:avLst/>
              </a:prstGeom>
              <a:blipFill>
                <a:blip r:embed="rId6"/>
                <a:stretch>
                  <a:fillRect l="-1963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98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DA56D-824C-EDF7-35A1-01C8EED20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342C11A-C519-1456-45D7-A6D7809578D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342C11A-C519-1456-45D7-A6D780957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2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1C41BF3-B815-0B69-0FDF-EE0E92C7C96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5928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9D308-8122-428F-D10D-395507A0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7EE523E-4702-163C-9DC8-AF750A3B130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7EE523E-4702-163C-9DC8-AF750A3B1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0D621BE8-C406-7813-E114-4E642A1ED2F6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62730D1-2C9E-B775-7185-59F5DC371D8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62730D1-2C9E-B775-7185-59F5DC371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4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9235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EB83-8131-AFA2-10CB-FB77D1A1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C8CFF99-E021-7795-2E7F-74926B8016C2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C8CFF99-E021-7795-2E7F-74926B801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0CC411A-7397-FEFE-DFB9-3BE11390B08F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0CC411A-7397-FEFE-DFB9-3BE11390B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4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EAD03BA-5A6F-2D1B-986A-B195883CA5B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A005840-095C-8A4D-A87B-AABF260C2C7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A005840-095C-8A4D-A87B-AABF260C2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5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8264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F3963-868B-F3E9-D080-4769B2DD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1A68D6C-E500-8282-685C-70E5E9E4B71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1A68D6C-E500-8282-685C-70E5E9E4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991B1B9-7939-5BD5-27F4-D88370CA5C53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991B1B9-7939-5BD5-27F4-D88370CA5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79472B78-F58A-15D1-D80A-89740F471A4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AD2F800-BC8B-E597-8279-8E2C5DCB0A4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AD2F800-BC8B-E597-8279-8E2C5DCB0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6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B2FB1C3-DEE5-01C3-1520-3CD945E35C3B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B2FB1C3-DEE5-01C3-1520-3CD945E35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5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91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194C-C4A7-6838-B74B-6720EE3B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B005339-EF41-6101-4766-4EC77BE6798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B005339-EF41-6101-4766-4EC77BE67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F6A4D16-C67C-BB4B-F4C7-5D6402BAD2BB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F6A4D16-C67C-BB4B-F4C7-5D6402BAD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69FFD48-2FCF-DFB2-A5A6-5D8778F2E56F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9772304-DDEB-3DFE-B7CD-95AFF22D09E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9772304-DDEB-3DFE-B7CD-95AFF22D0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6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B52A5AA-332E-5102-C290-91FDC69C24CE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B52A5AA-332E-5102-C290-91FDC69C2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7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5783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F8BE-2AA0-2CEB-ED19-7044602A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5F92E4B-AA81-E8A0-E495-988FA901269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5F92E4B-AA81-E8A0-E495-988FA9012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905CAA6-E4A5-997C-E649-C0210C23E63B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905CAA6-E4A5-997C-E649-C0210C23E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2043DD61-68A9-43CB-86BF-D0F5E198F88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F235B44-5351-011D-AA77-385136478E2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F235B44-5351-011D-AA77-385136478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6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4A3DFE3-A383-C0DF-EBF4-BD9DD1505552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4A3DFE3-A383-C0DF-EBF4-BD9DD1505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7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4754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034E-721A-2669-FA39-02537D59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509523F-09A1-9B17-BF33-E32D0609DCD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509523F-09A1-9B17-BF33-E32D0609D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BD4DFD1-1F1A-B07A-CC73-89AA5714E825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BD4DFD1-1F1A-B07A-CC73-89AA5714E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A129826-055D-38F7-EF6F-76EF3D58F76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0621F1-4841-DEF5-23F0-B6E757F2140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0621F1-4841-DEF5-23F0-B6E757F21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6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6A5D06C-0AC1-6E97-3DEE-0CBE943B846F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6A5D06C-0AC1-6E97-3DEE-0CBE943B8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7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5188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891B-EAEE-8DA2-5991-5FAA543A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D5E9B75-6BD6-F2BA-55DA-3AB6BCB4567D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D5E9B75-6BD6-F2BA-55DA-3AB6BCB45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1B8E527-46E0-E18B-77A9-BF2A5926DAB7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1B8E527-46E0-E18B-77A9-BF2A5926D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07543C-CD43-A96A-4DED-2B2E10F833AF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5994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Since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−1≡−1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07543C-CD43-A96A-4DED-2B2E10F83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5994846" cy="461665"/>
              </a:xfrm>
              <a:prstGeom prst="rect">
                <a:avLst/>
              </a:prstGeom>
              <a:blipFill>
                <a:blip r:embed="rId6"/>
                <a:stretch>
                  <a:fillRect l="-162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69161E19-8E33-9776-8FAD-2FDBF5E01544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0BC6419-1190-5895-F8B2-35B741E4F2EA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0BC6419-1190-5895-F8B2-35B741E4F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7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77B2CA-3DEC-E790-F8B9-7AF396B2E17A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77B2CA-3DEC-E790-F8B9-7AF396B2E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8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5633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EFCC-8621-D0BC-F417-912B7FCD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90A7E58-1003-65DD-B8E2-BED1F9BCAC8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90A7E58-1003-65DD-B8E2-BED1F9BCA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CE72040-1D5B-5CD5-6635-63FF9C7874DE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CE72040-1D5B-5CD5-6635-63FF9C787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5EC9026-086F-D253-D583-7210B89EFEC0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1207437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Since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−1≡−1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  ⇔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5EC9026-086F-D253-D583-7210B89EF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12074377" cy="830997"/>
              </a:xfrm>
              <a:prstGeom prst="rect">
                <a:avLst/>
              </a:prstGeom>
              <a:blipFill>
                <a:blip r:embed="rId6"/>
                <a:stretch>
                  <a:fillRect l="-808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A177170A-9AC8-3254-CCEB-95A107E05B04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090734D-C1C2-9B74-32CD-F69771C7083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090734D-C1C2-9B74-32CD-F69771C7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7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279899-52D3-B365-D08D-6CE16AEFB443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279899-52D3-B365-D08D-6CE16AEFB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8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8093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A95DB-E17B-8C70-FCD2-7668C32A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6786D9-32C2-5AE3-0D53-FC6DDF98788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6786D9-32C2-5AE3-0D53-FC6DDF987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D33AE93-4841-232C-14D0-2E3CE0AE8150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D33AE93-4841-232C-14D0-2E3CE0AE8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D8422CC-34E2-3ADB-44D6-66AF91DA24F1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1207437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Since 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−1≡−1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  ⇔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5≡−1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6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D8422CC-34E2-3ADB-44D6-66AF91DA2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12074377" cy="1200329"/>
              </a:xfrm>
              <a:prstGeom prst="rect">
                <a:avLst/>
              </a:prstGeom>
              <a:blipFill>
                <a:blip r:embed="rId6"/>
                <a:stretch>
                  <a:fillRect l="-808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DD028F4-D928-9CF8-7525-E2FD8A551338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041E80F-112F-4CFE-1784-4333A213F9B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041E80F-112F-4CFE-1784-4333A213F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7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43B51E0-03CF-2934-7F9D-0A3E4E9B7346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43B51E0-03CF-2934-7F9D-0A3E4E9B7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8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9CF9660F-0883-C694-6E61-3E46EEB27837}"/>
                  </a:ext>
                </a:extLst>
              </p14:cNvPr>
              <p14:cNvContentPartPr/>
              <p14:nvPr/>
            </p14:nvContentPartPr>
            <p14:xfrm>
              <a:off x="8210520" y="4514760"/>
              <a:ext cx="2248200" cy="116892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9CF9660F-0883-C694-6E61-3E46EEB278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160" y="4505400"/>
                <a:ext cx="2266920" cy="118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71146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CE7C-CF99-F135-841B-BD64E76D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BB8FEE5-6D8F-0BF1-5627-D6F59724B5F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BB8FEE5-6D8F-0BF1-5627-D6F59724B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90C81F5-52FB-FC35-51E1-A0BF58DAF19C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90C81F5-52FB-FC35-51E1-A0BF58DAF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B3A54D5-246E-1C51-62C0-2AC9CA64FFA8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1207437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Since 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−1≡−1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  ⇔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5≡−1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6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namely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5=0⋅6+5,  −1=−1⋅6+5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B3A54D5-246E-1C51-62C0-2AC9CA64F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12074377" cy="1200329"/>
              </a:xfrm>
              <a:prstGeom prst="rect">
                <a:avLst/>
              </a:prstGeom>
              <a:blipFill>
                <a:blip r:embed="rId6"/>
                <a:stretch>
                  <a:fillRect l="-808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842DD2A-0294-A00C-0543-129DD69DA132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20B030-952A-1A5A-F0DA-04308208090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20B030-952A-1A5A-F0DA-043082080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7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3F3B6AA-FA20-C359-633E-B3C8E50407B8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3F3B6AA-FA20-C359-633E-B3C8E5040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8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20486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3557</Words>
  <Application>Microsoft Office PowerPoint</Application>
  <PresentationFormat>Panoramiczny</PresentationFormat>
  <Paragraphs>350</Paragraphs>
  <Slides>54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259</cp:revision>
  <dcterms:created xsi:type="dcterms:W3CDTF">2024-10-31T12:17:59Z</dcterms:created>
  <dcterms:modified xsi:type="dcterms:W3CDTF">2025-09-29T18:44:33Z</dcterms:modified>
</cp:coreProperties>
</file>