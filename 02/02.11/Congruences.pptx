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3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3" r:id="rId24"/>
    <p:sldId id="287" r:id="rId25"/>
    <p:sldId id="286" r:id="rId26"/>
    <p:sldId id="285" r:id="rId27"/>
    <p:sldId id="284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14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siatka tabeli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Styl pośredni 2 — Ak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Styl jasny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9-17T15:11:08.7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16739 8273 0,'-17'0'15,"-1"0"17,71-18 30,-35 0-46,-1 1-16,89-71 31,-71 17-15,36-17 15,-36 53 0,-35 87 0,-17 54-15,-54 194 15,36-141 0,35-141-31</inkml:trace>
  <inkml:trace contextRef="#ctx0" brushRef="#br0" timeOffset="431.97">17233 8061 0,'0'0'0,"53"0"31,18 18 1,-1-36-17,18-53 17,-70 71-17,0-17-15,-18 34 16,-36 36-1,19-17-15,-54 140 32,54-141-32,-1 18 15,0-18-15,-52 71 32</inkml:trace>
  <inkml:trace contextRef="#ctx0" brushRef="#br0" timeOffset="692.98">17216 8290 0,'0'0'0,"17"0"15,36 0 1,0 18 0,18 0-1,-18-18 1,-18-18 0</inkml:trace>
  <inkml:trace contextRef="#ctx0" brushRef="#br0" timeOffset="1180.72">17727 8096 0,'0'0'0,"18"0"31,-18 18 0,-18 17-15</inkml:trace>
  <inkml:trace contextRef="#ctx0" brushRef="#br0" timeOffset="1488.28">17727 8378 0,'-18'0'31,"18"18"0,18-36-31</inkml:trace>
  <inkml:trace contextRef="#ctx0" brushRef="#br0" timeOffset="2118.46">18256 8043 0,'0'0'0,"18"-35"16,-36 0 15,18 17-16,0 1 1,-53 34 0,36 1-1,-71 158 1,70-123 0,-17 123-1,35-123-15,70 71 31,1-124-15,52-124 15,-123 89-15,-35-35 0,-89 140 15,89-52 0</inkml:trace>
  <inkml:trace contextRef="#ctx0" brushRef="#br0" timeOffset="8346.62">18750 8326 0,'53'0'15,"-35"0"1,35 0 0,-18 0-1</inkml:trace>
  <inkml:trace contextRef="#ctx0" brushRef="#br0" timeOffset="8613.6">18785 8220 0,'-17'-53'31,"34"53"-15,72 17 15,-36 1-16</inkml:trace>
  <inkml:trace contextRef="#ctx0" brushRef="#br0" timeOffset="9246.41">19244 8043 0,'0'-17'32,"0"34"-32,18-70 31,-1 53-31,54 0 31,-18 18-15,-36 17-1,-52 89 17,-71 35-1,36-1 0,70-140-31,70 35 31,1-71-15</inkml:trace>
  <inkml:trace contextRef="#ctx0" brushRef="#br0" timeOffset="10245.53">19562 8308 0,'17'0'16,"1"-35"15,17 17-15,-17 36-1,-1 35 16,-34 52 1,-1-52-17,0-35-15,54 17 32,17-70-17,-36 17-15,36-52 31,-35 52-31,-18-17 16</inkml:trace>
  <inkml:trace contextRef="#ctx0" brushRef="#br0" timeOffset="11907.36">20108 8061 0,'0'-18'31,"-17"18"0,-36 124 1,35-36-17,18-70-15,35 70 31,71-106 1,-53 18-1,-70 88 0,-1-52-31,-17 34 31,-71-34 1,53-36-17</inkml:trace>
  <inkml:trace contextRef="#ctx0" brushRef="#br0" timeOffset="12107.41">20073 8114 0,'18'-18'0,"-36"36"0,36-53 16,-1 35-16,54-36 16,17 36-1,-53 0-15,89 18 31</inkml:trace>
  <inkml:trace contextRef="#ctx0" brushRef="#br0" timeOffset="22754.79">16845 9296 0,'-17'-18'15,"17"0"79,17 18-78,-17-17-16,18-1 15,17-17 1,-17 17 0,52-35-1,-70 36-15,71-36 32,-36 35-17,-35 0 1,18 18-1,-18 18 17,0 35-17,-18-35-15,18 17 16,-35 106 0,35-88-16,-18 123 31,18-123-16,0-35 1</inkml:trace>
  <inkml:trace contextRef="#ctx0" brushRef="#br0" timeOffset="23381.25">17216 9066 0,'17'18'31,"1"0"-15,52-1 15,-34-34-15,34-1 15,-34 18 0,-36 18-31,-36 105 32,-34 106-1,34-140-16,1-19 17</inkml:trace>
  <inkml:trace contextRef="#ctx0" brushRef="#br0" timeOffset="23589.24">17251 9402 0,'53'-18'31,"-106"36"-31,123-54 16,-52 36-16,0 0 0,88 18 31,-54 0-15</inkml:trace>
  <inkml:trace contextRef="#ctx0" brushRef="#br0" timeOffset="24771.15">16792 9737 0,'18'-18'0,"52"-17"32,36 35-17,124 53 16,69 17 1,-246-70-32,-17 0 15</inkml:trace>
  <inkml:trace contextRef="#ctx0" brushRef="#br0" timeOffset="25274.61">17410 9913 0,'0'0'0,"-18"-35"31,-35 35 0,35 17-15,1-17-16,-54 124 15,54-71 1,17 17 0,35 54-1,-18-107 1,1 1-16,0-18 0,35-18 16,-53 1-1,-18-36 1,0 35-1,-70 36 1,71-18-16,-1 18 16,0 17-1</inkml:trace>
  <inkml:trace contextRef="#ctx0" brushRef="#br0" timeOffset="25678.99">17868 9843 0,'0'0'16,"18"0"-16,35 17 16,-36-17-1,89 35 1</inkml:trace>
  <inkml:trace contextRef="#ctx0" brushRef="#br0" timeOffset="25863.54">17992 9666 0,'35'-35'31,"-17"17"-31,-71 71 0,194-106 31,-106 53-31</inkml:trace>
  <inkml:trace contextRef="#ctx0" brushRef="#br0" timeOffset="26715.6">18538 9190 0,'18'0'16,"-18"-18"0,0 1-16,18-1 15,52 36 16,-52-18-15,17 53 0,-35-36-16,0 1 15,-35 105 1,17-87-16,-17-1 16,-53 141-1,70-123-15,-35 141 31,36-176-15,17 17-16,17 53 16,36-35-1,-35-53 1,105 0 0,-87-17-16</inkml:trace>
  <inkml:trace contextRef="#ctx0" brushRef="#br0" timeOffset="28726.74">19173 9155 0,'-17'17'32,"-18"36"-17,17 53 17,53-53-1,-35-35-31,53 17 31,-35 0 0,-54 18 1,-52-18-1,71-35-31</inkml:trace>
  <inkml:trace contextRef="#ctx0" brushRef="#br0" timeOffset="28912.47">19085 9225 0,'0'0'0,"71"-53"31,-36 53-31,89-17 31,-54 52-15,-52-17-1,-18-1-15</inkml:trace>
  <inkml:trace contextRef="#ctx0" brushRef="#br0" timeOffset="29342.64">18962 9719 0,'0'0'0,"106"-18"31,-71 18-31,194 18 32,-35 0-1</inkml:trace>
  <inkml:trace contextRef="#ctx0" brushRef="#br0" timeOffset="30122.22">19332 9878 0,'-17'-18'16,"-19"18"15,19 18-15,-36 123 0,17 88 15,36-176-16,0-18-15,71 18 16,-53-53 0,88-123-1,-124-1 17,0 107-17,1 17-15,-89 53 16,88-36-1,-17 54 1</inkml:trace>
  <inkml:trace contextRef="#ctx0" brushRef="#br0" timeOffset="37588.49">21996 8237 0,'17'-17'62,"1"-1"-46,0 0-16,-1 1 15,54-36 1,-36 0 0,-17 35-16,88-87 31,-71 69-16,-18 19-15,1 34 32,-36 54-17,-70 140 1,35-69 0,53-107-1,36 0 1</inkml:trace>
  <inkml:trace contextRef="#ctx0" brushRef="#br0" timeOffset="38097.11">22648 8149 0,'0'0'0,"-17"0"16,34-17-1,19-1 1,-19 0 0,71-52-1,1-18 16,-72 70-15,19-17 0,-107 176 15,53-88-15,-52 70-1,35 1 1</inkml:trace>
  <inkml:trace contextRef="#ctx0" brushRef="#br0" timeOffset="38614.74">23195 8026 0,'-17'-53'31,"17"70"31,-18 1-46</inkml:trace>
  <inkml:trace contextRef="#ctx0" brushRef="#br0" timeOffset="38782.82">23107 8149 0,'0'0'15,"18"0"17,-1-17-17</inkml:trace>
  <inkml:trace contextRef="#ctx0" brushRef="#br0" timeOffset="39264.06">23813 7796 0,'0'0'0,"-53"0"31,-36 53 0,-34 106-15,70 70 15,53-158-15,53-1-1,0-70 1,-36-17-16,19-71 31,-36 52-15,-124 19-1,89 34 1,-53 72 0</inkml:trace>
  <inkml:trace contextRef="#ctx0" brushRef="#br0" timeOffset="40396.73">23971 8202 0,'18'0'16,"0"-18"0,-1 18-1,71 18 1,-70 0-1,70-1 1,-70-17 0,-1 0-1</inkml:trace>
  <inkml:trace contextRef="#ctx0" brushRef="#br0" timeOffset="40623.65">24130 8061 0,'0'0'0,"18"0"16,-18-18-16,53 18 16,-36 0-1,71 0 1,-70 0-16</inkml:trace>
  <inkml:trace contextRef="#ctx0" brushRef="#br0" timeOffset="47550.65">24571 8132 0,'-18'0'0,"36"0"62,17-36-31,-17 19-15,52-54 0,-52 53-1,53-70 16,-36 35-15,0 18 0,-35 17-1,0 36 17,0 53-17,-53 123 16,0-18-15,0-17 15</inkml:trace>
  <inkml:trace contextRef="#ctx0" brushRef="#br0" timeOffset="48613.45">25012 8273 0,'0'-18'0,"0"0"47,18 1-16,17-1-15,0 18 15,-17 18-16,-18 52 1,-18-52 0,1 88-1,-1-89 1,71-34 0,-36-1-1,72-88 1,-72 89-1,19-19-15</inkml:trace>
  <inkml:trace contextRef="#ctx0" brushRef="#br0" timeOffset="49255.1">25665 7973 0,'-18'0'47,"-17"70"-16,17 36 0,106-53 0,-52-53-31,69 18 32,-105 70-1,-70 0 0,-1-53-15,1-17-1,17-36 1,17 1 0</inkml:trace>
  <inkml:trace contextRef="#ctx0" brushRef="#br0" timeOffset="49414.17">25735 7990 0,'35'-35'15,"-70"70"-15,229-87 32,-88 34-1</inkml:trace>
  <inkml:trace contextRef="#ctx0" brushRef="#br0" timeOffset="51108.92">22296 9296 0,'-36'-18'31,"36"0"-15,18 1 15,123-89 0,-35 0 0,-88 106-15,-89 194 15,18-53-15,53-53-1</inkml:trace>
  <inkml:trace contextRef="#ctx0" brushRef="#br0" timeOffset="51457.69">22631 9278 0,'17'18'31,"19"-36"-15,87-52 15,-17-36 0,-88 88-15,-18 36-16,-89 123 31,19 70 0,52-193-31</inkml:trace>
  <inkml:trace contextRef="#ctx0" brushRef="#br0" timeOffset="51804.45">22154 9666 0,'0'0'0,"106"-18"15,-70 18-15,16 0 16,160 18 0,-53 0-1,-106-18 1,35 17 0</inkml:trace>
  <inkml:trace contextRef="#ctx0" brushRef="#br0" timeOffset="52284.77">22613 9895 0,'18'-35'31,"-36"35"-15,18-17-16,-35 34 15,17 1 1,1-1-16,-36 89 15,53-70 1,0-1-16,0-18 16,70 107-1,-35-142 17,-52 1-17,-54-19 1,54 36-1,-19 18 17</inkml:trace>
  <inkml:trace contextRef="#ctx0" brushRef="#br0" timeOffset="52630.06">23178 9807 0,'52'-17'31,"54"52"0,-70-35 1</inkml:trace>
  <inkml:trace contextRef="#ctx0" brushRef="#br0" timeOffset="52765.6">23301 9666 0,'18'-18'31,"-1"36"-31,-52-18 0,88 0 16,-53 18-16,35-1 16</inkml:trace>
  <inkml:trace contextRef="#ctx0" brushRef="#br0" timeOffset="53693.85">23813 9560 0,'35'-17'31,"35"-54"0,1 18 1,-1-17-17,1-1 16,-71 89-15,-18 52 0,1-17-16,-19 88 15,-52 89 1,71 34 15</inkml:trace>
  <inkml:trace contextRef="#ctx0" brushRef="#br0" timeOffset="54511.53">24589 9225 0,'-18'0'31,"18"-17"1,0 34-17,-18-17 1,1 71 0,-1-54-16,18 1 15,-18 70 1,36-70-16,35 17 31,-18-35-15,36-18-1,-54 18 1,-17 18-16,-35 53 31,18-54-15,-54 71-1,53-88 1,-35 18 0</inkml:trace>
  <inkml:trace contextRef="#ctx0" brushRef="#br0" timeOffset="54676.58">24571 9278 0,'0'0'0,"141"-53"16,-123 53 0,140 18 15,-140-1-31</inkml:trace>
  <inkml:trace contextRef="#ctx0" brushRef="#br0" timeOffset="55184.29">24412 9737 0,'53'-18'31,"-106"36"-31,283-18 32,-195 0-32,-18 0 15,89 0 1,-88 17 0</inkml:trace>
  <inkml:trace contextRef="#ctx0" brushRef="#br0" timeOffset="55646.8">24783 9860 0,'0'0'0,"-18"-35"16,-53 35 15,-34 123 0,87-87-15,0 69 0,18-87-16,53 35 31,-35-53-31,0-18 16,-1-52-1,-52 52 1,-36 36-1,54-18 1,-36 53 0,53-36-16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9-17T15:23:43.9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18327 16475 0,'0'-18'15,"17"18"1,-17-18-16,-17 18 62,17 18-46,-53 70 0,35-52-1,18-19-15,-53 89 16,53-88 0,-17-1-16,34 36 15,1-35 1,53-18-1,-54 0 1,1 18-16,17-1 16,-35 1-1,0-1-15,-18 107 16,-17-1 0,35-70-1,-17 53 16</inkml:trace>
  <inkml:trace contextRef="#ctx0" brushRef="#br0" timeOffset="387.1">18680 16880 0,'17'0'15,"-34"0"-15,140 18 32,-105-18-32,17 18 0,53-1 31,-35 19-16</inkml:trace>
  <inkml:trace contextRef="#ctx0" brushRef="#br0" timeOffset="631.13">18768 16633 0,'35'0'31,"-70"0"-31,194 53 31,-124-53-31,-18 18 16,54 0-1</inkml:trace>
  <inkml:trace contextRef="#ctx0" brushRef="#br0" timeOffset="906.6">18838 16475 0,'0'0'0,"-17"0"16,87 0-1,18 17 1,54 54 15</inkml:trace>
  <inkml:trace contextRef="#ctx0" brushRef="#br0" timeOffset="1408.75">19209 16863 0,'35'-35'31,"-70"70"-31,158-159 31,-105 107-31,0-1 0,-1-17 0,54-36 31,-54 36-31,1 17 0,17-17 32,-52 106-17,-36 158 16,35-70-15,18-124-16,0 35 16</inkml:trace>
  <inkml:trace contextRef="#ctx0" brushRef="#br0" timeOffset="1766.34">19738 16616 0,'18'0'0,"-36"0"0,159 53 31,-106 17 0,-88 107 1,36-142-32,52 106 31,0-106-16,1-35-15</inkml:trace>
  <inkml:trace contextRef="#ctx0" brushRef="#br0" timeOffset="3144.88">20585 16457 0,'-18'-18'16,"-70"142"15,-18 193 0,124-158-15,70 35 15</inkml:trace>
  <inkml:trace contextRef="#ctx0" brushRef="#br0" timeOffset="3811.73">20673 17074 0,'0'0'16,"17"-52"-1,1 52-15,17-71 32,-17 71-17,17 35 1,-35 36-1,0-36 1,0 71 0,36-88 15,-1-71-15,-18 35-16,1 0 15,35-70 1,-35 71 15,-18 34-15,0 54-1,35-54 1,-17-17-16,52-35 31,-52 35-15,-1-18-16,19 54 15,-36-19 1,0 19-16,17 52 16,1-71-1,17-17-15</inkml:trace>
  <inkml:trace contextRef="#ctx0" brushRef="#br0" timeOffset="4285.27">21502 17074 0,'-18'0'16,"36"0"-16,-71 18 31,53 53 0,0-54-31,70 1 16,-52-18-1,35-88 17,-53 70-32,-71-35 31,1 106 0,52-35-31,36 17 16</inkml:trace>
  <inkml:trace contextRef="#ctx0" brushRef="#br0" timeOffset="4607.38">21678 17145 0,'-17'53'31,"87"0"1,-17-71-17,18-141 16,-89 124-15,18 18-16,-106 17 31,36 52-15,52-34-16,36 53 31</inkml:trace>
  <inkml:trace contextRef="#ctx0" brushRef="#br0" timeOffset="5049">21960 16528 0,'0'17'16,"0"19"-1,-35 158 1,0 0-1,35-124 1,18 124 0,-1-194-16</inkml:trace>
  <inkml:trace contextRef="#ctx0" brushRef="#br0" timeOffset="5549.77">22384 16633 0,'0'0'0,"0"18"32,-18 70-1,0-35-16,1 106 1,17-141 0,88-36-1,-70 0 1,70-70 0,-70 141 15,-36-35-16,18 35-15,-35 105 16,35-87 0,0-36-1</inkml:trace>
  <inkml:trace contextRef="#ctx0" brushRef="#br0" timeOffset="5843.87">22701 16404 0,'36'-53'31,"-72"106"-31,89 35 31,-53-35-31,0 265 31,-70-18 1,52-247-32</inkml:trace>
  <inkml:trace contextRef="#ctx0" brushRef="#br0" timeOffset="17146">23548 16457 0,'-53'106'16,"-106"159"15,-17-19 0,123-157-15</inkml:trace>
  <inkml:trace contextRef="#ctx0" brushRef="#br0" timeOffset="17533.11">23671 16775 0,'-35'17'31,"70"-34"-31</inkml:trace>
  <inkml:trace contextRef="#ctx0" brushRef="#br0" timeOffset="17749.71">23530 17039 0,'18'0'15</inkml:trace>
  <inkml:trace contextRef="#ctx0" brushRef="#br0" timeOffset="18549.07">24112 16422 0,'0'-18'31,"-17"18"0,-1 0-31,-35 71 31,0 17-15,36-53-16,-36 159 31,123-123 0,18-89 1,-52 18-17,17 18 17,-53 52-17,0-52-15,-18 194 31,0-159-15</inkml:trace>
  <inkml:trace contextRef="#ctx0" brushRef="#br0" timeOffset="21062.11">18045 17868 0,'-18'0'31,"18"0"-15,18 0 15,-1-17-15,19-36-1,-19 53 1,1-18-16,52-53 16,-52 54-1,0-1-15,35-52 16,-53 87 15,0 1-15,0 0-16,-18 17 0,0 106 15,1-88 1,17 0-16,-18 158 16,18-158-1,0-17-15,0-19 0</inkml:trace>
  <inkml:trace contextRef="#ctx0" brushRef="#br0" timeOffset="21338.42">18538 18027 0,'36'0'31,"-72"0"-31,160 71 32,-106-71-32</inkml:trace>
  <inkml:trace contextRef="#ctx0" brushRef="#br0" timeOffset="21571.02">18538 17833 0,'0'-18'15,"0"36"-15,18-18 16,0 0-16,-1 18 0,54 17 31,-18-18-15</inkml:trace>
  <inkml:trace contextRef="#ctx0" brushRef="#br0" timeOffset="21813.94">18644 17657 0,'0'0'0,"36"35"31,17-18-15,-1 19 0,1-19-1,-35-17-15</inkml:trace>
  <inkml:trace contextRef="#ctx0" brushRef="#br0" timeOffset="22439.67">19385 17586 0,'0'0'0,"18"-18"16,35 1-1,-36 17 1,36 53 0,-35-36-1,-36 89 16,1-53-15,17-35-16,53-18 31,35 53 1,-71 17-17,-70 107 16,-88-72 1,88-105-17,36-17-15,-1 17 0,1-18 16</inkml:trace>
  <inkml:trace contextRef="#ctx0" brushRef="#br0" timeOffset="23466.89">20338 17568 0,'-36'0'16,"-69"159"15,16 141 0,142-53 16</inkml:trace>
  <inkml:trace contextRef="#ctx0" brushRef="#br0" timeOffset="24174.88">20461 18098 0,'18'-53'31,"-1"53"-15,19 35 15,-36-17-16,17 52 1,-17-52-16,0-1 16,36-34-1,-1-36 1,71-53 15,-89 141 0,-34 53-15,17-70 0,35 0-1,53-142 17,-53 71-17,-17 36-15,17 17 16,-35 211 15,0-193-15,53 35-1</inkml:trace>
  <inkml:trace contextRef="#ctx0" brushRef="#br0" timeOffset="24764.22">21220 18115 0,'0'0'0,"-36"35"16,19 71 15,34-88-15,-17 0-16,18-1 0,53 1 15,-54-36 1,36-88-1,-53 71 1,-35-35 0,17 70-1,-52 52 1,70-34 0,35 53 15</inkml:trace>
  <inkml:trace contextRef="#ctx0" brushRef="#br0" timeOffset="25024.26">21449 18221 0,'0'88'31,"0"-176"-31,70 194 31,1-247 0,-142 53 1,36 105-17,-88 89 16,140-71-15</inkml:trace>
  <inkml:trace contextRef="#ctx0" brushRef="#br0" timeOffset="25249.31">21696 17692 0,'-18'141'31,"36"-282"-31,-53 388 16,35-194-16,17 70 15,1-70 1,-1-35-16</inkml:trace>
  <inkml:trace contextRef="#ctx0" brushRef="#br0" timeOffset="26119.4">22172 17657 0,'0'-18'31,"-18"53"1,1 36-17,-1-36-15,1 106 32,17-123-32,52 17 31,-34-35-31,35-71 31,-35 107 0,-54 175 1,36-105-17,36-88 1</inkml:trace>
  <inkml:trace contextRef="#ctx0" brushRef="#br0" timeOffset="26500.04">22437 17498 0,'0'0'0,"0"-18"16,17 18 0,19 88-1,-19-35-15,-17-17 16,36 246 0,-36-212-16,-18 19 15,-88 228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10.png"/><Relationship Id="rId7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10.png"/><Relationship Id="rId7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customXml" Target="../ink/ink2.xml"/><Relationship Id="rId4" Type="http://schemas.openxmlformats.org/officeDocument/2006/relationships/image" Target="../media/image16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7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4.png"/><Relationship Id="rId4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9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7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4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7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4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7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42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70.png"/><Relationship Id="rId7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70.png"/><Relationship Id="rId7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2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70.png"/><Relationship Id="rId7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2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70.png"/><Relationship Id="rId7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665C47E-93F0-9AC2-21F4-50FBE16E13C5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BE39B-3C86-7D40-D854-D550D22F7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447282C6-09FA-1DDB-6FA6-A2862EEDF133}"/>
              </a:ext>
            </a:extLst>
          </p:cNvPr>
          <p:cNvSpPr txBox="1"/>
          <p:nvPr/>
        </p:nvSpPr>
        <p:spPr>
          <a:xfrm>
            <a:off x="58811" y="785277"/>
            <a:ext cx="10456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or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modular arithmetic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 certain relations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integers. Namely: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45F355D5-49E0-E1AB-61FA-FF4CB9BE671B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411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463A3-22FD-5C83-39D8-FB7E050E2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B4162254-1922-33EB-E3BB-911168B7A766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569060C6-83B2-4E22-0B99-D901FE6563DA}"/>
              </a:ext>
            </a:extLst>
          </p:cNvPr>
          <p:cNvSpPr txBox="1"/>
          <p:nvPr/>
        </p:nvSpPr>
        <p:spPr>
          <a:xfrm>
            <a:off x="58811" y="785277"/>
            <a:ext cx="10456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or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modular arithmetic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 certain relations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integers. Namely: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AC4CF20-6EEC-2035-48DD-1BD5CD8CB8E8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when divided by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give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same remainder, then we say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known (e.g. fixed within a problem),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briefly say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AC4CF20-6EEC-2035-48DD-1BD5CD8CB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blipFill>
                <a:blip r:embed="rId2"/>
                <a:stretch>
                  <a:fillRect l="-883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B21FA8D4-6F6B-9E91-7812-8E642EC1AA5C}"/>
                  </a:ext>
                </a:extLst>
              </p14:cNvPr>
              <p14:cNvContentPartPr/>
              <p14:nvPr/>
            </p14:nvContentPartPr>
            <p14:xfrm>
              <a:off x="6013440" y="2806560"/>
              <a:ext cx="3359520" cy="93384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B21FA8D4-6F6B-9E91-7812-8E642EC1AA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04080" y="2797200"/>
                <a:ext cx="3378240" cy="95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3897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78941-C48B-470A-E2A9-86DD471BC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AC64E7AB-6208-168E-F58E-F1ED36D5617B}"/>
              </a:ext>
            </a:extLst>
          </p:cNvPr>
          <p:cNvSpPr txBox="1"/>
          <p:nvPr/>
        </p:nvSpPr>
        <p:spPr>
          <a:xfrm>
            <a:off x="58811" y="3185934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BE0792F7-B4BD-8E09-5C2F-C172BD081166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1F403A5-6800-D647-6797-416715B8F7A8}"/>
              </a:ext>
            </a:extLst>
          </p:cNvPr>
          <p:cNvSpPr txBox="1"/>
          <p:nvPr/>
        </p:nvSpPr>
        <p:spPr>
          <a:xfrm>
            <a:off x="58811" y="785277"/>
            <a:ext cx="10456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or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modular arithmetic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 certain relations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integers. Namely: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25DED5F-E379-D97C-83CA-17416803AD0F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when divided by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give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same remainder, then we say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known (e.g. fixed within a problem),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briefly say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25DED5F-E379-D97C-83CA-17416803A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blipFill>
                <a:blip r:embed="rId2"/>
                <a:stretch>
                  <a:fillRect l="-883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7046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55D70-428B-E88B-7900-486C78E39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2D97C8B-09B4-7FBA-79E6-92C8CF554721}"/>
                  </a:ext>
                </a:extLst>
              </p:cNvPr>
              <p:cNvSpPr txBox="1"/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2D97C8B-09B4-7FBA-79E6-92C8CF554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DC0F296C-D541-4466-C2F3-08B9C2B89479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1CEEB36-44BB-6EC9-2438-93D76F3231F4}"/>
              </a:ext>
            </a:extLst>
          </p:cNvPr>
          <p:cNvSpPr txBox="1"/>
          <p:nvPr/>
        </p:nvSpPr>
        <p:spPr>
          <a:xfrm>
            <a:off x="58811" y="785277"/>
            <a:ext cx="10456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or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modular arithmetic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 certain relations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integers. Namely: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3D53BBE-42BE-EE0A-522B-1DB14709D3A2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when divided by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give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same remainder, then we say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known (e.g. fixed within a problem),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briefly say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3D53BBE-42BE-EE0A-522B-1DB14709D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blipFill>
                <a:blip r:embed="rId4"/>
                <a:stretch>
                  <a:fillRect l="-883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470B10E0-F13D-9B87-27AC-AEF817F1D71B}"/>
              </a:ext>
            </a:extLst>
          </p:cNvPr>
          <p:cNvSpPr txBox="1"/>
          <p:nvPr/>
        </p:nvSpPr>
        <p:spPr>
          <a:xfrm>
            <a:off x="58811" y="3185934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691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15A74-3D95-3E06-ACA6-F4A984391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8A769C1-AACA-16B5-12F9-1CB5051EB551}"/>
                  </a:ext>
                </a:extLst>
              </p:cNvPr>
              <p:cNvSpPr txBox="1"/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8A769C1-AACA-16B5-12F9-1CB5051EB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E80180A-8EA8-6FC2-47A6-0D56F8F8154A}"/>
                  </a:ext>
                </a:extLst>
              </p:cNvPr>
              <p:cNvSpPr txBox="1"/>
              <p:nvPr/>
            </p:nvSpPr>
            <p:spPr>
              <a:xfrm>
                <a:off x="58811" y="4109264"/>
                <a:ext cx="671767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read as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E80180A-8EA8-6FC2-47A6-0D56F8F81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109264"/>
                <a:ext cx="6717673" cy="461665"/>
              </a:xfrm>
              <a:prstGeom prst="rect">
                <a:avLst/>
              </a:prstGeom>
              <a:blipFill>
                <a:blip r:embed="rId4"/>
                <a:stretch>
                  <a:fillRect l="-145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7658E260-080D-11A0-985D-4BF5DE36A137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449E9DD-0D50-A7B3-EBBE-749286759217}"/>
              </a:ext>
            </a:extLst>
          </p:cNvPr>
          <p:cNvSpPr txBox="1"/>
          <p:nvPr/>
        </p:nvSpPr>
        <p:spPr>
          <a:xfrm>
            <a:off x="58811" y="785277"/>
            <a:ext cx="10456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or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modular arithmetic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 certain relations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integers. Namely: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D1B1025-0221-E9BE-9ED8-83039520B1E5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when divided by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give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same remainder, then we say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known (e.g. fixed within a problem),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briefly say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D1B1025-0221-E9BE-9ED8-83039520B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blipFill>
                <a:blip r:embed="rId5"/>
                <a:stretch>
                  <a:fillRect l="-883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81BEECB1-A439-35E4-B8BC-6D1B82B7396C}"/>
              </a:ext>
            </a:extLst>
          </p:cNvPr>
          <p:cNvSpPr txBox="1"/>
          <p:nvPr/>
        </p:nvSpPr>
        <p:spPr>
          <a:xfrm>
            <a:off x="58811" y="3185934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606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69915-2332-81B7-C758-805EB13F9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F81CF9A-C817-0AEB-DC52-34C4E93D7006}"/>
                  </a:ext>
                </a:extLst>
              </p:cNvPr>
              <p:cNvSpPr txBox="1"/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F81CF9A-C817-0AEB-DC52-34C4E93D7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2F188293-475E-A0EB-6B63-16A9679E7035}"/>
              </a:ext>
            </a:extLst>
          </p:cNvPr>
          <p:cNvSpPr txBox="1"/>
          <p:nvPr/>
        </p:nvSpPr>
        <p:spPr>
          <a:xfrm>
            <a:off x="58811" y="4570929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3F5CE767-5B0F-803F-8C57-2C38BAD18989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27AB690-C59A-6A55-4B91-5763352DAA36}"/>
              </a:ext>
            </a:extLst>
          </p:cNvPr>
          <p:cNvSpPr txBox="1"/>
          <p:nvPr/>
        </p:nvSpPr>
        <p:spPr>
          <a:xfrm>
            <a:off x="58811" y="785277"/>
            <a:ext cx="10456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or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modular arithmetic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 certain relations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integers. Namely: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DA12FE35-1A62-771C-F7B7-1F22EFCEE72B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when divided by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give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same remainder, then we say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known (e.g. fixed within a problem),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briefly say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DA12FE35-1A62-771C-F7B7-1F22EFCEE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blipFill>
                <a:blip r:embed="rId4"/>
                <a:stretch>
                  <a:fillRect l="-883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E3EE0C47-7ADB-A03F-3E77-E82D2A3B651E}"/>
              </a:ext>
            </a:extLst>
          </p:cNvPr>
          <p:cNvSpPr txBox="1"/>
          <p:nvPr/>
        </p:nvSpPr>
        <p:spPr>
          <a:xfrm>
            <a:off x="58811" y="3185934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1FEB2A4C-8D75-9F80-88AB-EF161C4AB399}"/>
                  </a:ext>
                </a:extLst>
              </p:cNvPr>
              <p:cNvSpPr txBox="1"/>
              <p:nvPr/>
            </p:nvSpPr>
            <p:spPr>
              <a:xfrm>
                <a:off x="58811" y="4109264"/>
                <a:ext cx="671767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read as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1FEB2A4C-8D75-9F80-88AB-EF161C4AB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109264"/>
                <a:ext cx="6717673" cy="461665"/>
              </a:xfrm>
              <a:prstGeom prst="rect">
                <a:avLst/>
              </a:prstGeom>
              <a:blipFill>
                <a:blip r:embed="rId5"/>
                <a:stretch>
                  <a:fillRect l="-145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2984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ED36F-6823-E860-11AA-F14CABCBA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377A409-7625-69FE-2636-56AC5ECE8F96}"/>
                  </a:ext>
                </a:extLst>
              </p:cNvPr>
              <p:cNvSpPr txBox="1"/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377A409-7625-69FE-2636-56AC5ECE8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DF061861-0EFD-66A9-8EC4-422A309289A4}"/>
                  </a:ext>
                </a:extLst>
              </p:cNvPr>
              <p:cNvSpPr txBox="1"/>
              <p:nvPr/>
            </p:nvSpPr>
            <p:spPr>
              <a:xfrm>
                <a:off x="58811" y="5032594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17≡32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DF061861-0EFD-66A9-8EC4-422A30928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5032594"/>
                <a:ext cx="1207437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DB0C613C-95D1-EAB3-64E3-72F047B64CB8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EFCBE4F-1868-248B-9F3D-0EC2A005A904}"/>
              </a:ext>
            </a:extLst>
          </p:cNvPr>
          <p:cNvSpPr txBox="1"/>
          <p:nvPr/>
        </p:nvSpPr>
        <p:spPr>
          <a:xfrm>
            <a:off x="58811" y="785277"/>
            <a:ext cx="10456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or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modular arithmetic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 certain relations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integers. Namely: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7DA3C3BE-E5C9-8240-4831-F0F286C08EF9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when divided by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give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same remainder, then we say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known (e.g. fixed within a problem),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briefly say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7DA3C3BE-E5C9-8240-4831-F0F286C08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blipFill>
                <a:blip r:embed="rId6"/>
                <a:stretch>
                  <a:fillRect l="-883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4CAE62CB-0B51-50BA-2CE8-108D71FBDA14}"/>
              </a:ext>
            </a:extLst>
          </p:cNvPr>
          <p:cNvSpPr txBox="1"/>
          <p:nvPr/>
        </p:nvSpPr>
        <p:spPr>
          <a:xfrm>
            <a:off x="58811" y="3185934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2F967263-CA58-2741-36AF-8D844CA12FB5}"/>
                  </a:ext>
                </a:extLst>
              </p:cNvPr>
              <p:cNvSpPr txBox="1"/>
              <p:nvPr/>
            </p:nvSpPr>
            <p:spPr>
              <a:xfrm>
                <a:off x="58811" y="4109264"/>
                <a:ext cx="671767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read as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2F967263-CA58-2741-36AF-8D844CA12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109264"/>
                <a:ext cx="6717673" cy="461665"/>
              </a:xfrm>
              <a:prstGeom prst="rect">
                <a:avLst/>
              </a:prstGeom>
              <a:blipFill>
                <a:blip r:embed="rId7"/>
                <a:stretch>
                  <a:fillRect l="-145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pole tekstowe 13">
            <a:extLst>
              <a:ext uri="{FF2B5EF4-FFF2-40B4-BE49-F238E27FC236}">
                <a16:creationId xmlns:a16="http://schemas.microsoft.com/office/drawing/2014/main" id="{E4A0A6FB-CB22-3B47-FD63-5A161702A61A}"/>
              </a:ext>
            </a:extLst>
          </p:cNvPr>
          <p:cNvSpPr txBox="1"/>
          <p:nvPr/>
        </p:nvSpPr>
        <p:spPr>
          <a:xfrm>
            <a:off x="58811" y="4570929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391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6B282-DFB3-61F4-C7E4-55B25C71B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D58FCC1-2C6D-442F-D55C-526A1353F920}"/>
                  </a:ext>
                </a:extLst>
              </p:cNvPr>
              <p:cNvSpPr txBox="1"/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D58FCC1-2C6D-442F-D55C-526A1353F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6E43148-0FE9-331B-1395-37744870B692}"/>
                  </a:ext>
                </a:extLst>
              </p:cNvPr>
              <p:cNvSpPr txBox="1"/>
              <p:nvPr/>
            </p:nvSpPr>
            <p:spPr>
              <a:xfrm>
                <a:off x="58811" y="5032594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17≡32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6E43148-0FE9-331B-1395-37744870B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5032594"/>
                <a:ext cx="1207437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94D40A50-FFE3-3694-1B1C-791FCDF6243B}"/>
                  </a:ext>
                </a:extLst>
              </p:cNvPr>
              <p:cNvSpPr txBox="1"/>
              <p:nvPr/>
            </p:nvSpPr>
            <p:spPr>
              <a:xfrm>
                <a:off x="58811" y="5494259"/>
                <a:ext cx="54617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17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÷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3=5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2,  32÷3=10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94D40A50-FFE3-3694-1B1C-791FCDF62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5494259"/>
                <a:ext cx="5461752" cy="461665"/>
              </a:xfrm>
              <a:prstGeom prst="rect">
                <a:avLst/>
              </a:prstGeom>
              <a:blipFill>
                <a:blip r:embed="rId6"/>
                <a:stretch>
                  <a:fillRect l="-178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94A12003-27D8-CF40-69D3-F7C0A173BFCA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3A0573D-E67E-D7A2-A7C8-66694C813646}"/>
              </a:ext>
            </a:extLst>
          </p:cNvPr>
          <p:cNvSpPr txBox="1"/>
          <p:nvPr/>
        </p:nvSpPr>
        <p:spPr>
          <a:xfrm>
            <a:off x="58811" y="785277"/>
            <a:ext cx="10456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or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modular arithmetic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 certain relations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integers. Namely: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C1A2D985-035E-1D63-C476-88BE7E02110C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when divided by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give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same remainder, then we say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known (e.g. fixed within a problem),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briefly say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C1A2D985-035E-1D63-C476-88BE7E021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blipFill>
                <a:blip r:embed="rId7"/>
                <a:stretch>
                  <a:fillRect l="-883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B84B279A-8450-0A3A-7A9D-CA21D9284AA6}"/>
              </a:ext>
            </a:extLst>
          </p:cNvPr>
          <p:cNvSpPr txBox="1"/>
          <p:nvPr/>
        </p:nvSpPr>
        <p:spPr>
          <a:xfrm>
            <a:off x="58811" y="3185934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0229DC6C-90AB-CDCC-37B6-C67E7E7350BE}"/>
                  </a:ext>
                </a:extLst>
              </p:cNvPr>
              <p:cNvSpPr txBox="1"/>
              <p:nvPr/>
            </p:nvSpPr>
            <p:spPr>
              <a:xfrm>
                <a:off x="58811" y="4109264"/>
                <a:ext cx="671767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read as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0229DC6C-90AB-CDCC-37B6-C67E7E735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109264"/>
                <a:ext cx="6717673" cy="461665"/>
              </a:xfrm>
              <a:prstGeom prst="rect">
                <a:avLst/>
              </a:prstGeom>
              <a:blipFill>
                <a:blip r:embed="rId8"/>
                <a:stretch>
                  <a:fillRect l="-145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ole tekstowe 14">
            <a:extLst>
              <a:ext uri="{FF2B5EF4-FFF2-40B4-BE49-F238E27FC236}">
                <a16:creationId xmlns:a16="http://schemas.microsoft.com/office/drawing/2014/main" id="{B0983E21-F484-65B4-D162-189561A89601}"/>
              </a:ext>
            </a:extLst>
          </p:cNvPr>
          <p:cNvSpPr txBox="1"/>
          <p:nvPr/>
        </p:nvSpPr>
        <p:spPr>
          <a:xfrm>
            <a:off x="58811" y="4570929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699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2F155-4443-14FE-67D3-9CCEDF0EC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872920F-300C-BDD9-A05B-FBD6EBDE3C73}"/>
                  </a:ext>
                </a:extLst>
              </p:cNvPr>
              <p:cNvSpPr txBox="1"/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872920F-300C-BDD9-A05B-FBD6EBDE3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647599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93B0E9C-23A5-A859-8E1B-D8C5AD7BA636}"/>
                  </a:ext>
                </a:extLst>
              </p:cNvPr>
              <p:cNvSpPr txBox="1"/>
              <p:nvPr/>
            </p:nvSpPr>
            <p:spPr>
              <a:xfrm>
                <a:off x="58811" y="5032594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17≡32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93B0E9C-23A5-A859-8E1B-D8C5AD7BA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5032594"/>
                <a:ext cx="1207437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BB96F31-468A-125B-52FF-624ADEFF0712}"/>
                  </a:ext>
                </a:extLst>
              </p:cNvPr>
              <p:cNvSpPr txBox="1"/>
              <p:nvPr/>
            </p:nvSpPr>
            <p:spPr>
              <a:xfrm>
                <a:off x="7215385" y="5494259"/>
                <a:ext cx="48168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17=5⋅3+2,  32=10⋅3+2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BB96F31-468A-125B-52FF-624ADEFF0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5385" y="5494259"/>
                <a:ext cx="4816896" cy="461665"/>
              </a:xfrm>
              <a:prstGeom prst="rect">
                <a:avLst/>
              </a:prstGeom>
              <a:blipFill>
                <a:blip r:embed="rId6"/>
                <a:stretch>
                  <a:fillRect l="-202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3352FA90-D67C-75D0-D019-FA11CF8B273C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9812D78-5AEC-0463-FA72-D80A11284BAB}"/>
              </a:ext>
            </a:extLst>
          </p:cNvPr>
          <p:cNvSpPr txBox="1"/>
          <p:nvPr/>
        </p:nvSpPr>
        <p:spPr>
          <a:xfrm>
            <a:off x="58811" y="785277"/>
            <a:ext cx="10456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or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modular arithmetic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a certain relations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integers. Namely: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D9994E8E-8810-CB19-B840-E0B37FE5BC2D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when divided by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give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same remainder, then we say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known (e.g. fixed within a problem),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briefly say 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".</a:t>
                </a: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D9994E8E-8810-CB19-B840-E0B37FE5B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055334" cy="1569660"/>
              </a:xfrm>
              <a:prstGeom prst="rect">
                <a:avLst/>
              </a:prstGeom>
              <a:blipFill>
                <a:blip r:embed="rId7"/>
                <a:stretch>
                  <a:fillRect l="-883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pole tekstowe 13">
            <a:extLst>
              <a:ext uri="{FF2B5EF4-FFF2-40B4-BE49-F238E27FC236}">
                <a16:creationId xmlns:a16="http://schemas.microsoft.com/office/drawing/2014/main" id="{3C90C488-DFDB-9DE8-3411-8B0CF7CE0D65}"/>
              </a:ext>
            </a:extLst>
          </p:cNvPr>
          <p:cNvSpPr txBox="1"/>
          <p:nvPr/>
        </p:nvSpPr>
        <p:spPr>
          <a:xfrm>
            <a:off x="58811" y="3185934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991D1C10-C857-B365-CA9F-5ED938A0EDD4}"/>
                  </a:ext>
                </a:extLst>
              </p:cNvPr>
              <p:cNvSpPr txBox="1"/>
              <p:nvPr/>
            </p:nvSpPr>
            <p:spPr>
              <a:xfrm>
                <a:off x="58811" y="4109264"/>
                <a:ext cx="671767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read as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modulo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"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991D1C10-C857-B365-CA9F-5ED938A0E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109264"/>
                <a:ext cx="6717673" cy="461665"/>
              </a:xfrm>
              <a:prstGeom prst="rect">
                <a:avLst/>
              </a:prstGeom>
              <a:blipFill>
                <a:blip r:embed="rId8"/>
                <a:stretch>
                  <a:fillRect l="-145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pole tekstowe 15">
            <a:extLst>
              <a:ext uri="{FF2B5EF4-FFF2-40B4-BE49-F238E27FC236}">
                <a16:creationId xmlns:a16="http://schemas.microsoft.com/office/drawing/2014/main" id="{7B778FA7-22EC-33A0-84BC-E49D8F946C52}"/>
              </a:ext>
            </a:extLst>
          </p:cNvPr>
          <p:cNvSpPr txBox="1"/>
          <p:nvPr/>
        </p:nvSpPr>
        <p:spPr>
          <a:xfrm>
            <a:off x="58811" y="4570929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B9006C7A-85EF-5C4A-A8F6-9462C8DECE52}"/>
                  </a:ext>
                </a:extLst>
              </p:cNvPr>
              <p:cNvSpPr txBox="1"/>
              <p:nvPr/>
            </p:nvSpPr>
            <p:spPr>
              <a:xfrm>
                <a:off x="58811" y="5494259"/>
                <a:ext cx="54617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17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÷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3=5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2,  32÷3=10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𝑟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B9006C7A-85EF-5C4A-A8F6-9462C8DEC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5494259"/>
                <a:ext cx="5461752" cy="461665"/>
              </a:xfrm>
              <a:prstGeom prst="rect">
                <a:avLst/>
              </a:prstGeom>
              <a:blipFill>
                <a:blip r:embed="rId9"/>
                <a:stretch>
                  <a:fillRect l="-178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7801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2C44A-E7B6-E0FD-91EA-D895639D4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AF2DEA1B-C27D-46F8-A67A-2C4DAA73EC45}"/>
              </a:ext>
            </a:extLst>
          </p:cNvPr>
          <p:cNvSpPr txBox="1"/>
          <p:nvPr/>
        </p:nvSpPr>
        <p:spPr>
          <a:xfrm>
            <a:off x="58811" y="78527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B1A735C-D567-E21F-D9B0-C8E3103DFB77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B1A735C-D567-E21F-D9B0-C8E3103DF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6BF30705-DA42-40A5-E5EC-C57B0F7E1AA3}"/>
              </a:ext>
            </a:extLst>
          </p:cNvPr>
          <p:cNvSpPr txBox="1"/>
          <p:nvPr/>
        </p:nvSpPr>
        <p:spPr>
          <a:xfrm>
            <a:off x="58811" y="1708607"/>
            <a:ext cx="1346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means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978312C3-3FEB-BD4F-ADBD-812469CC6E35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711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F29AB-2EDC-5F3A-487B-0F0DF2ADC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1E8BA40-C781-5D5E-AEF4-64F7B8D3D7E3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1E8BA40-C781-5D5E-AEF4-64F7B8D3D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284E9CE-39C0-E7B6-8DBA-40E919000F66}"/>
                  </a:ext>
                </a:extLst>
              </p:cNvPr>
              <p:cNvSpPr txBox="1"/>
              <p:nvPr/>
            </p:nvSpPr>
            <p:spPr>
              <a:xfrm>
                <a:off x="308976" y="2170272"/>
                <a:ext cx="104222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have the same remainder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284E9CE-39C0-E7B6-8DBA-40E919000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76" y="2170272"/>
                <a:ext cx="10422212" cy="461665"/>
              </a:xfrm>
              <a:prstGeom prst="rect">
                <a:avLst/>
              </a:prstGeom>
              <a:blipFill>
                <a:blip r:embed="rId3"/>
                <a:stretch>
                  <a:fillRect l="-93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12612214-ADAB-1341-3BB3-B2953CB0F567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0F6D5F6-9858-5329-218C-50185150B7C1}"/>
              </a:ext>
            </a:extLst>
          </p:cNvPr>
          <p:cNvSpPr txBox="1"/>
          <p:nvPr/>
        </p:nvSpPr>
        <p:spPr>
          <a:xfrm>
            <a:off x="58811" y="78527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4AF27C49-C26B-F68C-02FE-34CAA953CA8D}"/>
              </a:ext>
            </a:extLst>
          </p:cNvPr>
          <p:cNvSpPr txBox="1"/>
          <p:nvPr/>
        </p:nvSpPr>
        <p:spPr>
          <a:xfrm>
            <a:off x="58811" y="1708607"/>
            <a:ext cx="1346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means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312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7CF65-149D-E878-EE5B-EDF9F5788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85CABCD-5DDB-4184-03C7-97DAB7921983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85CABCD-5DDB-4184-03C7-97DAB7921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0EC7BCD-BB44-2A0A-0DAF-54296C87C294}"/>
                  </a:ext>
                </a:extLst>
              </p:cNvPr>
              <p:cNvSpPr txBox="1"/>
              <p:nvPr/>
            </p:nvSpPr>
            <p:spPr>
              <a:xfrm>
                <a:off x="308976" y="2170272"/>
                <a:ext cx="1042221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have the same remainder when divided by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exists an integer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such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0EC7BCD-BB44-2A0A-0DAF-54296C87C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76" y="2170272"/>
                <a:ext cx="10422212" cy="830997"/>
              </a:xfrm>
              <a:prstGeom prst="rect">
                <a:avLst/>
              </a:prstGeom>
              <a:blipFill>
                <a:blip r:embed="rId3"/>
                <a:stretch>
                  <a:fillRect l="-936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BCD3FF5C-09FE-7D55-4DEF-651A1742B93A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64D3B18-2C1D-D353-55A5-6FEE11328086}"/>
              </a:ext>
            </a:extLst>
          </p:cNvPr>
          <p:cNvSpPr txBox="1"/>
          <p:nvPr/>
        </p:nvSpPr>
        <p:spPr>
          <a:xfrm>
            <a:off x="58811" y="78527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46555413-D155-9DD4-DC9F-A1E12AA75573}"/>
              </a:ext>
            </a:extLst>
          </p:cNvPr>
          <p:cNvSpPr txBox="1"/>
          <p:nvPr/>
        </p:nvSpPr>
        <p:spPr>
          <a:xfrm>
            <a:off x="58811" y="1708607"/>
            <a:ext cx="1346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means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176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DC467-3CF6-18C2-D943-1541CF464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02119885-990E-401D-AFE9-85C1253F3401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02119885-990E-401D-AFE9-85C1253F3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A06CAD1-6223-34E7-E166-8E60212F1BAB}"/>
                  </a:ext>
                </a:extLst>
              </p:cNvPr>
              <p:cNvSpPr txBox="1"/>
              <p:nvPr/>
            </p:nvSpPr>
            <p:spPr>
              <a:xfrm>
                <a:off x="308976" y="2170272"/>
                <a:ext cx="1149487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have the same remainder when divided by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exists an integer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such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e.g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17≡32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means that there exists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such that: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17=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⋅3+32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A06CAD1-6223-34E7-E166-8E60212F1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76" y="2170272"/>
                <a:ext cx="11494878" cy="1200329"/>
              </a:xfrm>
              <a:prstGeom prst="rect">
                <a:avLst/>
              </a:prstGeom>
              <a:blipFill>
                <a:blip r:embed="rId3"/>
                <a:stretch>
                  <a:fillRect l="-849" t="-4569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357A35FF-DCF1-6B6A-2E46-9E8CD5F19E02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3EA1C39-DCA4-4AD3-3E33-3B13B365FFAA}"/>
              </a:ext>
            </a:extLst>
          </p:cNvPr>
          <p:cNvSpPr txBox="1"/>
          <p:nvPr/>
        </p:nvSpPr>
        <p:spPr>
          <a:xfrm>
            <a:off x="58811" y="78527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84464301-64C5-0194-A3F1-6C20C17592D7}"/>
              </a:ext>
            </a:extLst>
          </p:cNvPr>
          <p:cNvSpPr txBox="1"/>
          <p:nvPr/>
        </p:nvSpPr>
        <p:spPr>
          <a:xfrm>
            <a:off x="58811" y="1708607"/>
            <a:ext cx="1346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means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076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4127A-68D6-831A-D56C-BA1E88AEB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2BBA893-6376-3462-2507-000A604BFC3F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2BBA893-6376-3462-2507-000A604BF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617D755-36CE-519F-621E-C75976FE8AF4}"/>
                  </a:ext>
                </a:extLst>
              </p:cNvPr>
              <p:cNvSpPr txBox="1"/>
              <p:nvPr/>
            </p:nvSpPr>
            <p:spPr>
              <a:xfrm>
                <a:off x="308976" y="2170272"/>
                <a:ext cx="1146762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have the same remainder when divided by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exists an integer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such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e.g.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17≡32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means that there exists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such that: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17=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⋅3+32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indeed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=−5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17=−5⋅3+32=−15+32=17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617D755-36CE-519F-621E-C75976FE8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76" y="2170272"/>
                <a:ext cx="11467626" cy="1569660"/>
              </a:xfrm>
              <a:prstGeom prst="rect">
                <a:avLst/>
              </a:prstGeom>
              <a:blipFill>
                <a:blip r:embed="rId3"/>
                <a:stretch>
                  <a:fillRect l="-851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DD450BA8-536F-7846-F9D3-3B579E03AD19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060859B-D913-119D-DB9C-BBF8C805C8E9}"/>
              </a:ext>
            </a:extLst>
          </p:cNvPr>
          <p:cNvSpPr txBox="1"/>
          <p:nvPr/>
        </p:nvSpPr>
        <p:spPr>
          <a:xfrm>
            <a:off x="58811" y="78527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37AD2996-E39C-D356-8D76-9148362F1067}"/>
              </a:ext>
            </a:extLst>
          </p:cNvPr>
          <p:cNvSpPr txBox="1"/>
          <p:nvPr/>
        </p:nvSpPr>
        <p:spPr>
          <a:xfrm>
            <a:off x="58811" y="1708607"/>
            <a:ext cx="1346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means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415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4ED2B-FB3C-C295-606D-1CE0C9CD2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F3FE58BF-2F22-EC67-1B22-795E5C930E8E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F3FE58BF-2F22-EC67-1B22-795E5C930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2CDBB7E-2DCB-E6A2-700A-DA8FB0265A64}"/>
                  </a:ext>
                </a:extLst>
              </p:cNvPr>
              <p:cNvSpPr txBox="1"/>
              <p:nvPr/>
            </p:nvSpPr>
            <p:spPr>
              <a:xfrm>
                <a:off x="308976" y="2170272"/>
                <a:ext cx="1042221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have the same remainder when divided by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exists an integer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such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2CDBB7E-2DCB-E6A2-700A-DA8FB0265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76" y="2170272"/>
                <a:ext cx="10422212" cy="830997"/>
              </a:xfrm>
              <a:prstGeom prst="rect">
                <a:avLst/>
              </a:prstGeom>
              <a:blipFill>
                <a:blip r:embed="rId3"/>
                <a:stretch>
                  <a:fillRect l="-936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7F2D5227-37D0-24DF-3798-B2FA86F41180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32D5EF2-6945-43B5-94BE-BA4A676147A9}"/>
              </a:ext>
            </a:extLst>
          </p:cNvPr>
          <p:cNvSpPr txBox="1"/>
          <p:nvPr/>
        </p:nvSpPr>
        <p:spPr>
          <a:xfrm>
            <a:off x="58811" y="78527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4C89D57-0673-A2E3-A424-F9EB4E175B5D}"/>
              </a:ext>
            </a:extLst>
          </p:cNvPr>
          <p:cNvSpPr txBox="1"/>
          <p:nvPr/>
        </p:nvSpPr>
        <p:spPr>
          <a:xfrm>
            <a:off x="58811" y="1708607"/>
            <a:ext cx="1346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means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097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ABDE0-A3B8-226E-93F1-D15AC3205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4A52D15-368F-5CCA-89F6-17CFC642CC03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4A52D15-368F-5CCA-89F6-17CFC642C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0479154-D930-BFAA-F03B-F9F0BB0F2760}"/>
                  </a:ext>
                </a:extLst>
              </p:cNvPr>
              <p:cNvSpPr txBox="1"/>
              <p:nvPr/>
            </p:nvSpPr>
            <p:spPr>
              <a:xfrm>
                <a:off x="308976" y="2170272"/>
                <a:ext cx="10654007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have the same remainder when divided by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exists an integer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such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i.e.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|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−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0479154-D930-BFAA-F03B-F9F0BB0F2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76" y="2170272"/>
                <a:ext cx="10654007" cy="1569660"/>
              </a:xfrm>
              <a:prstGeom prst="rect">
                <a:avLst/>
              </a:prstGeom>
              <a:blipFill>
                <a:blip r:embed="rId3"/>
                <a:stretch>
                  <a:fillRect l="-916" t="-3488" r="-57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96F54D47-B8A8-359C-6285-653B8A15363D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9E210D6-0877-1358-9AF9-7FF22415959D}"/>
              </a:ext>
            </a:extLst>
          </p:cNvPr>
          <p:cNvSpPr txBox="1"/>
          <p:nvPr/>
        </p:nvSpPr>
        <p:spPr>
          <a:xfrm>
            <a:off x="58811" y="78527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53BB63DB-BBC5-ED47-0B24-3F9C3974C712}"/>
              </a:ext>
            </a:extLst>
          </p:cNvPr>
          <p:cNvSpPr txBox="1"/>
          <p:nvPr/>
        </p:nvSpPr>
        <p:spPr>
          <a:xfrm>
            <a:off x="58811" y="1708607"/>
            <a:ext cx="1346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means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053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14F2B-EC2D-A4C9-846A-834432596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CD70457-36AB-765D-835D-1A5A8BFD3FB5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CD70457-36AB-765D-835D-1A5A8BFD3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F7EABC4-7CB1-D762-4EF8-D99AB9C26463}"/>
                  </a:ext>
                </a:extLst>
              </p:cNvPr>
              <p:cNvSpPr txBox="1"/>
              <p:nvPr/>
            </p:nvSpPr>
            <p:spPr>
              <a:xfrm>
                <a:off x="308976" y="2170272"/>
                <a:ext cx="10654007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have the same remainder when divided by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exists an integer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such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i.e.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|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−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e.g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17≡32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means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3|17−32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3|32−17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F7EABC4-7CB1-D762-4EF8-D99AB9C26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76" y="2170272"/>
                <a:ext cx="10654007" cy="1938992"/>
              </a:xfrm>
              <a:prstGeom prst="rect">
                <a:avLst/>
              </a:prstGeom>
              <a:blipFill>
                <a:blip r:embed="rId3"/>
                <a:stretch>
                  <a:fillRect l="-916" t="-2830" r="-57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B1B45ABA-9889-35D6-3740-47DD426AD279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B662E43-A5B3-9A55-7914-7B4AE87BD15A}"/>
              </a:ext>
            </a:extLst>
          </p:cNvPr>
          <p:cNvSpPr txBox="1"/>
          <p:nvPr/>
        </p:nvSpPr>
        <p:spPr>
          <a:xfrm>
            <a:off x="58811" y="78527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2CE99EEB-053F-83E4-C3F9-170836618B97}"/>
              </a:ext>
            </a:extLst>
          </p:cNvPr>
          <p:cNvSpPr txBox="1"/>
          <p:nvPr/>
        </p:nvSpPr>
        <p:spPr>
          <a:xfrm>
            <a:off x="58811" y="1708607"/>
            <a:ext cx="1346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means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288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3DCB4-9175-F3A0-8D9C-4B2B3F2FE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44BCBBF-C237-7256-2506-690858C3741B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≡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mod</m:t>
                              </m:r>
                            </m:fNam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44BCBBF-C237-7256-2506-690858C37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4E1FD58-FED1-2133-719B-BBC1550DE02A}"/>
                  </a:ext>
                </a:extLst>
              </p:cNvPr>
              <p:cNvSpPr txBox="1"/>
              <p:nvPr/>
            </p:nvSpPr>
            <p:spPr>
              <a:xfrm>
                <a:off x="308976" y="2170272"/>
                <a:ext cx="10654007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have the same remainder when divided by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exists an integer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such 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remainder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4E1FD58-FED1-2133-719B-BBC1550DE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76" y="2170272"/>
                <a:ext cx="10654007" cy="1200329"/>
              </a:xfrm>
              <a:prstGeom prst="rect">
                <a:avLst/>
              </a:prstGeom>
              <a:blipFill>
                <a:blip r:embed="rId3"/>
                <a:stretch>
                  <a:fillRect l="-916" t="-4569" r="-57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AB7F1D9F-E5CA-7512-0C1B-E31E69BF11D7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27DB2B1-418B-902E-DA7B-FFB7E05AA38C}"/>
              </a:ext>
            </a:extLst>
          </p:cNvPr>
          <p:cNvSpPr txBox="1"/>
          <p:nvPr/>
        </p:nvSpPr>
        <p:spPr>
          <a:xfrm>
            <a:off x="58811" y="78527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notation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ACBC65B-FD2E-3A9C-DBB6-ECBC3F7ABD78}"/>
              </a:ext>
            </a:extLst>
          </p:cNvPr>
          <p:cNvSpPr txBox="1"/>
          <p:nvPr/>
        </p:nvSpPr>
        <p:spPr>
          <a:xfrm>
            <a:off x="58811" y="1708607"/>
            <a:ext cx="1346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means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357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891D6-ACD7-973B-18C6-E41C5FE10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6D0695E-A5C9-2575-AEFD-6E6E68D37065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E1799D6-6973-BB7D-0867-E4324937A5E6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E1799D6-6973-BB7D-0867-E4324937A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0BD00CA-76CE-C680-F808-F2FE1DE1F197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0BD00CA-76CE-C680-F808-F2FE1DE1F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F6C90841-4D12-06D4-A10F-F1CD778C0B72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923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76B78-EF10-7C94-8E82-B727E5383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3DF73E2-6BC8-0C3F-A789-FC9F881F613A}"/>
                  </a:ext>
                </a:extLst>
              </p:cNvPr>
              <p:cNvSpPr txBox="1"/>
              <p:nvPr/>
            </p:nvSpPr>
            <p:spPr>
              <a:xfrm>
                <a:off x="180892" y="1246942"/>
                <a:ext cx="44019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Reflexivity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3DF73E2-6BC8-0C3F-A789-FC9F881F6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92" y="1246942"/>
                <a:ext cx="4401974" cy="461665"/>
              </a:xfrm>
              <a:prstGeom prst="rect">
                <a:avLst/>
              </a:prstGeom>
              <a:blipFill>
                <a:blip r:embed="rId2"/>
                <a:stretch>
                  <a:fillRect l="-2216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E0E00BF-10AA-75A2-E783-FACC686992CF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E0E00BF-10AA-75A2-E783-FACC68699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2B97275-9A40-97C7-6A65-5C65A4C7402C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2B97275-9A40-97C7-6A65-5C65A4C74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9D3DCF2E-E987-D8FC-696C-AAE174BED865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34376BB-EF67-7CC4-D048-F9D4123559AA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864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E906F-78E9-8CC1-4AE7-948CDC3ED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8EF104C-ACDD-2246-D2AE-EC2DBE5E1055}"/>
                  </a:ext>
                </a:extLst>
              </p:cNvPr>
              <p:cNvSpPr txBox="1"/>
              <p:nvPr/>
            </p:nvSpPr>
            <p:spPr>
              <a:xfrm>
                <a:off x="180892" y="1246942"/>
                <a:ext cx="581973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Reflexivity: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8EF104C-ACDD-2246-D2AE-EC2DBE5E1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92" y="1246942"/>
                <a:ext cx="5819735" cy="830997"/>
              </a:xfrm>
              <a:prstGeom prst="rect">
                <a:avLst/>
              </a:prstGeom>
              <a:blipFill>
                <a:blip r:embed="rId2"/>
                <a:stretch>
                  <a:fillRect l="-1677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7395107-63B9-81CF-9AEB-10F81CD44EA0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7395107-63B9-81CF-9AEB-10F81CD44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E85673D-3ADF-3867-ECB5-6126A9DC4629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E85673D-3ADF-3867-ECB5-6126A9DC4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621F3618-BF67-C85A-7E03-FD12C4B1AD57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4F21224-1175-3542-2DD7-F8BC41EDA12B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494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140A1-3395-8E3D-D9CE-73847E0DF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207D36F-E1F8-10A9-E220-4A45DE6FB808}"/>
                  </a:ext>
                </a:extLst>
              </p:cNvPr>
              <p:cNvSpPr txBox="1"/>
              <p:nvPr/>
            </p:nvSpPr>
            <p:spPr>
              <a:xfrm>
                <a:off x="180892" y="1246942"/>
                <a:ext cx="845898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Reflexivity: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207D36F-E1F8-10A9-E220-4A45DE6FB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92" y="1246942"/>
                <a:ext cx="8458982" cy="1200329"/>
              </a:xfrm>
              <a:prstGeom prst="rect">
                <a:avLst/>
              </a:prstGeom>
              <a:blipFill>
                <a:blip r:embed="rId2"/>
                <a:stretch>
                  <a:fillRect l="-1154" t="-4592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A141BC5-391F-8908-73E3-64A0ED101054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A141BC5-391F-8908-73E3-64A0ED101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F962E1D-6D41-716B-1C8E-2617644BEF77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F962E1D-6D41-716B-1C8E-2617644BE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3007F25D-8FA3-96BD-6BA0-CE29288FD725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1B256EE-DA63-2397-8085-9364E8C2C158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073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A3BCB-6D4F-2B58-416A-7EBF8295B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351B0A4-8E7B-BF82-B391-314B2B3AF602}"/>
                  </a:ext>
                </a:extLst>
              </p:cNvPr>
              <p:cNvSpPr txBox="1"/>
              <p:nvPr/>
            </p:nvSpPr>
            <p:spPr>
              <a:xfrm>
                <a:off x="180892" y="1246942"/>
                <a:ext cx="857382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Reflexivity: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a</m:t>
                    </m:r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m:rPr>
                        <m:sty m:val="p"/>
                      </m:rP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c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351B0A4-8E7B-BF82-B391-314B2B3AF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92" y="1246942"/>
                <a:ext cx="8573822" cy="1569660"/>
              </a:xfrm>
              <a:prstGeom prst="rect">
                <a:avLst/>
              </a:prstGeom>
              <a:blipFill>
                <a:blip r:embed="rId2"/>
                <a:stretch>
                  <a:fillRect l="-1138" t="-3502" b="-7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D37F783-556D-9D8B-619A-F6D6D3E52BC5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D37F783-556D-9D8B-619A-F6D6D3E52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E8C57B6-DDCB-FFC6-60A7-3EB4A514990A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E8C57B6-DDCB-FFC6-60A7-3EB4A5149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EDD15BAA-F7BA-79CF-9276-69BA6841083E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FC5E990-2E95-1289-824E-DCB3F1E0C942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4292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FEEA7-A798-5BEB-3978-A23C45F2D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EC7AD5F-0624-3CDE-7CBE-AFD1ACA21C08}"/>
                  </a:ext>
                </a:extLst>
              </p:cNvPr>
              <p:cNvSpPr txBox="1"/>
              <p:nvPr/>
            </p:nvSpPr>
            <p:spPr>
              <a:xfrm>
                <a:off x="180892" y="1246942"/>
                <a:ext cx="8573822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Reflexivity: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a</m:t>
                    </m:r>
                    <m: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c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𝑏𝑐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EC7AD5F-0624-3CDE-7CBE-AFD1ACA21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92" y="1246942"/>
                <a:ext cx="8573822" cy="1938992"/>
              </a:xfrm>
              <a:prstGeom prst="rect">
                <a:avLst/>
              </a:prstGeom>
              <a:blipFill>
                <a:blip r:embed="rId2"/>
                <a:stretch>
                  <a:fillRect l="-1138" t="-2830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486E100-E9F3-70E2-0D18-9949260649A3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486E100-E9F3-70E2-0D18-994926064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B68CBA4-EB6B-C6F5-57B7-C71DE4FD40DF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B68CBA4-EB6B-C6F5-57B7-C71DE4FD4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4401B82A-BABB-8EAD-CBD0-37D5A8DC3A7B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5F299DE-2D0E-77A6-A99A-AB9E25C9E07F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1605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31E8F-9879-FC3A-9117-E0DCD0118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581F841-C73C-8AAB-B81A-C58DC5FF6C4C}"/>
                  </a:ext>
                </a:extLst>
              </p:cNvPr>
              <p:cNvSpPr txBox="1"/>
              <p:nvPr/>
            </p:nvSpPr>
            <p:spPr>
              <a:xfrm>
                <a:off x="180892" y="1246942"/>
                <a:ext cx="9566465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Reflexivity: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a</m:t>
                    </m:r>
                    <m: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c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581F841-C73C-8AAB-B81A-C58DC5FF6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92" y="1246942"/>
                <a:ext cx="9566465" cy="2308324"/>
              </a:xfrm>
              <a:prstGeom prst="rect">
                <a:avLst/>
              </a:prstGeom>
              <a:blipFill>
                <a:blip r:embed="rId2"/>
                <a:stretch>
                  <a:fillRect l="-1020" t="-2381" b="-5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947AAF5-F8F3-3054-A1D7-82EA84094699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947AAF5-F8F3-3054-A1D7-82EA84094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6AD5F69-E366-5712-CC2D-5C8E29D715A0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6AD5F69-E366-5712-CC2D-5C8E29D71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6E03F0CB-70A4-2871-2072-495B1C61B44B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4046C44-3DAC-05A2-27CE-8231B5554E5D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1126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B4D71-E0D4-552D-38FD-FD172D8D6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543DA2E-2102-14D5-E8C9-11385F3DE258}"/>
                  </a:ext>
                </a:extLst>
              </p:cNvPr>
              <p:cNvSpPr txBox="1"/>
              <p:nvPr/>
            </p:nvSpPr>
            <p:spPr>
              <a:xfrm>
                <a:off x="180892" y="1246942"/>
                <a:ext cx="9681305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Reflexivity: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a</m:t>
                    </m:r>
                    <m: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c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𝑏𝑑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543DA2E-2102-14D5-E8C9-11385F3DE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92" y="1246942"/>
                <a:ext cx="9681305" cy="2677656"/>
              </a:xfrm>
              <a:prstGeom prst="rect">
                <a:avLst/>
              </a:prstGeom>
              <a:blipFill>
                <a:blip r:embed="rId2"/>
                <a:stretch>
                  <a:fillRect l="-1008" t="-2050" b="-4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32F92B6-E9F9-7AE4-126F-5AA5BEC5FA12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32F92B6-E9F9-7AE4-126F-5AA5BEC5F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ECD8342-8BDF-B684-2BA9-A1CED57D9CEC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ECD8342-8BDF-B684-2BA9-A1CED57D9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4679DAD6-D46F-9810-0864-E33B30F1CAD0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E07F467-3AAD-C0B7-D55F-B9A5A7E17A08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3642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B60CC-A22E-D0C6-591C-10C07527C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A273DCD-7D07-759F-8A7E-B7397E6F43E7}"/>
                  </a:ext>
                </a:extLst>
              </p:cNvPr>
              <p:cNvSpPr txBox="1"/>
              <p:nvPr/>
            </p:nvSpPr>
            <p:spPr>
              <a:xfrm>
                <a:off x="180892" y="1246942"/>
                <a:ext cx="9681305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Reflexivity: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a</m:t>
                    </m:r>
                    <m: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c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𝑚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𝑚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A273DCD-7D07-759F-8A7E-B7397E6F4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92" y="1246942"/>
                <a:ext cx="9681305" cy="3046988"/>
              </a:xfrm>
              <a:prstGeom prst="rect">
                <a:avLst/>
              </a:prstGeom>
              <a:blipFill>
                <a:blip r:embed="rId2"/>
                <a:stretch>
                  <a:fillRect l="-1008" t="-1804" b="-3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AB037F4-9A6D-A375-398F-12CF764E898B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AB037F4-9A6D-A375-398F-12CF764E8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F5B1D7B-C0B1-B545-E685-C1E598BA4F1C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F5B1D7B-C0B1-B545-E685-C1E598BA4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E07010F8-F6A5-5B8F-6DB4-47E535D064D1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EAE5FA5-88D2-B3F4-7F45-9FF4FA51F11A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424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04B90-AB9C-659C-95A1-EF2B25C0B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8514740-ABCA-7C45-2394-6483B965645E}"/>
                  </a:ext>
                </a:extLst>
              </p:cNvPr>
              <p:cNvSpPr txBox="1"/>
              <p:nvPr/>
            </p:nvSpPr>
            <p:spPr>
              <a:xfrm>
                <a:off x="180892" y="1246942"/>
                <a:ext cx="9681305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Reflexivity: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a</m:t>
                    </m:r>
                    <m: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c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𝑚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𝑚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8514740-ABCA-7C45-2394-6483B9656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92" y="1246942"/>
                <a:ext cx="9681305" cy="3416320"/>
              </a:xfrm>
              <a:prstGeom prst="rect">
                <a:avLst/>
              </a:prstGeom>
              <a:blipFill>
                <a:blip r:embed="rId2"/>
                <a:stretch>
                  <a:fillRect l="-1008" t="-1607" b="-3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F8BA424-3EC8-6E3F-57F5-3D85F9BDB2F2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F8BA424-3EC8-6E3F-57F5-3D85F9BDB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F657FBE-0ADF-ECF3-B49D-E5BCD10E8466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F657FBE-0ADF-ECF3-B49D-E5BCD10E8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D0646AE1-E7A8-F909-FF0F-2C40C680B900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D0F4709-E61B-E8B8-EF0F-B60804147B3B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8654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C48E9-8296-7580-DB0C-9D64C3987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1E2B94E-242A-6F02-BC80-DD7A8E6812A1}"/>
                  </a:ext>
                </a:extLst>
              </p:cNvPr>
              <p:cNvSpPr txBox="1"/>
              <p:nvPr/>
            </p:nvSpPr>
            <p:spPr>
              <a:xfrm>
                <a:off x="180892" y="1246942"/>
                <a:ext cx="9681305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Reflexivity: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a</m:t>
                    </m:r>
                    <m: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c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𝑚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𝑚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1E2B94E-242A-6F02-BC80-DD7A8E681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92" y="1246942"/>
                <a:ext cx="9681305" cy="3416320"/>
              </a:xfrm>
              <a:prstGeom prst="rect">
                <a:avLst/>
              </a:prstGeom>
              <a:blipFill>
                <a:blip r:embed="rId2"/>
                <a:stretch>
                  <a:fillRect l="-1008" t="-1607" b="-3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CC706AC-94D1-7EF4-5787-EC04FAC07039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CC706AC-94D1-7EF4-5787-EC04FAC07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1B4339C-585B-4679-71CE-787AB3A8969A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1B4339C-585B-4679-71CE-787AB3A89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4FDCC852-8B0B-0AB4-B610-F43F1357C976}"/>
              </a:ext>
            </a:extLst>
          </p:cNvPr>
          <p:cNvSpPr txBox="1"/>
          <p:nvPr/>
        </p:nvSpPr>
        <p:spPr>
          <a:xfrm>
            <a:off x="58811" y="4663262"/>
            <a:ext cx="110462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Therefore, congruences can be added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termwise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subtracted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termwise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 multiplied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termwise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(with the same modulus).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1F47F061-707D-62EF-17B7-F165B9FFBAC2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BCF44BB-1432-1847-7807-7F29DD346226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9314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7E7CE-B9D2-6B2A-11EF-148A804AE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8143787-7FB8-2DE7-57D7-97BCB6B0D0E2}"/>
                  </a:ext>
                </a:extLst>
              </p:cNvPr>
              <p:cNvSpPr txBox="1"/>
              <p:nvPr/>
            </p:nvSpPr>
            <p:spPr>
              <a:xfrm>
                <a:off x="180892" y="1246942"/>
                <a:ext cx="9681305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Reflexivity: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a</m:t>
                    </m:r>
                    <m: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c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±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𝑏𝑑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𝑚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𝑚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𝑐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8143787-7FB8-2DE7-57D7-97BCB6B0D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92" y="1246942"/>
                <a:ext cx="9681305" cy="3416320"/>
              </a:xfrm>
              <a:prstGeom prst="rect">
                <a:avLst/>
              </a:prstGeom>
              <a:blipFill>
                <a:blip r:embed="rId2"/>
                <a:stretch>
                  <a:fillRect l="-1008" t="-1607" b="-3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39C5605-983E-4970-B3A0-D30C4AD68C36}"/>
                  </a:ext>
                </a:extLst>
              </p:cNvPr>
              <p:cNvSpPr txBox="1"/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𝑏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𝑐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𝑑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39C5605-983E-4970-B3A0-D30C4AD68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2" y="831443"/>
                <a:ext cx="16886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9818B30-5878-C2D4-A2AC-CD66FB64E8C3}"/>
                  </a:ext>
                </a:extLst>
              </p:cNvPr>
              <p:cNvSpPr txBox="1"/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𝑚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9818B30-5878-C2D4-A2AC-CD66FB64E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121" y="1200775"/>
                <a:ext cx="16886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5F2FD784-8EAA-4131-98D0-D9E63FC8283D}"/>
              </a:ext>
            </a:extLst>
          </p:cNvPr>
          <p:cNvSpPr txBox="1"/>
          <p:nvPr/>
        </p:nvSpPr>
        <p:spPr>
          <a:xfrm>
            <a:off x="58811" y="4663262"/>
            <a:ext cx="110462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Therefore, congruences can be added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termwise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subtracted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termwise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 multiplied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termwise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(with the same modulus).</a:t>
            </a: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general, congruences cannot be divided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termwise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116635C3-F106-3FB2-1898-CFA6CD7EDC48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B37FB53-7649-ACC7-AD59-3718E55344B4}"/>
              </a:ext>
            </a:extLst>
          </p:cNvPr>
          <p:cNvSpPr txBox="1"/>
          <p:nvPr/>
        </p:nvSpPr>
        <p:spPr>
          <a:xfrm>
            <a:off x="58811" y="785277"/>
            <a:ext cx="4344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B4683A5A-7727-3D16-0863-F99F517DB8AF}"/>
                  </a:ext>
                </a:extLst>
              </p14:cNvPr>
              <p14:cNvContentPartPr/>
              <p14:nvPr/>
            </p14:nvContentPartPr>
            <p14:xfrm>
              <a:off x="6489720" y="5886360"/>
              <a:ext cx="2203920" cy="74340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B4683A5A-7727-3D16-0863-F99F517DB8A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80360" y="5877000"/>
                <a:ext cx="2222640" cy="76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42001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40438-B1EA-977D-5DE6-0FD7D4130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7AE4EB68-DFCC-95D7-4D71-D80BDD95140E}"/>
              </a:ext>
            </a:extLst>
          </p:cNvPr>
          <p:cNvSpPr txBox="1"/>
          <p:nvPr/>
        </p:nvSpPr>
        <p:spPr>
          <a:xfrm>
            <a:off x="58811" y="785277"/>
            <a:ext cx="30251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problem: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596DB998-B782-CE5C-55E4-8BE6787993DB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0001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D7056-1B49-A456-107E-280231FB9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03D0B8F-EE0F-83F7-E234-9124DCDFC028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problem: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03D0B8F-EE0F-83F7-E234-9124DCDFC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blipFill>
                <a:blip r:embed="rId2"/>
                <a:stretch>
                  <a:fillRect l="-85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AA5DE330-46B4-C4B3-58F2-E764D3624986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1416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3A590-41DF-2F67-DDF6-52A6F8750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4DB9802-FA8A-E74F-DAAA-C319255773D9}"/>
                  </a:ext>
                </a:extLst>
              </p:cNvPr>
              <p:cNvSpPr txBox="1"/>
              <p:nvPr/>
            </p:nvSpPr>
            <p:spPr>
              <a:xfrm>
                <a:off x="58811" y="1251110"/>
                <a:ext cx="5051255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4DB9802-FA8A-E74F-DAAA-C31925577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51110"/>
                <a:ext cx="5051255" cy="465833"/>
              </a:xfrm>
              <a:prstGeom prst="rect">
                <a:avLst/>
              </a:prstGeom>
              <a:blipFill>
                <a:blip r:embed="rId2"/>
                <a:stretch>
                  <a:fillRect l="-1932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41A80DF5-B5A7-8CE6-8727-C6358968DB67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514F3B3-5352-CA63-4CD7-EFAF27AC8011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problem: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514F3B3-5352-CA63-4CD7-EFAF27AC8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blipFill>
                <a:blip r:embed="rId3"/>
                <a:stretch>
                  <a:fillRect l="-85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33711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48D99-79AE-21AE-9716-3EA0C1F84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90A79F4-1FA5-D405-C310-33BA2147B8B5}"/>
                  </a:ext>
                </a:extLst>
              </p:cNvPr>
              <p:cNvSpPr txBox="1"/>
              <p:nvPr/>
            </p:nvSpPr>
            <p:spPr>
              <a:xfrm>
                <a:off x="58811" y="1251110"/>
                <a:ext cx="8275214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90A79F4-1FA5-D405-C310-33BA2147B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51110"/>
                <a:ext cx="8275214" cy="465833"/>
              </a:xfrm>
              <a:prstGeom prst="rect">
                <a:avLst/>
              </a:prstGeom>
              <a:blipFill>
                <a:blip r:embed="rId2"/>
                <a:stretch>
                  <a:fillRect l="-1179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6EB50A9B-365C-144F-3F96-301D1422D315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8889EEE-3134-ACA1-A394-C4782D7D4A58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problem: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8889EEE-3134-ACA1-A394-C4782D7D4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blipFill>
                <a:blip r:embed="rId3"/>
                <a:stretch>
                  <a:fillRect l="-85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3054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3920-448D-7999-FD78-4C968D148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3BE12E8-48D2-D768-6F4F-41803A0AFF38}"/>
                  </a:ext>
                </a:extLst>
              </p:cNvPr>
              <p:cNvSpPr txBox="1"/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3BE12E8-48D2-D768-6F4F-41803A0AF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blipFill>
                <a:blip r:embed="rId2"/>
                <a:stretch>
                  <a:fillRect l="-936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2FB1CD9F-62C1-CBBA-A19E-4033208A7C81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91439DE-BFD5-E314-8A8A-121CDB788B1D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problem: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91439DE-BFD5-E314-8A8A-121CDB788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blipFill>
                <a:blip r:embed="rId3"/>
                <a:stretch>
                  <a:fillRect l="-85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08439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696CF-A2F5-B004-25C2-0F8113024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BC1E849-03A7-E2C8-FEC2-31288816FAC3}"/>
                  </a:ext>
                </a:extLst>
              </p:cNvPr>
              <p:cNvSpPr txBox="1"/>
              <p:nvPr/>
            </p:nvSpPr>
            <p:spPr>
              <a:xfrm>
                <a:off x="58810" y="1716943"/>
                <a:ext cx="7153112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BC1E849-03A7-E2C8-FEC2-31288816F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16943"/>
                <a:ext cx="7153112" cy="465833"/>
              </a:xfrm>
              <a:prstGeom prst="rect">
                <a:avLst/>
              </a:prstGeom>
              <a:blipFill>
                <a:blip r:embed="rId2"/>
                <a:stretch>
                  <a:fillRect l="-1364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56CCCDD7-D4D1-B042-91E9-0DC29DB9EB0E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CD523198-D259-2882-3B1F-B0B71551CF3B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problem: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CD523198-D259-2882-3B1F-B0B71551C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blipFill>
                <a:blip r:embed="rId3"/>
                <a:stretch>
                  <a:fillRect l="-85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1404A31-595E-2C94-E1D4-27C18DCF29B9}"/>
                  </a:ext>
                </a:extLst>
              </p:cNvPr>
              <p:cNvSpPr txBox="1"/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1404A31-595E-2C94-E1D4-27C18DCF2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blipFill>
                <a:blip r:embed="rId4"/>
                <a:stretch>
                  <a:fillRect l="-936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6407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63F19-35FC-CD3C-E3F6-0FBFEBBBF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CCC49BC-2271-B36E-CE20-A17D8520DAA9}"/>
                  </a:ext>
                </a:extLst>
              </p:cNvPr>
              <p:cNvSpPr txBox="1"/>
              <p:nvPr/>
            </p:nvSpPr>
            <p:spPr>
              <a:xfrm>
                <a:off x="58810" y="1716943"/>
                <a:ext cx="7865808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CCC49BC-2271-B36E-CE20-A17D8520D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16943"/>
                <a:ext cx="7865808" cy="465833"/>
              </a:xfrm>
              <a:prstGeom prst="rect">
                <a:avLst/>
              </a:prstGeom>
              <a:blipFill>
                <a:blip r:embed="rId2"/>
                <a:stretch>
                  <a:fillRect l="-1240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6291506D-CE42-379D-F4D7-6D213CC1D471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2A770FB-18A0-D678-9021-C91C05B2C775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problem: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2A770FB-18A0-D678-9021-C91C05B2C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blipFill>
                <a:blip r:embed="rId3"/>
                <a:stretch>
                  <a:fillRect l="-85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C895C2B5-4145-B4AB-D545-7B24B00D8EB1}"/>
                  </a:ext>
                </a:extLst>
              </p:cNvPr>
              <p:cNvSpPr txBox="1"/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C895C2B5-4145-B4AB-D545-7B24B00D8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blipFill>
                <a:blip r:embed="rId4"/>
                <a:stretch>
                  <a:fillRect l="-936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61176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4F0D9-6527-23B8-C148-5AEB17A27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44C4AE4-50F2-1046-78BF-72CE7B35579A}"/>
                  </a:ext>
                </a:extLst>
              </p:cNvPr>
              <p:cNvSpPr txBox="1"/>
              <p:nvPr/>
            </p:nvSpPr>
            <p:spPr>
              <a:xfrm>
                <a:off x="58810" y="1716943"/>
                <a:ext cx="8843062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≡243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44C4AE4-50F2-1046-78BF-72CE7B355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16943"/>
                <a:ext cx="8843062" cy="465833"/>
              </a:xfrm>
              <a:prstGeom prst="rect">
                <a:avLst/>
              </a:prstGeom>
              <a:blipFill>
                <a:blip r:embed="rId2"/>
                <a:stretch>
                  <a:fillRect l="-110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FD3BBB46-D219-1198-FDAA-909C3185E280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A8FD425-0576-1960-9A66-996F7EF753D7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problem: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A8FD425-0576-1960-9A66-996F7EF75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blipFill>
                <a:blip r:embed="rId3"/>
                <a:stretch>
                  <a:fillRect l="-85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EC8C5BF-499A-F873-FE67-4B90319D378E}"/>
                  </a:ext>
                </a:extLst>
              </p:cNvPr>
              <p:cNvSpPr txBox="1"/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EC8C5BF-499A-F873-FE67-4B90319D3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blipFill>
                <a:blip r:embed="rId4"/>
                <a:stretch>
                  <a:fillRect l="-936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40892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B6068-FCCF-4C2A-AB44-336525952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DFF0AEE-FD14-581B-7C00-D33108C4D2C0}"/>
                  </a:ext>
                </a:extLst>
              </p:cNvPr>
              <p:cNvSpPr txBox="1"/>
              <p:nvPr/>
            </p:nvSpPr>
            <p:spPr>
              <a:xfrm>
                <a:off x="58810" y="1716943"/>
                <a:ext cx="9417963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≡243≡3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DFF0AEE-FD14-581B-7C00-D33108C4D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16943"/>
                <a:ext cx="9417963" cy="465833"/>
              </a:xfrm>
              <a:prstGeom prst="rect">
                <a:avLst/>
              </a:prstGeom>
              <a:blipFill>
                <a:blip r:embed="rId2"/>
                <a:stretch>
                  <a:fillRect l="-103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DE5A6DC5-8D87-2936-A932-C2A419DE7387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13EB0A8-A061-34F9-81AF-8E77627E65B1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problem: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13EB0A8-A061-34F9-81AF-8E77627E6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blipFill>
                <a:blip r:embed="rId3"/>
                <a:stretch>
                  <a:fillRect l="-85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B66CC29-F6E7-01AC-700C-78F4FABCA51D}"/>
                  </a:ext>
                </a:extLst>
              </p:cNvPr>
              <p:cNvSpPr txBox="1"/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B66CC29-F6E7-01AC-700C-78F4FABCA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blipFill>
                <a:blip r:embed="rId4"/>
                <a:stretch>
                  <a:fillRect l="-936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132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D9495-329A-5A5B-01F9-6369B9EA0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8A75216-ED0F-3AD4-B873-67DB1FD54FC8}"/>
                  </a:ext>
                </a:extLst>
              </p:cNvPr>
              <p:cNvSpPr txBox="1"/>
              <p:nvPr/>
            </p:nvSpPr>
            <p:spPr>
              <a:xfrm>
                <a:off x="58810" y="1716943"/>
                <a:ext cx="9417963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≡243≡3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8A75216-ED0F-3AD4-B873-67DB1FD54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16943"/>
                <a:ext cx="9417963" cy="465833"/>
              </a:xfrm>
              <a:prstGeom prst="rect">
                <a:avLst/>
              </a:prstGeom>
              <a:blipFill>
                <a:blip r:embed="rId2"/>
                <a:stretch>
                  <a:fillRect l="-103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B025322-FB95-9076-4BC5-DE3CEF121572}"/>
                  </a:ext>
                </a:extLst>
              </p:cNvPr>
              <p:cNvSpPr txBox="1"/>
              <p:nvPr/>
            </p:nvSpPr>
            <p:spPr>
              <a:xfrm>
                <a:off x="58810" y="2182776"/>
                <a:ext cx="40060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B025322-FB95-9076-4BC5-DE3CEF121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82776"/>
                <a:ext cx="4006097" cy="461665"/>
              </a:xfrm>
              <a:prstGeom prst="rect">
                <a:avLst/>
              </a:prstGeom>
              <a:blipFill>
                <a:blip r:embed="rId3"/>
                <a:stretch>
                  <a:fillRect l="-243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E086DF9F-6DBC-43CE-135D-8C9AB1183E7E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AE88CDB-D049-672A-431A-DFB8DF0050E5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problem: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AE88CDB-D049-672A-431A-DFB8DF005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blipFill>
                <a:blip r:embed="rId4"/>
                <a:stretch>
                  <a:fillRect l="-85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E56B344-708F-5BE1-24F0-9D5FDA61549A}"/>
                  </a:ext>
                </a:extLst>
              </p:cNvPr>
              <p:cNvSpPr txBox="1"/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E56B344-708F-5BE1-24F0-9D5FDA615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blipFill>
                <a:blip r:embed="rId5"/>
                <a:stretch>
                  <a:fillRect l="-936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67265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E0ED4-D485-861C-1E23-3BC280858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5F906C4-01F2-E855-53B5-5218F82CFFEF}"/>
                  </a:ext>
                </a:extLst>
              </p:cNvPr>
              <p:cNvSpPr txBox="1"/>
              <p:nvPr/>
            </p:nvSpPr>
            <p:spPr>
              <a:xfrm>
                <a:off x="58810" y="2182776"/>
                <a:ext cx="88344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81</m:t>
                            </m:r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⋅3≡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⋅3≡3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5F906C4-01F2-E855-53B5-5218F82CF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82776"/>
                <a:ext cx="8834406" cy="461665"/>
              </a:xfrm>
              <a:prstGeom prst="rect">
                <a:avLst/>
              </a:prstGeom>
              <a:blipFill>
                <a:blip r:embed="rId2"/>
                <a:stretch>
                  <a:fillRect l="-110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AD7FD9FC-81EF-DC55-594A-C4F48FC5A2D5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1B42E7A-AC4F-7ABD-697E-53637B5F5AEE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problem: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1B42E7A-AC4F-7ABD-697E-53637B5F5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blipFill>
                <a:blip r:embed="rId3"/>
                <a:stretch>
                  <a:fillRect l="-85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86A54908-2D3F-E1BC-38E5-5EEB278C0CBD}"/>
                  </a:ext>
                </a:extLst>
              </p:cNvPr>
              <p:cNvSpPr txBox="1"/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86A54908-2D3F-E1BC-38E5-5EEB278C0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blipFill>
                <a:blip r:embed="rId4"/>
                <a:stretch>
                  <a:fillRect l="-936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02602C7A-FFB9-1BFD-677C-06F17D75F318}"/>
                  </a:ext>
                </a:extLst>
              </p:cNvPr>
              <p:cNvSpPr txBox="1"/>
              <p:nvPr/>
            </p:nvSpPr>
            <p:spPr>
              <a:xfrm>
                <a:off x="58810" y="1716943"/>
                <a:ext cx="9417963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≡243≡3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02602C7A-FFB9-1BFD-677C-06F17D75F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16943"/>
                <a:ext cx="9417963" cy="465833"/>
              </a:xfrm>
              <a:prstGeom prst="rect">
                <a:avLst/>
              </a:prstGeom>
              <a:blipFill>
                <a:blip r:embed="rId5"/>
                <a:stretch>
                  <a:fillRect l="-103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71173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FBD3A-34B6-4529-44B3-71B40D8FF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FA9A1A6-8CD3-193D-9DC8-5CFE23DCE638}"/>
                  </a:ext>
                </a:extLst>
              </p:cNvPr>
              <p:cNvSpPr txBox="1"/>
              <p:nvPr/>
            </p:nvSpPr>
            <p:spPr>
              <a:xfrm>
                <a:off x="58810" y="2182776"/>
                <a:ext cx="88344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81</m:t>
                            </m:r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⋅3≡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⋅3≡3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FA9A1A6-8CD3-193D-9DC8-5CFE23DCE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82776"/>
                <a:ext cx="8834406" cy="461665"/>
              </a:xfrm>
              <a:prstGeom prst="rect">
                <a:avLst/>
              </a:prstGeom>
              <a:blipFill>
                <a:blip r:embed="rId2"/>
                <a:stretch>
                  <a:fillRect l="-110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BB0DE1BF-D5AC-ACD2-1893-3B7E7CCDB3FE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09F43009-B232-B01A-4874-4604AD3E3E14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problem: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09F43009-B232-B01A-4874-4604AD3E3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38901" cy="465833"/>
              </a:xfrm>
              <a:prstGeom prst="rect">
                <a:avLst/>
              </a:prstGeom>
              <a:blipFill>
                <a:blip r:embed="rId3"/>
                <a:stretch>
                  <a:fillRect l="-85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DDF1E59-F0A6-4DDD-1BFA-B96469E2E651}"/>
                  </a:ext>
                </a:extLst>
              </p:cNvPr>
              <p:cNvSpPr txBox="1"/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DDF1E59-F0A6-4DDD-1BFA-B96469E2E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51110"/>
                <a:ext cx="10418878" cy="465833"/>
              </a:xfrm>
              <a:prstGeom prst="rect">
                <a:avLst/>
              </a:prstGeom>
              <a:blipFill>
                <a:blip r:embed="rId4"/>
                <a:stretch>
                  <a:fillRect l="-936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C949A79-304E-0D97-66BA-75F9F1CA9975}"/>
                  </a:ext>
                </a:extLst>
              </p:cNvPr>
              <p:cNvSpPr txBox="1"/>
              <p:nvPr/>
            </p:nvSpPr>
            <p:spPr>
              <a:xfrm>
                <a:off x="58810" y="1716943"/>
                <a:ext cx="9417963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2401</m:t>
                            </m:r>
                          </m:e>
                        </m:d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7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≡243≡3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C949A79-304E-0D97-66BA-75F9F1CA9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16943"/>
                <a:ext cx="9417963" cy="465833"/>
              </a:xfrm>
              <a:prstGeom prst="rect">
                <a:avLst/>
              </a:prstGeom>
              <a:blipFill>
                <a:blip r:embed="rId5"/>
                <a:stretch>
                  <a:fillRect l="-103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7208B33-07E7-52CB-9E86-28FA0B9A67C4}"/>
                  </a:ext>
                </a:extLst>
              </p:cNvPr>
              <p:cNvSpPr txBox="1"/>
              <p:nvPr/>
            </p:nvSpPr>
            <p:spPr>
              <a:xfrm>
                <a:off x="58810" y="2648609"/>
                <a:ext cx="4973285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Thus: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107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95</m:t>
                        </m:r>
                      </m:sup>
                    </m:sSup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sSup>
                      <m:sSup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133</m:t>
                        </m:r>
                      </m:e>
                      <m:sup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37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≡0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10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87208B33-07E7-52CB-9E86-28FA0B9A6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648609"/>
                <a:ext cx="4973285" cy="465833"/>
              </a:xfrm>
              <a:prstGeom prst="rect">
                <a:avLst/>
              </a:prstGeom>
              <a:blipFill>
                <a:blip r:embed="rId6"/>
                <a:stretch>
                  <a:fillRect l="-1963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398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DA56D-824C-EDF7-35A1-01C8EED20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342C11A-C519-1456-45D7-A6D7809578D3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Note: Integers,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can yield one of the remainders: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342C11A-C519-1456-45D7-A6D780957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blipFill>
                <a:blip r:embed="rId2"/>
                <a:stretch>
                  <a:fillRect l="-90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61C41BF3-B815-0B69-0FDF-EE0E92C7C96B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5928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9D308-8122-428F-D10D-395507A01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7EE523E-4702-163C-9DC8-AF750A3B130B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{0,1,2,3,…,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−1} 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7EE523E-4702-163C-9DC8-AF750A3B1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0D621BE8-C406-7813-E114-4E642A1ED2F6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62730D1-2C9E-B775-7185-59F5DC371D80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Note: Integers,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can yield one of the remainders: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62730D1-2C9E-B775-7185-59F5DC371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blipFill>
                <a:blip r:embed="rId4"/>
                <a:stretch>
                  <a:fillRect l="-90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39235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3EB83-8131-AFA2-10CB-FB77D1A15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C8CFF99-E021-7795-2E7F-74926B8016C2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{0,1,2,3,…,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−1} 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C8CFF99-E021-7795-2E7F-74926B801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0CC411A-7397-FEFE-DFB9-3BE11390B08F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means that for any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can split it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groups: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0CC411A-7397-FEFE-DFB9-3BE11390B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blipFill>
                <a:blip r:embed="rId4"/>
                <a:stretch>
                  <a:fillRect l="-97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3EAD03BA-5A6F-2D1B-986A-B195883CA5BA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A005840-095C-8A4D-A87B-AABF260C2C73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Note: Integers,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can yield one of the remainders: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A005840-095C-8A4D-A87B-AABF260C2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blipFill>
                <a:blip r:embed="rId5"/>
                <a:stretch>
                  <a:fillRect l="-90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18264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F3963-868B-F3E9-D080-4769B2DD8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1A68D6C-E500-8282-685C-70E5E9E4B714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{0,1,2,3,…,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−1} 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1A68D6C-E500-8282-685C-70E5E9E4B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991B1B9-7939-5BD5-27F4-D88370CA5C53}"/>
                  </a:ext>
                </a:extLst>
              </p:cNvPr>
              <p:cNvSpPr txBox="1"/>
              <p:nvPr/>
            </p:nvSpPr>
            <p:spPr>
              <a:xfrm>
                <a:off x="58810" y="217027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991B1B9-7939-5BD5-27F4-D88370CA5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70272"/>
                <a:ext cx="1207437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79472B78-F58A-15D1-D80A-89740F471A4A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AD2F800-BC8B-E597-8279-8E2C5DCB0A40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Note: Integers,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can yield one of the remainders: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AD2F800-BC8B-E597-8279-8E2C5DCB0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blipFill>
                <a:blip r:embed="rId6"/>
                <a:stretch>
                  <a:fillRect l="-90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0B2FB1C3-DEE5-01C3-1520-3CD945E35C3B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means that for any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can split it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groups: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0B2FB1C3-DEE5-01C3-1520-3CD945E35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blipFill>
                <a:blip r:embed="rId5"/>
                <a:stretch>
                  <a:fillRect l="-97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5918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A194C-C4A7-6838-B74B-6720EE3BB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B005339-EF41-6101-4766-4EC77BE67985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{0,1,2,3,…,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−1} 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B005339-EF41-6101-4766-4EC77BE67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F6A4D16-C67C-BB4B-F4C7-5D6402BAD2BB}"/>
                  </a:ext>
                </a:extLst>
              </p:cNvPr>
              <p:cNvSpPr txBox="1"/>
              <p:nvPr/>
            </p:nvSpPr>
            <p:spPr>
              <a:xfrm>
                <a:off x="58810" y="2170272"/>
                <a:ext cx="1207437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+0,  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F6A4D16-C67C-BB4B-F4C7-5D6402BAD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70272"/>
                <a:ext cx="12074378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969FFD48-2FCF-DFB2-A5A6-5D8778F2E56F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9772304-DDEB-3DFE-B7CD-95AFF22D09E3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Note: Integers,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can yield one of the remainders: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9772304-DDEB-3DFE-B7CD-95AFF22D0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blipFill>
                <a:blip r:embed="rId6"/>
                <a:stretch>
                  <a:fillRect l="-90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B52A5AA-332E-5102-C290-91FDC69C24CE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means that for any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can split it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groups: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B52A5AA-332E-5102-C290-91FDC69C2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blipFill>
                <a:blip r:embed="rId7"/>
                <a:stretch>
                  <a:fillRect l="-97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55783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EF8BE-2AA0-2CEB-ED19-7044602A1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A5F92E4B-AA81-E8A0-E495-988FA9012690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{0,1,2,3,…,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−1} 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A5F92E4B-AA81-E8A0-E495-988FA9012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905CAA6-E4A5-997C-E649-C0210C23E63B}"/>
                  </a:ext>
                </a:extLst>
              </p:cNvPr>
              <p:cNvSpPr txBox="1"/>
              <p:nvPr/>
            </p:nvSpPr>
            <p:spPr>
              <a:xfrm>
                <a:off x="58810" y="2170272"/>
                <a:ext cx="1207437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+0,  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905CAA6-E4A5-997C-E649-C0210C23E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70272"/>
                <a:ext cx="12074378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2043DD61-68A9-43CB-86BF-D0F5E198F88A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F235B44-5351-011D-AA77-385136478E25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Note: Integers,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can yield one of the remainders: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F235B44-5351-011D-AA77-385136478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blipFill>
                <a:blip r:embed="rId6"/>
                <a:stretch>
                  <a:fillRect l="-90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84A3DFE3-A383-C0DF-EBF4-BD9DD1505552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means that for any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can split it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groups: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84A3DFE3-A383-C0DF-EBF4-BD9DD1505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blipFill>
                <a:blip r:embed="rId7"/>
                <a:stretch>
                  <a:fillRect l="-97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24754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034E-721A-2669-FA39-02537D59D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509523F-09A1-9B17-BF33-E32D0609DCD4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{0,1,2,3,…,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−1} 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509523F-09A1-9B17-BF33-E32D0609D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BD4DFD1-1F1A-B07A-CC73-89AA5714E825}"/>
                  </a:ext>
                </a:extLst>
              </p:cNvPr>
              <p:cNvSpPr txBox="1"/>
              <p:nvPr/>
            </p:nvSpPr>
            <p:spPr>
              <a:xfrm>
                <a:off x="58810" y="2170272"/>
                <a:ext cx="1207437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+0,  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BD4DFD1-1F1A-B07A-CC73-89AA5714E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70272"/>
                <a:ext cx="12074378" cy="19389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3A129826-055D-38F7-EF6F-76EF3D58F76A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90621F1-4841-DEF5-23F0-B6E757F21409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Note: Integers,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can yield one of the remainders: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90621F1-4841-DEF5-23F0-B6E757F21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blipFill>
                <a:blip r:embed="rId6"/>
                <a:stretch>
                  <a:fillRect l="-90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6A5D06C-0AC1-6E97-3DEE-0CBE943B846F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means that for any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can split it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groups: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C6A5D06C-0AC1-6E97-3DEE-0CBE943B8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blipFill>
                <a:blip r:embed="rId7"/>
                <a:stretch>
                  <a:fillRect l="-97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35188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9891B-EAEE-8DA2-5991-5FAA543A5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D5E9B75-6BD6-F2BA-55DA-3AB6BCB4567D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{0,1,2,3,…,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−1} 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D5E9B75-6BD6-F2BA-55DA-3AB6BCB45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1B8E527-46E0-E18B-77A9-BF2A5926DAB7}"/>
                  </a:ext>
                </a:extLst>
              </p:cNvPr>
              <p:cNvSpPr txBox="1"/>
              <p:nvPr/>
            </p:nvSpPr>
            <p:spPr>
              <a:xfrm>
                <a:off x="58810" y="2170272"/>
                <a:ext cx="1207437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+0,  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1B8E527-46E0-E18B-77A9-BF2A5926D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70272"/>
                <a:ext cx="12074378" cy="19389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3407543C-CD43-A96A-4DED-2B2E10F833AF}"/>
                  </a:ext>
                </a:extLst>
              </p:cNvPr>
              <p:cNvSpPr txBox="1"/>
              <p:nvPr/>
            </p:nvSpPr>
            <p:spPr>
              <a:xfrm>
                <a:off x="58811" y="4109264"/>
                <a:ext cx="59948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Since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−1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−1≡−1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3407543C-CD43-A96A-4DED-2B2E10F83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109264"/>
                <a:ext cx="5994846" cy="461665"/>
              </a:xfrm>
              <a:prstGeom prst="rect">
                <a:avLst/>
              </a:prstGeom>
              <a:blipFill>
                <a:blip r:embed="rId6"/>
                <a:stretch>
                  <a:fillRect l="-162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69161E19-8E33-9776-8FAD-2FDBF5E01544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00BC6419-1190-5895-F8B2-35B741E4F2EA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Note: Integers,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can yield one of the remainders: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00BC6419-1190-5895-F8B2-35B741E4F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blipFill>
                <a:blip r:embed="rId7"/>
                <a:stretch>
                  <a:fillRect l="-90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477B2CA-3DEC-E790-F8B9-7AF396B2E17A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means that for any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can split it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groups: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477B2CA-3DEC-E790-F8B9-7AF396B2E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blipFill>
                <a:blip r:embed="rId8"/>
                <a:stretch>
                  <a:fillRect l="-97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45633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FEFCC-8621-D0BC-F417-912B7FCDB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90A7E58-1003-65DD-B8E2-BED1F9BCAC84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{0,1,2,3,…,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−1} 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90A7E58-1003-65DD-B8E2-BED1F9BCA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CE72040-1D5B-5CD5-6635-63FF9C7874DE}"/>
                  </a:ext>
                </a:extLst>
              </p:cNvPr>
              <p:cNvSpPr txBox="1"/>
              <p:nvPr/>
            </p:nvSpPr>
            <p:spPr>
              <a:xfrm>
                <a:off x="58810" y="2170272"/>
                <a:ext cx="1207437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+0,  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CE72040-1D5B-5CD5-6635-63FF9C787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70272"/>
                <a:ext cx="12074378" cy="19389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5EC9026-086F-D253-D583-7210B89EFEC0}"/>
                  </a:ext>
                </a:extLst>
              </p:cNvPr>
              <p:cNvSpPr txBox="1"/>
              <p:nvPr/>
            </p:nvSpPr>
            <p:spPr>
              <a:xfrm>
                <a:off x="58811" y="4109264"/>
                <a:ext cx="1207437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Since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−1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−1≡−1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write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+5  ⇔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5EC9026-086F-D253-D583-7210B89EF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109264"/>
                <a:ext cx="12074377" cy="830997"/>
              </a:xfrm>
              <a:prstGeom prst="rect">
                <a:avLst/>
              </a:prstGeom>
              <a:blipFill>
                <a:blip r:embed="rId6"/>
                <a:stretch>
                  <a:fillRect l="-808" t="-6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A177170A-9AC8-3254-CCEB-95A107E05B04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090734D-C1C2-9B74-32CD-F69771C70836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Note: Integers,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can yield one of the remainders: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090734D-C1C2-9B74-32CD-F69771C70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blipFill>
                <a:blip r:embed="rId7"/>
                <a:stretch>
                  <a:fillRect l="-90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8279899-52D3-B365-D08D-6CE16AEFB443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means that for any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can split it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groups: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8279899-52D3-B365-D08D-6CE16AEFB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blipFill>
                <a:blip r:embed="rId8"/>
                <a:stretch>
                  <a:fillRect l="-97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88093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A95DB-E17B-8C70-FCD2-7668C32AC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66786D9-32C2-5AE3-0D53-FC6DDF98788A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{0,1,2,3,…,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−1} 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66786D9-32C2-5AE3-0D53-FC6DDF987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D33AE93-4841-232C-14D0-2E3CE0AE8150}"/>
                  </a:ext>
                </a:extLst>
              </p:cNvPr>
              <p:cNvSpPr txBox="1"/>
              <p:nvPr/>
            </p:nvSpPr>
            <p:spPr>
              <a:xfrm>
                <a:off x="58810" y="2170272"/>
                <a:ext cx="1207437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+0,  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D33AE93-4841-232C-14D0-2E3CE0AE8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70272"/>
                <a:ext cx="12074378" cy="19389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D8422CC-34E2-3ADB-44D6-66AF91DA24F1}"/>
                  </a:ext>
                </a:extLst>
              </p:cNvPr>
              <p:cNvSpPr txBox="1"/>
              <p:nvPr/>
            </p:nvSpPr>
            <p:spPr>
              <a:xfrm>
                <a:off x="58811" y="4109264"/>
                <a:ext cx="1207437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Since 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−1</m:t>
                        </m:r>
                      </m:e>
                    </m:d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−1≡−1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write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+5  ⇔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5≡−1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6</m:t>
                            </m:r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D8422CC-34E2-3ADB-44D6-66AF91DA2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109264"/>
                <a:ext cx="12074377" cy="1200329"/>
              </a:xfrm>
              <a:prstGeom prst="rect">
                <a:avLst/>
              </a:prstGeom>
              <a:blipFill>
                <a:blip r:embed="rId6"/>
                <a:stretch>
                  <a:fillRect l="-808" t="-4569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FDD028F4-D928-9CF8-7525-E2FD8A551338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041E80F-112F-4CFE-1784-4333A213F9B8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Note: Integers,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can yield one of the remainders: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041E80F-112F-4CFE-1784-4333A213F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blipFill>
                <a:blip r:embed="rId7"/>
                <a:stretch>
                  <a:fillRect l="-90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43B51E0-03CF-2934-7F9D-0A3E4E9B7346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means that for any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can split it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groups: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43B51E0-03CF-2934-7F9D-0A3E4E9B7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blipFill>
                <a:blip r:embed="rId8"/>
                <a:stretch>
                  <a:fillRect l="-97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71146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ACE7C-CF99-F135-841B-BD64E76DD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BB8FEE5-6D8F-0BF1-5627-D6F59724B5F0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{0,1,2,3,…,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−1} 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BB8FEE5-6D8F-0BF1-5627-D6F59724B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074378" cy="46166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90C81F5-52FB-FC35-51E1-A0BF58DAF19C}"/>
                  </a:ext>
                </a:extLst>
              </p:cNvPr>
              <p:cNvSpPr txBox="1"/>
              <p:nvPr/>
            </p:nvSpPr>
            <p:spPr>
              <a:xfrm>
                <a:off x="58810" y="2170272"/>
                <a:ext cx="1207437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+0,  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∈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90C81F5-52FB-FC35-51E1-A0BF58DAF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70272"/>
                <a:ext cx="12074378" cy="19389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B3A54D5-246E-1C51-62C0-2AC9CA64FFA8}"/>
                  </a:ext>
                </a:extLst>
              </p:cNvPr>
              <p:cNvSpPr txBox="1"/>
              <p:nvPr/>
            </p:nvSpPr>
            <p:spPr>
              <a:xfrm>
                <a:off x="58811" y="4109264"/>
                <a:ext cx="1207437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Since 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𝑛𝑘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−1</m:t>
                        </m:r>
                      </m:e>
                    </m:d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≡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−1≡−1 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write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𝑎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+5  ⇔  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because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5≡−1 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l-PL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6</m:t>
                            </m:r>
                          </m:e>
                        </m:func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namely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5=0⋅6+5,  −1=−1⋅6+5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B3A54D5-246E-1C51-62C0-2AC9CA64F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109264"/>
                <a:ext cx="12074377" cy="1200329"/>
              </a:xfrm>
              <a:prstGeom prst="rect">
                <a:avLst/>
              </a:prstGeom>
              <a:blipFill>
                <a:blip r:embed="rId6"/>
                <a:stretch>
                  <a:fillRect l="-808" t="-4569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2842DD2A-0294-A00C-0543-129DD69DA132}"/>
              </a:ext>
            </a:extLst>
          </p:cNvPr>
          <p:cNvSpPr txBox="1"/>
          <p:nvPr/>
        </p:nvSpPr>
        <p:spPr>
          <a:xfrm>
            <a:off x="4073748" y="-45720"/>
            <a:ext cx="38571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Congruence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920B030-952A-1A5A-F0DA-043082080903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Note: Integers, when divided by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can yield one of the remainders: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920B030-952A-1A5A-F0DA-043082080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76989" cy="461665"/>
              </a:xfrm>
              <a:prstGeom prst="rect">
                <a:avLst/>
              </a:prstGeom>
              <a:blipFill>
                <a:blip r:embed="rId7"/>
                <a:stretch>
                  <a:fillRect l="-90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3F3B6AA-FA20-C359-633E-B3C8E50407B8}"/>
                  </a:ext>
                </a:extLst>
              </p:cNvPr>
              <p:cNvSpPr txBox="1"/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 means that for any number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can split it into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groups: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3F3B6AA-FA20-C359-633E-B3C8E5040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708607"/>
                <a:ext cx="10038454" cy="461665"/>
              </a:xfrm>
              <a:prstGeom prst="rect">
                <a:avLst/>
              </a:prstGeom>
              <a:blipFill>
                <a:blip r:embed="rId8"/>
                <a:stretch>
                  <a:fillRect l="-97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220486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2743</TotalTime>
  <Words>3556</Words>
  <Application>Microsoft Office PowerPoint</Application>
  <PresentationFormat>Panoramiczny</PresentationFormat>
  <Paragraphs>349</Paragraphs>
  <Slides>54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54</vt:i4>
      </vt:variant>
    </vt:vector>
  </HeadingPairs>
  <TitlesOfParts>
    <vt:vector size="60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259</cp:revision>
  <dcterms:created xsi:type="dcterms:W3CDTF">2024-10-31T12:17:59Z</dcterms:created>
  <dcterms:modified xsi:type="dcterms:W3CDTF">2025-09-17T15:25:22Z</dcterms:modified>
</cp:coreProperties>
</file>