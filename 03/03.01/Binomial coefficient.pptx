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73" r:id="rId21"/>
    <p:sldId id="277" r:id="rId22"/>
    <p:sldId id="276" r:id="rId23"/>
    <p:sldId id="275" r:id="rId24"/>
    <p:sldId id="287" r:id="rId25"/>
    <p:sldId id="278" r:id="rId26"/>
    <p:sldId id="288" r:id="rId27"/>
    <p:sldId id="274" r:id="rId28"/>
    <p:sldId id="28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9-19T15:38:53.1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8167 9895 0,'-18'0'47,"1"18"-16,-1 53 0,0 34-15,1-52-16,-54 283 31,36-142-15,88 35 15,17-159-15</inkml:trace>
  <inkml:trace contextRef="#ctx0" brushRef="#br0" timeOffset="622.16">8431 9966 0,'18'0'0,"-36"0"0,89 18 31,-53-18-15,87 17-1,-87-17 1,70-35 0,-70 35 15,-18 18-16,-35 52 1,17-35 0,-17 89-1,35-106 1,-18-1-16</inkml:trace>
  <inkml:trace contextRef="#ctx0" brushRef="#br0" timeOffset="795.22">8555 10231 0,'18'-18'16,"-36"36"-16,177-36 31,-142 18-31,36 0 15</inkml:trace>
  <inkml:trace contextRef="#ctx0" brushRef="#br0" timeOffset="1743.16">8625 10195 0,'18'0'15,"-18"18"48,0 0-48,-18-18-15,1 105 32,-1-16-17,18-72-15,0 1 16</inkml:trace>
  <inkml:trace contextRef="#ctx0" brushRef="#br0" timeOffset="2480.85">8484 10760 0,'36'-18'32,"17"0"-1,-18 36 0,-53 70 0,18-70-15,35 0 0,36-1 15,-53 1-31,-18 88 31,-89 17 0,-16-70 1,69-88-17,19 17-15</inkml:trace>
  <inkml:trace contextRef="#ctx0" brushRef="#br0" timeOffset="2982.02">9013 9772 0,'18'0'31,"35"123"1,18 71-17,-54-123-15,-17 17 16,36 283-1,-107 123 17,53-442-17,-70 72 1</inkml:trace>
  <inkml:trace contextRef="#ctx0" brushRef="#br0" timeOffset="3704.72">9525 10636 0,'71'0'16,"-54"18"0,89-18-1,-71 0 1,89-35-1,-107 35 1,1-18 0</inkml:trace>
  <inkml:trace contextRef="#ctx0" brushRef="#br0" timeOffset="3866.77">9666 10566 0,'106'-18'31,"-212"36"-31,335-71 16</inkml:trace>
  <inkml:trace contextRef="#ctx0" brushRef="#br0" timeOffset="4400.89">10619 9860 0,'-18'-17'31,"-17"34"-15,-36 212 15,54-158-15,17 282-1,0-265-15,17 71 16,1-106-16,17 52 16,-35-69-16,35 17 15</inkml:trace>
  <inkml:trace contextRef="#ctx0" brushRef="#br0" timeOffset="4864.22">10883 9790 0,'18'0'31,"-1"0"-16,54 35 1,-36-35 0,89-18-1,-36-35 17,-70 53-17,-36 53 1,0-17-1,-70 228 17,53-123-17,0-53 1</inkml:trace>
  <inkml:trace contextRef="#ctx0" brushRef="#br0" timeOffset="5034.78">10971 10107 0,'53'-53'31,"-106"106"-31,265-123 31,-194 87-31,35-17 16</inkml:trace>
  <inkml:trace contextRef="#ctx0" brushRef="#br0" timeOffset="7636.11">11130 10619 0,'-17'0'31,"-1"35"-15,0-17 0,1 52-1,-1-52-15,18-1 16,18 36 0,70-70 15,0 34 0,-123 142 0,35-71-15,0-70-16,17 35 31</inkml:trace>
  <inkml:trace contextRef="#ctx0" brushRef="#br0" timeOffset="8274.37">11536 9507 0,'17'71'15,"19"176"16,-19-177-15,19 407 0,-36-389-1,-36 318 1,-69-36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9-19T15:39:45.3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13353 11942 0,'-18'-18'16,"18"0"31,-18 36 46,1 17-77,17 0 0,-71 212-1,36-176 1,-36 194-1,54-195-15,70 106 32,-36-176-17,1 18-15</inkml:trace>
  <inkml:trace contextRef="#ctx0" brushRef="#br0" timeOffset="674.72">13723 11889 0,'0'0'0,"0"-18"15,-18 18 1,-17 53 0,18 35 15,17-70-15,0-1-16,52 19 15,-52-19 1,53 19-1,-70 52 17,-1-71-1,-35 19 0,36-72-15</inkml:trace>
  <inkml:trace contextRef="#ctx0" brushRef="#br0" timeOffset="841.76">13582 12012 0,'0'0'0,"88"-35"31,-53 35-31,1-18 0,-1 18 16,177-88 15</inkml:trace>
  <inkml:trace contextRef="#ctx0" brushRef="#br0" timeOffset="1443.92">13653 12629 0,'70'-17'31,"-140"34"-31,175-17 15,-105 53 1,-70 53 15,52-71-31,-17 54 32,53-72-32,-1 1 15,89-36 1,-53 1-1</inkml:trace>
  <inkml:trace contextRef="#ctx0" brushRef="#br0" timeOffset="1921.37">14217 11924 0,'0'-18'32,"0"36"-17,53 158 1,-18 195 15,-35-283-15,0-18-16,-17 213 15,17-213 1,-124 177 0,71-194-1</inkml:trace>
  <inkml:trace contextRef="#ctx0" brushRef="#br0" timeOffset="2503.52">14499 12647 0,'88'18'31,"-176"-36"-31,317 53 32,-211-35-32,0 0 0,17-17 31</inkml:trace>
  <inkml:trace contextRef="#ctx0" brushRef="#br0" timeOffset="2655.59">14623 12524 0,'17'0'16,"107"17"15,-107-17-31,19-17 16,-1 17-16</inkml:trace>
  <inkml:trace contextRef="#ctx0" brushRef="#br0" timeOffset="5380.16">15522 11942 0,'0'-18'15,"-17"36"1,-1-18 0,-35 194-1,35-142 1,-17 248-1,17-229-15,18 246 32,0-264-17,36 36 1</inkml:trace>
  <inkml:trace contextRef="#ctx0" brushRef="#br0" timeOffset="5986.33">15910 11836 0,'0'0'0,"18"-18"31,-53 89 0,-18 70 1,53-124-32,53 54 31,70-106 0,-123 105 0,-53 54-15,-17 17 15</inkml:trace>
  <inkml:trace contextRef="#ctx0" brushRef="#br0" timeOffset="6498.21">15663 12912 0,'0'0'0,"18"0"16,53-18 0,105-88 15,-158 89-15,70-36-1,-141 176 32,0 142-31,71-265-1,-1 17-15</inkml:trace>
  <inkml:trace contextRef="#ctx0" brushRef="#br0" timeOffset="7004.81">16439 11677 0,'0'-18'0,"0"36"0,36 0 31,-36 17-31,35 71 16,-17 405 15,-18-423-31,-18 18 15,-17 229 1,35-264-16,-71 176 31,36-212-15</inkml:trace>
  <inkml:trace contextRef="#ctx0" brushRef="#br0" timeOffset="7350.93">16792 12488 0,'0'0'0,"18"-17"16,0 17-16,17 0 15,88 70 16,-87-52-15,-1-18 0</inkml:trace>
  <inkml:trace contextRef="#ctx0" brushRef="#br0" timeOffset="7540.98">16986 12400 0,'0'0'0,"-53"106"16,36-71-1,-54 142 1,54-142 0</inkml:trace>
  <inkml:trace contextRef="#ctx0" brushRef="#br0" timeOffset="9798.12">17657 11924 0,'0'-18'0,"-18"18"31,-17 71-15,17-36-16,0 18 16,-52 229-1,52-211-15,1 17 16,17 212 0,0-247-1,35 53 1</inkml:trace>
  <inkml:trace contextRef="#ctx0" brushRef="#br0" timeOffset="10264.79">18098 11818 0,'0'0'16,"17"-18"-1,-34 36 17,-1 53-17,-17 87 17,123-122-1,-53-36-31,53-18 31,-105 71-15,-1-18-16,-70 159 31,70-158-15</inkml:trace>
  <inkml:trace contextRef="#ctx0" brushRef="#br0" timeOffset="10711.4">17956 12718 0,'18'-18'15,"-18"0"-15,71 18 31,-54 0-15,1 18-16,35 35 16,-53-35-1,-18 70 1,18-71-16,-35 160 31,70-107-15,-17-70-16,123-35 31</inkml:trace>
  <inkml:trace contextRef="#ctx0" brushRef="#br0" timeOffset="11061.14">18768 11695 0,'0'0'16,"35"211"0,-35-140-1,-18 405 1,1-370 0,-36 247-1,18-265-15,-18 53 16</inkml:trace>
  <inkml:trace contextRef="#ctx0" brushRef="#br0" timeOffset="16816.12">19191 12524 0,'53'-18'16,"-35"18"-1,140 0 1,36-35 15,-158-1 0</inkml:trace>
  <inkml:trace contextRef="#ctx0" brushRef="#br0" timeOffset="17062.48">19385 12312 0,'0'-18'32,"0"36"-32,141-53 31,-123 35-31,123 0 31</inkml:trace>
  <inkml:trace contextRef="#ctx0" brushRef="#br0" timeOffset="17517">20144 11994 0,'0'0'0,"0"-35"31,0 53-16,-36 52 1,19-52-16,-1 17 16,-35 106-1,53-105-15,18 70 32,-1-89-32,19 1 0,-19-1 15,1-17-15,35 18 16,-35 0-16,-1-1 15,1 107 1,-36-71-16,1 0 16,-1 123-1,36-141-15,17-35 16</inkml:trace>
  <inkml:trace contextRef="#ctx0" brushRef="#br0" timeOffset="17851.09">20567 12330 0,'0'0'0,"0"-18"16,53 36-1,-35-18 1,17 0-16,71 35 15,-18-70 17</inkml:trace>
  <inkml:trace contextRef="#ctx0" brushRef="#br0" timeOffset="18054.16">20832 12100 0,'-36'124'31,"19"-89"-31,70-194 0,-159 565 31,88-283-15</inkml:trace>
  <inkml:trace contextRef="#ctx0" brushRef="#br0" timeOffset="34689.73">21484 11800 0,'-35'71'31,"35"-53"-15,-18 35-16,-52 158 16,52-158-1,0 0-15,1 71 16,34 122 0,19-69 15,-19-160-16</inkml:trace>
  <inkml:trace contextRef="#ctx0" brushRef="#br0" timeOffset="35225.58">21766 11800 0,'0'-17'32,"36"17"-1,17 0 0,-36 17-15,-34 54 15,17 0 0,35-1 1,-35-52-17,0-1-15,-71 36 31,18-35-15,36 0-16,-1-18 16</inkml:trace>
  <inkml:trace contextRef="#ctx0" brushRef="#br0" timeOffset="35642.19">21625 12577 0,'18'0'31,"0"-18"-15,70-35 0,53-53 15,-123 106-16,-71 159 1,35-106 0,0 141-1,18-177-15,18 1 16</inkml:trace>
  <inkml:trace contextRef="#ctx0" brushRef="#br0" timeOffset="36021.87">22348 11536 0,'0'0'0,"36"70"31,-36-34-31,-53 405 31,0-141-15,35-212-16,-52 264 31,34-263-15</inkml:trace>
  <inkml:trace contextRef="#ctx0" brushRef="#br0" timeOffset="36374.54">22560 12259 0,'88'18'31,"-70"-18"-31,-124-18 0,318 71 32,-195-53-32,1 0 0,0 0 15</inkml:trace>
  <inkml:trace contextRef="#ctx0" brushRef="#br0" timeOffset="36567.99">22772 12047 0,'0'0'0,"0"106"32,-53 141-1,53-123-16</inkml:trace>
  <inkml:trace contextRef="#ctx0" brushRef="#br0" timeOffset="37454.58">23442 11624 0,'-18'18'16,"-34"123"-1,16-71-15,-87 389 32,105-194-17,159-71 16</inkml:trace>
  <inkml:trace contextRef="#ctx0" brushRef="#br0" timeOffset="38016.94">23742 11748 0,'53'-36'32,"-106"72"-32,176-89 31,-105 53-31,0 0 0,-18 17 15,-18 89 17,18-88-32,0 35 31,124-36 0,-54 54 0,-88-54-31,-87 72 32,52-54-17,-35-53 17</inkml:trace>
  <inkml:trace contextRef="#ctx0" brushRef="#br0" timeOffset="38439.5">23742 12365 0,'0'-18'16,"0"1"-1,18 17 1,-1 0 0,36 35-1,35 0 1,-70-35 0,141 35-1,-106-52 16</inkml:trace>
  <inkml:trace contextRef="#ctx0" brushRef="#br0" timeOffset="43257.68">23848 12277 0,'-35'70'31,"35"-17"-15,17-35 15,36-53 0,-53 17 0,0 71 1,35-18-1,1-53-15,-19 18-16,1-17 15,88-54 16,-106 89-15,-18 70 0,18-53-1,35 1 1</inkml:trace>
  <inkml:trace contextRef="#ctx0" brushRef="#br0" timeOffset="47922.53">23742 12629 0,'0'-17'78,"18"17"-62,17 0 15,0 0 0,-17 0-15,-18 17-16,-71 89 31,54-88-15,17 52-1,17-52 1,71 17 0,-70-35-1,17 0 1</inkml:trace>
  <inkml:trace contextRef="#ctx0" brushRef="#br0" timeOffset="48705.05">24218 11536 0,'0'-18'15,"18"18"1,-1 0-1,1 124 1,0 334 15,-36-193-15,18-106 0,-88 246 15,70-352-31,-17-17 15,0 16-15</inkml:trace>
  <inkml:trace contextRef="#ctx0" brushRef="#br0" timeOffset="52872.68">24730 12400 0,'17'-17'16,"19"17"-1,69 17 1,-87-17-1,70 0 1,-70 0 0</inkml:trace>
  <inkml:trace contextRef="#ctx0" brushRef="#br0" timeOffset="53046.23">24836 12188 0,'88'18'32,"-176"-36"-32,282 18 15</inkml:trace>
  <inkml:trace contextRef="#ctx0" brushRef="#br0" timeOffset="53586.98">25541 11748 0,'0'0'0,"-35"70"47,0 1-31,17-36-16,-17 177 31,70-124-15,-17-71-16,17-17 15,53 36 1,-88 70 15,-35 17-15,17-88-1,53 53 1</inkml:trace>
  <inkml:trace contextRef="#ctx0" brushRef="#br0" timeOffset="53867.56">25982 12224 0,'18'-36'31,"17"19"-16,-17 17-15,52 17 16,-35-17 0,1 0-16,34-17 15</inkml:trace>
  <inkml:trace contextRef="#ctx0" brushRef="#br0" timeOffset="54075.62">26211 11977 0,'0'0'0,"-35"106"32,17-71-17,18 18-15,-17 88 16,34-18-1</inkml:trace>
  <inkml:trace contextRef="#ctx0" brushRef="#br0" timeOffset="54580.18">26741 11906 0,'0'0'0,"17"-17"15,1 17-15,35 0 16,-36 0-16,1 0 16,35 53-1,-35-36-15,-18 1 16,-36 52 0,36-52-1,0 17 1,18-17-1,0-18-15,70 70 16,-35 72 15,-53-125-15,-18 19-16,0-1 0,-70 35 16,71-34-16,-160 17 31,160-53-16,-1 0-15</inkml:trace>
  <inkml:trace contextRef="#ctx0" brushRef="#br0" timeOffset="55059.91">27411 12171 0,'17'0'16,"1"17"-16,123 19 31,-17-36-15</inkml:trace>
  <inkml:trace contextRef="#ctx0" brushRef="#br0" timeOffset="55271.97">27728 11977 0,'0'0'0,"-53"123"32,53-70-32,-17-18 0,17 142 31,0-71-15</inkml:trace>
  <inkml:trace contextRef="#ctx0" brushRef="#br0" timeOffset="61826.29">28205 11818 0,'35'-18'32,"0"1"-17,0 17 1,18 0 0,36 17 15,-37 19-16,-52-19-15,0 1 16,0 70 0,0-70-16,-88 105 31,53-52 0,158-1 0,-87-52-31,70 53 32,-89-1-17,-34-35-15,-1-17 16,-106 106 0,-17-54-1,106-52 1,-106-18-1,123-18-15</inkml:trace>
  <inkml:trace contextRef="#ctx0" brushRef="#br0" timeOffset="62489.09">28963 12312 0,'35'-18'31,"18"36"-16,71 17 17,-18-35-17</inkml:trace>
  <inkml:trace contextRef="#ctx0" brushRef="#br0" timeOffset="62707.14">29069 12153 0,'88'-35'31,"-53"53"-31,124-18 31,-53 0-15</inkml:trace>
  <inkml:trace contextRef="#ctx0" brushRef="#br0" timeOffset="63599.86">29669 12206 0,'35'-53'32,"-17"53"-17,-1-17-15,71-54 16,-52 53-1,105-105 1,-124 105 0,36-35 15,-35 53-31,-36 36 31,-88 193 0,54-53-15,34-123-16,53 53 16</inkml:trace>
  <inkml:trace contextRef="#ctx0" brushRef="#br0" timeOffset="64099.85">30409 12012 0,'0'-18'0,"0"36"0,-52 17 32,34 1-32,0 17 15,1 229 16,34-247-31,195 0 32,70-211-1,-264 123-31,-1-176 31,-105 158-15,53 54-16,-18 17 15,-123 105 1,140-69-16,-17 52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9-19T15:42:18.9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22842 7514 0,'0'-17'0,"-17"34"62,-71 177-30,70-123-32,-88 317 31,71 53 0,88-159 0,-36-247-31</inkml:trace>
  <inkml:trace contextRef="#ctx0" brushRef="#br0" timeOffset="656.96">23089 7655 0,'18'-17'16,"0"17"-1,70 17 1,-71-17 0,89-35-1,-53 0 17,-106 123-1,-35 106 16,70-176-47,1 87 31</inkml:trace>
  <inkml:trace contextRef="#ctx0" brushRef="#br0" timeOffset="815.57">23142 7849 0,'0'0'0,"106"-17"31,-71 17-31,18 0 16,0 0-1</inkml:trace>
  <inkml:trace contextRef="#ctx0" brushRef="#br0" timeOffset="1374.77">23089 8343 0,'0'0'0,"89"-17"31,16 17 0,-105 35-15,-35 35 15,17-34-15,18-19-1,53 36 1,-35-53 0,53 71-1,-71-54 1,-71 72-1,36-72-15,-1 1 16,-69 0 0,69-36-16,19-17 15</inkml:trace>
  <inkml:trace contextRef="#ctx0" brushRef="#br0" timeOffset="1940.53">23777 7338 0,'0'53'0,"0"-106"0,0 141 15,0-17-15,36 246 16,-19 106 15,-17-352-15,-17 17-16,-72 230 16,54-248-1,-159 159 1</inkml:trace>
  <inkml:trace contextRef="#ctx0" brushRef="#br0" timeOffset="2265.16">24077 8202 0,'88'0'32,"-176"0"-32,264 35 31,-158-35-31,0 0 0</inkml:trace>
  <inkml:trace contextRef="#ctx0" brushRef="#br0" timeOffset="2442.23">24165 8079 0,'18'0'0,"-36"0"0,106 17 32,-70-17-32,0 0 15</inkml:trace>
  <inkml:trace contextRef="#ctx0" brushRef="#br0" timeOffset="3282.54">25047 7408 0,'36'-17'15,"-19"-1"1,1 18-16,70-35 16,-70 35-16,105-18 31,-105 18-15,-1-17-16,19 17 15,-54 35 16,0-18-15,1 19-16,-89 140 16,71-70-1,-18 35 1,53-123 0,-18-1-16</inkml:trace>
  <inkml:trace contextRef="#ctx0" brushRef="#br0" timeOffset="3472.08">25083 7620 0,'0'0'0,"0"-18"16,52 18 15,-16 0-31,-19 0 0,107 18 15,-107-18 1,19 0-16,-19 0 16</inkml:trace>
  <inkml:trace contextRef="#ctx0" brushRef="#br0" timeOffset="4188.21">25753 7144 0,'0'35'188,"0"-17"-173,-18 17-15,-17 124 16,35-106 0,-53 141-1,53-159 1,-18 18-1</inkml:trace>
  <inkml:trace contextRef="#ctx0" brushRef="#br0" timeOffset="4454.57">25559 7938 0,'17'0'31,"1"17"-15,-36-17-1</inkml:trace>
  <inkml:trace contextRef="#ctx0" brushRef="#br0" timeOffset="4813.64">24659 8237 0,'0'0'0,"53"0"16,247 0 15,-35 0-15,-177-17-16,300-1 31</inkml:trace>
  <inkml:trace contextRef="#ctx0" brushRef="#br0" timeOffset="5367.31">24694 8555 0,'0'0'0,"36"-18"16,52 1 15,-53 34-15,-35 1-1,-35 35 1,0-18-1,17 18 1,18-35 0,53 35-1,-53-36-15,18 1 16,-1 17 0,-34-35-16,-1 18 15,-106 35 1,72-53-1,-37 0 1,89-18 0</inkml:trace>
  <inkml:trace contextRef="#ctx0" brushRef="#br0" timeOffset="5626.2">25171 8361 0,'17'0'16,"-34"35"-1,-19 106 1,19-88 0,-18 88-1,17-105 1</inkml:trace>
  <inkml:trace contextRef="#ctx0" brushRef="#br0" timeOffset="5812.59">25047 8943 0,'0'-18'16,"18"18"-1,17-35 1</inkml:trace>
  <inkml:trace contextRef="#ctx0" brushRef="#br0" timeOffset="6218.7">25629 8273 0,'-35'17'16,"-18"107"15,35-107-16,18 89 1,0-88 0,106-18 15,-70 0-15,-72 88 15,-52 88 0,70-158-31,18 0 0</inkml:trace>
  <inkml:trace contextRef="#ctx0" brushRef="#br0" timeOffset="6549.11">26123 8255 0,'0'-35'32,"18"52"-32,-53 89 31,-54 159 0</inkml:trace>
  <inkml:trace contextRef="#ctx0" brushRef="#br0" timeOffset="6723.84">26000 8908 0,'0'17'15</inkml:trace>
  <inkml:trace contextRef="#ctx0" brushRef="#br0" timeOffset="7533.56">25700 6756 0,'18'-18'0,"70"-52"16,-53 52-1,0-17-15,106-71 32,-105 70-32,-1 1 0</inkml:trace>
  <inkml:trace contextRef="#ctx0" brushRef="#br0" timeOffset="7787.14">26035 6738 0,'176'-123'31,"-352"246"-31,564-423 31</inkml:trace>
  <inkml:trace contextRef="#ctx0" brushRef="#br0" timeOffset="9377.78">26529 5874 0,'35'-18'15,"0"0"1,-17 1-1,35-18 1,-35 17-16,-18 0 16,53-35-1,-1 0 17,-34 36-17,-18 34-15,-53 125 31,-35 122 1,88-229-17,0-17-15</inkml:trace>
  <inkml:trace contextRef="#ctx0" brushRef="#br0" timeOffset="9683.24">26935 5856 0,'0'0'16,"0"-18"-16,17 18 47</inkml:trace>
  <inkml:trace contextRef="#ctx0" brushRef="#br0" timeOffset="9977.31">27164 5680 0,'0'0'0,"53"0"15,-36 0 1,36 17 0,-53 1-1,18 0-15,-18 35 16,-18-18 0,-70 88-1,71-105 1,17 70-1,0-70 1,70-36 0</inkml:trace>
  <inkml:trace contextRef="#ctx0" brushRef="#br0" timeOffset="10145.37">27428 5891 0,'0'0'31</inkml:trace>
  <inkml:trace contextRef="#ctx0" brushRef="#br0" timeOffset="10577.22">27675 5697 0,'0'0'0,"53"-53"32,-35 53-32,0 0 15,35 53 17,-71 0-1,0 0 0,36 18 0,-36 17 1,-70-35-1,53-53-16</inkml:trace>
  <inkml:trace contextRef="#ctx0" brushRef="#br0" timeOffset="10766.28">27975 5891 0,'18'0'16,"-36"0"-16,54 0 16,-36-17 15</inkml:trace>
  <inkml:trace contextRef="#ctx0" brushRef="#br0" timeOffset="11097.7">28275 5574 0,'0'0'0,"-35"53"31,35-36-16,-71 89 1,71-88 0,18 17-1,17-17 1,-17-18-16,35 0 31,-53 17-15,-18 1-16,-52 70 15,34-70 1,19 17 0</inkml:trace>
  <inkml:trace contextRef="#ctx0" brushRef="#br0" timeOffset="11311.75">28540 5874 0,'17'-18'16,"-17"0"0</inkml:trace>
  <inkml:trace contextRef="#ctx0" brushRef="#br0" timeOffset="11659.86">28822 5574 0,'18'0'31,"-54"53"0,19 17-15,17-52-16,35 53 31,36-36 0,-71 0 1,-18-17-32,-35-36 31</inkml:trace>
  <inkml:trace contextRef="#ctx0" brushRef="#br0" timeOffset="11783.94">28893 5592 0,'0'0'0,"35"-18"16,0 0-16,-17 18 15,105 53 17</inkml:trace>
  <inkml:trace contextRef="#ctx0" brushRef="#br0" timeOffset="11973.47">29051 5803 0,'18'0'16,"0"-17"15</inkml:trace>
  <inkml:trace contextRef="#ctx0" brushRef="#br0" timeOffset="12375.05">29669 5574 0,'0'0'0,"-18"-35"16,18 17-16,-18 18 15,-52 53 1,52-35-1,1-1-15,-54 124 16,53-105 0,18-19-16,36 36 15,-19-35 1,54-54 0,-36 1-1,-35 18-15,-35-19 31,17 54-15,1-18-16,-36 35 16,35-17-1</inkml:trace>
  <inkml:trace contextRef="#ctx0" brushRef="#br0" timeOffset="12566.32">29757 5768 0,'0'0'0,"17"0"62,-17-18-46,18 18-16</inkml:trace>
  <inkml:trace contextRef="#ctx0" brushRef="#br0" timeOffset="12888.94">29986 5521 0,'18'0'31,"52"-18"0,19 1 1,-1-1-1,-124 124 0,-122 123 0,52-158-15</inkml:trace>
  <inkml:trace contextRef="#ctx0" brushRef="#br0" timeOffset="13029.47">30004 5697 0,'0'0'0,"141"18"31,-71 0-15</inkml:trace>
  <inkml:trace contextRef="#ctx0" brushRef="#br0" timeOffset="13926.71">25859 9119 0,'0'-17'16,"17"87"15,-17-52-15,71 88 0,-54-106-1,1 17-15,17-17 16</inkml:trace>
  <inkml:trace contextRef="#ctx0" brushRef="#br0" timeOffset="14108.38">26141 9102 0,'0'0'0,"17"88"47,-17 88-16</inkml:trace>
  <inkml:trace contextRef="#ctx0" brushRef="#br0" timeOffset="14579.94">25929 9825 0,'0'-35'31,"0"70"-31,88-176 32,-52 123-32,-19 0 0,1 1 15,35-36 1,-36 53-16,-34 88 31,-18 53-15,17-35 15</inkml:trace>
  <inkml:trace contextRef="#ctx0" brushRef="#br0" timeOffset="14808.52">26388 9719 0,'0'0'0,"0"-18"32</inkml:trace>
  <inkml:trace contextRef="#ctx0" brushRef="#br0" timeOffset="15219.66">26547 9490 0,'70'-18'15,"-52"36"1,70 17 0,-88-17-1,18 70 1,-36-71 0,-88 178-1,106-178 1,0 54 15,18-54-31,17-34 16</inkml:trace>
  <inkml:trace contextRef="#ctx0" brushRef="#br0" timeOffset="15422.71">26846 9666 0,'18'-18'31</inkml:trace>
  <inkml:trace contextRef="#ctx0" brushRef="#br0" timeOffset="16326.82">26952 9525 0,'53'-53'31,"-35"53"-15,52-18 15,-52 18-31,-18 53 32,-53 18-1,53-36-16,53 36 17,-18-1-1,-52-52-31,-54 35 31,1-18 0</inkml:trace>
  <inkml:trace contextRef="#ctx0" brushRef="#br0" timeOffset="16518.24">27234 9772 0,'0'0'31,"18"0"0</inkml:trace>
  <inkml:trace contextRef="#ctx0" brushRef="#br0" timeOffset="16839.83">27517 9454 0,'0'0'0,"0"0"31,0 18-31,-71 88 31,71 17 1,106-140-1,-71 70 0,-52-36-31,-89 195 31,88-141-15</inkml:trace>
  <inkml:trace contextRef="#ctx0" brushRef="#br0" timeOffset="17768.29">25912 9860 0,'123'-53'32,"-70"36"-17,-18 17-15,230-89 16,-106 36 0,-71 36-16,-18-1 15,213-52 1,-231 52-16,213-17 31,-212 35-15,176-53-1,-52-18 17</inkml:trace>
  <inkml:trace contextRef="#ctx0" brushRef="#br0" timeOffset="19098.75">26582 6033 0,'35'0'16,"36"-18"-1,105-35 16,106 0 1,-246 53-32,175 0 31,-87 0-15,-89 0-16,0 0 15,89-18 1,-107 18-1,89 0 1,-88-17-16,-1 17 16,54 0-1,-53 0-15,35-18 32,-1 18-17,-34 0-15,0 0 16,70-18-1,-35 1 17,-35 17-17,52-18 17,-52 18-17,35 0 1,-71 0 15,-17 0-15</inkml:trace>
  <inkml:trace contextRef="#ctx0" brushRef="#br0" timeOffset="19708.18">26458 8220 0,'18'-18'31,"-36"36"-31,124-36 32,-71 36-32,107-1 31,-19 1 0</inkml:trace>
  <inkml:trace contextRef="#ctx0" brushRef="#br0" timeOffset="19875.74">26723 8043 0,'0'0'0,"53"-17"31,-18 17-31,106 0 31</inkml:trace>
  <inkml:trace contextRef="#ctx0" brushRef="#br0" timeOffset="22979.35">27499 7355 0,'0'-17'16,"35"-1"0,-17 18-1,53 0 1,17-17 15,-53-1-15,36-17-1,-54 17 17,-52 89-1,17-36-15,1 0-16,-72 141 31,72-123-31,-18-17 0,-18 69 31,35-87-31,18 0 0,-18-1 16</inkml:trace>
  <inkml:trace contextRef="#ctx0" brushRef="#br0" timeOffset="23180.26">27481 7620 0,'89'-35'31,"-178"70"-31,319-70 32,-195 35-32,71 0 31</inkml:trace>
  <inkml:trace contextRef="#ctx0" brushRef="#br0" timeOffset="23578.71">28169 7514 0,'-17'0'93</inkml:trace>
  <inkml:trace contextRef="#ctx0" brushRef="#br0" timeOffset="24163.89">28628 7285 0,'0'0'0,"0"-35"15,0 17 1,0 0 0,0 1-16,-35 34 31,-18 54-16,35-36 1,-105 177 0,105-177-1,0 106 1,18-106-16,106-17 31,-71-18-15,36-70-1,-53 52 1,-18 0-16,-36-17 16,19 35-1,-54 18 1,54-1 0,-1-17-16,18 18 0,0 0 15</inkml:trace>
  <inkml:trace contextRef="#ctx0" brushRef="#br0" timeOffset="24438.61">28981 7461 0,'-18'-17'32,"36"34"-32,-54-34 31,36 34-31,-17 1 31</inkml:trace>
  <inkml:trace contextRef="#ctx0" brushRef="#br0" timeOffset="24819.03">29333 7197 0,'0'0'32,"-52"53"-1,34-36-31,-17 89 31,35-71-31,0-17 0,53 35 31,-36-35-31,71-18 32,-88 70-1,-123 18 0,35-88 0</inkml:trace>
  <inkml:trace contextRef="#ctx0" brushRef="#br0" timeOffset="24964.56">29281 7391 0,'141'-71'31,"-282"142"-31,423-142 31,-247 106-15</inkml:trace>
  <inkml:trace contextRef="#ctx0" brushRef="#br0" timeOffset="26048.72">27270 8061 0,'17'-18'16,"36"18"-1,0 0-15,0 0 0,247 18 31,-212 0-31,459-18 32,-247-18-17,106 0 17</inkml:trace>
  <inkml:trace contextRef="#ctx0" brushRef="#br0" timeOffset="27627">27446 8555 0,'71'-88'16,"70"-53"15,-124 123-15,54-70 0,-53 70-1,-1 0 1,-17 36-1,-106 194 1,89-159 0,-18 105 15</inkml:trace>
  <inkml:trace contextRef="#ctx0" brushRef="#br0" timeOffset="27830.08">27922 8537 0</inkml:trace>
  <inkml:trace contextRef="#ctx0" brushRef="#br0" timeOffset="28268.22">28363 8237 0,'0'0'0,"71"0"31,-53 0-31,34 36 32,-69 17-17,-71 105 16,52-105-15,36-35-16,0 0 0,18 52 31,0-70-15,-1 0-16,19 18 16</inkml:trace>
  <inkml:trace contextRef="#ctx0" brushRef="#br0" timeOffset="28490.81">28875 8484 0,'-18'0'16,"18"18"15,18-18 0</inkml:trace>
  <inkml:trace contextRef="#ctx0" brushRef="#br0" timeOffset="28858.68">29034 8255 0,'0'0'0,"88"-18"31,0 36 0,-53 35 0,-123 35 1,88 0-1,18-88-31,17 89 31,-70-19-15,-53 1-1,-159 34 17,194-87-32</inkml:trace>
  <inkml:trace contextRef="#ctx0" brushRef="#br0" timeOffset="83754.14">28346 10425 0,'0'-18'31,"0"0"-15,0 1 15,-18-1-15,18 0 15,0 1-15,0-1 15,-18 18-15,18 18-16,-17 105 15,-1-70 1,-70 300-1,88-283 1,18 195 0,-1-230-16,54 71 31</inkml:trace>
  <inkml:trace contextRef="#ctx0" brushRef="#br0" timeOffset="84557.97">28663 10478 0,'-17'0'32,"34"-36"-1,-17 19-31,88-54 31,1-35 0,16 18 1,-87 88-32,-53 71 31,35-36-31,-53 159 31,88-124-15</inkml:trace>
  <inkml:trace contextRef="#ctx0" brushRef="#br0" timeOffset="84882.56">29175 10336 0,'0'0'0,"-36"36"16,36-19-16,-17 1 16,17 70-1,0-70-15,17-1 16,89-17 0,-70-35-16,-1 18 15,71-125 1,-89 125-1,-17-19-15,-17-16 16,-72 87 0,54-18-16,-88 125 31</inkml:trace>
  <inkml:trace contextRef="#ctx0" brushRef="#br0" timeOffset="89665.25">28875 11148 0,'18'-18'94,"70"-52"-63,-71 52-31,54-70 31,-53 52-15,-18-34 15,-18 35-15,-17 35 15,-1 17 0,19 19 1,17-19 30,0 18-46,-18 36 15,18-36-15,0-17-1,18 35 1,-18-35-16,17 70 31,1-53-15,-18-17-1,0 17 1,0-17 0,-53 17-1,0-53 16,36 18-15,-19-88 0,36 70-1,88-105 1,-52 88 0,52-54-1</inkml:trace>
  <inkml:trace contextRef="#ctx0" brushRef="#br0" timeOffset="90326.24">29528 9984 0,'17'-18'32,"36"230"-1,-53-124-31,-18 370 31,-17-175-15,18-195-16,-36 159 15</inkml:trace>
  <inkml:trace contextRef="#ctx0" brushRef="#br0" timeOffset="91486.43">29845 10848 0,'53'0'15,"-35"0"1,70 18-1,-53-1 1,89-34 0</inkml:trace>
  <inkml:trace contextRef="#ctx0" brushRef="#br0" timeOffset="91682.48">30021 10583 0,'0'0'0,"71"0"31,-53 18-15,17-18-16,35 35 16,-52-17-1</inkml:trace>
  <inkml:trace contextRef="#ctx0" brushRef="#br0" timeOffset="97686.97">30798 10336 0,'-18'0'16,"36"-17"15,17-19 1,-18 36-17,107-88 1,35-18 15,-159 106 0,-106 177 16,88-71-31,18-71-16,18-17 0</inkml:trace>
  <inkml:trace contextRef="#ctx0" brushRef="#br0" timeOffset="98020.65">31397 10231 0,'0'0'16,"-17"17"15,-1 1-31,53 35 32,53-36-17,-52-17-15,122-105 31,-122 87-31,-54-88 32,0 88-32,-193 71 31,105 18-15</inkml:trace>
  <inkml:trace contextRef="#ctx0" brushRef="#br0" timeOffset="99300.49">30903 10813 0,'0'-18'31,"18"18"0,53 0 1,-1 18-17,18 17 17,-70 0-17,-36-35-15,-52 124 31,34-36-15,36-70-16,71 87 31,141-158 1</inkml:trace>
  <inkml:trace contextRef="#ctx0" brushRef="#br0" timeOffset="99788.12">30992 9843 0,'0'0'16,"-53"0"-1,35 17-15,-123 212 31,-36 124-15,54-53 0,0 247-1,228-177 17</inkml:trace>
  <inkml:trace contextRef="#ctx0" brushRef="#br0" timeOffset="100278.3">31979 9931 0,'0'-18'16,"0"36"0,0-54-16,0 54 15,18 88 1,-18-36-16,0 1 15,-88 423 1,-89 17 15,142-440-15,-124 123 0</inkml:trace>
  <inkml:trace contextRef="#ctx0" brushRef="#br0" timeOffset="101754.95">28945 12294 0,'0'36'31,"36"17"-15,-19-53-16,124 35 31,-105-35-31,-1-18 16</inkml:trace>
  <inkml:trace contextRef="#ctx0" brushRef="#br0" timeOffset="101929.04">29016 12065 0,'0'0'0,"18"0"16,123 35 15,-18-17-15</inkml:trace>
  <inkml:trace contextRef="#ctx0" brushRef="#br0" timeOffset="103520.8">29810 12012 0,'35'-35'32,"0"17"-17,-35 1-15,88-54 32,-35 18-17,-35 35-15,17 18 31,-52 18-31,-54 141 32,18 70-1,71-141-15</inkml:trace>
  <inkml:trace contextRef="#ctx0" brushRef="#br0" timeOffset="103874.52">30251 12065 0,'-36'0'16,"72"0"-16,-89 88 31,53-70-31,17-18 0,54 35 31,123-158 1,-141-18-1,-177 105 0,89 54-31,-18 123 31,53-123-31</inkml:trace>
  <inkml:trace contextRef="#ctx0" brushRef="#br0" timeOffset="104128.97">30621 12118 0,'0'0'15,"-18"0"1,54 0 15</inkml:trace>
  <inkml:trace contextRef="#ctx0" brushRef="#br0" timeOffset="104699.97">30992 11889 0,'0'0'0,"-53"0"31,0 70 0,70-35-15,89-52 15,-71-71 1,-70 52-1,53 72 0,52 140 0,-34-17 1,-36-142-32,0 19 0,-71 17 31,-52-89-16</inkml:trace>
  <inkml:trace contextRef="#ctx0" brushRef="#br0" timeOffset="108799.78">29863 12471 0,'70'17'31,"36"-17"-15,-53 0-16,317-35 31,177-18 0,-388 36-15</inkml:trace>
  <inkml:trace contextRef="#ctx0" brushRef="#br0" timeOffset="110281.59">30057 12876 0,'0'-17'0,"35"-1"32,36-17-1,34-53 0,-87 70-31,17-35 31,-17 53-15,-36 35 0,-35 159 15,36-158-31,34 105 16</inkml:trace>
  <inkml:trace contextRef="#ctx0" brushRef="#br0" timeOffset="110484.82">30515 12929 0,'-35'-17'31,"35"-1"0</inkml:trace>
  <inkml:trace contextRef="#ctx0" brushRef="#br0" timeOffset="110842.7">30727 12612 0,'18'0'16,"-36"0"-16,89 17 31,-71 1-31,17 0 0,18 17 31,-52 36-15,17-54-16,-53 142 31,53-124-31,0-17 16,176 0-1,-70-54 1</inkml:trace>
  <inkml:trace contextRef="#ctx0" brushRef="#br0" timeOffset="111218.28">31574 12453 0,'0'0'0,"17"0"16,36 0 0,-18 0-1,-17 0-15,88 0 16,-88 0-16,34-18 31</inkml:trace>
  <inkml:trace contextRef="#ctx0" brushRef="#br0" timeOffset="111363.32">31750 12206 0,'0'0'0,"0"-18"16,35 1-1,-17 34 1,52 1 0</inkml:trace>
  <inkml:trace contextRef="#ctx0" brushRef="#br0" timeOffset="113726.96">32314 11977 0,'18'0'16,"-18"-18"-1,0 1 32,-35 87 16,-36 36-48,54-71-15,-19 0 16,1 89-1,35-106-15,106 17 32,-71-53-17,0 18-15,71-53 16,-88 53 0,-142 124 15,89-89-16,18 0-15,-36 106 16,70-105 0,-17-19-16</inkml:trace>
  <inkml:trace contextRef="#ctx0" brushRef="#br0" timeOffset="114155.37">32720 12136 0,'0'0'15,"-17"17"1,-54 124 0,71-105-1,0 87 1,18-123 0,87 35-1,-87-35 1,35 36 15,-53-19-31,-35 71 16,17-52-1,0-19-15,-70 19 16,71-36 0,-19-36-16</inkml:trace>
  <inkml:trace contextRef="#ctx0" brushRef="#br0" timeOffset="114284.91">32632 12224 0,'0'0'0,"18"-18"15,176-35 1,-71 71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9-19T15:44:35.9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19068 14323 0,'0'17'0,"0"1"0,-18 53 16,-35 193 0,53-193-1,-53 176 1,53-141 0,18 123-1,-18-159 1,17-17-16</inkml:trace>
  <inkml:trace contextRef="#ctx0" brushRef="#br0" timeOffset="781.3">19473 14252 0,'0'-17'31,"0"-1"-15,36 18 15,52 18 0,-71-18-31,72 0 31,-72 0-31,19 0 32,-107 176-1,53-123-31,1 106 31,34-142-15</inkml:trace>
  <inkml:trace contextRef="#ctx0" brushRef="#br0" timeOffset="973.33">19579 14446 0,'0'0'0,"18"-35"31,-1 35-31,107 0 32,-36 0-17</inkml:trace>
  <inkml:trace contextRef="#ctx0" brushRef="#br0" timeOffset="1661.7">19420 15081 0,'18'-17'31,"-36"34"-31,160-105 31,-125 70-31,1 18 16,17 0 0,-70 106 15,35-70-31,0 52 31,88-53 0,-70-35-31,17 18 16,-70 87 15,-89 37 1,71-125-17,18-123 16</inkml:trace>
  <inkml:trace contextRef="#ctx0" brushRef="#br0" timeOffset="2058.76">20003 14164 0,'17'35'16,"-17"-17"-1,35 194 1,-17 140 0,-36 89 15,1-352-16,17-19-15,-18 1 0,-35 123 16,18-141 0</inkml:trace>
  <inkml:trace contextRef="#ctx0" brushRef="#br0" timeOffset="2329.29">20267 15117 0,'18'0'16,"-1"0"-16,124-18 31,-123 18-31</inkml:trace>
  <inkml:trace contextRef="#ctx0" brushRef="#br0" timeOffset="3017.96">20232 14834 0,'123'-53'31,"1"53"-15,-89 0-16,53 0 15</inkml:trace>
  <inkml:trace contextRef="#ctx0" brushRef="#br0" timeOffset="3943.89">20920 14199 0,'17'-17'31,"19"-1"-16,-19 0 1,71-17 0,-70 35-16,17-18 15,54 1 1,-72 17-16,1 0 16,0-18-16,-18 36 0,17-18 15,-34 53 1,-89 211 15,88-228-31,18 17 16,-53 88-1,53-124-15,0 1 16</inkml:trace>
  <inkml:trace contextRef="#ctx0" brushRef="#br0" timeOffset="4169.75">20973 14393 0,'0'0'0,"17"0"15,89 18 1,-71-18-1,107 35 1,-107-35 0,0 0-16</inkml:trace>
  <inkml:trace contextRef="#ctx0" brushRef="#br0" timeOffset="4546.92">20867 14834 0,'0'0'0,"35"-17"15,0-1-15,106 36 31,-88-18-31,0 0 0,106 0 32,-124-18-32,1 18 15</inkml:trace>
  <inkml:trace contextRef="#ctx0" brushRef="#br0" timeOffset="5009.77">21131 15064 0,'0'0'0,"-35"0"31,70 0 0,18 0-15,-35 17-16,53-17 31,-71 71 0,0-54-15,0 54-1,17-53 1,54 52 15,-89-17-15,-105 71 15,105-124-15,-88-18-1</inkml:trace>
  <inkml:trace contextRef="#ctx0" brushRef="#br0" timeOffset="5571.98">21678 14834 0,'0'-17'15,"0"34"17,0 1-17</inkml:trace>
  <inkml:trace contextRef="#ctx0" brushRef="#br0" timeOffset="6702.74">22225 14111 0,'0'35'31,"-35"124"-15,-53 264 15,88-140-15,0-195-16,105 194 31,-87-247-15</inkml:trace>
  <inkml:trace contextRef="#ctx0" brushRef="#br0" timeOffset="7316.57">22595 14199 0,'0'0'0,"0"-35"16,-35 17 15,18 36-16,-19 53 1,19 34 0,17-69-1,35 122 1,-17-140-16,105-18 31,-88-35-15,-35 17-1,-53 1 1,-35 69 15,88-34-15</inkml:trace>
  <inkml:trace contextRef="#ctx0" brushRef="#br0" timeOffset="7810.97">22595 14905 0,'18'-18'16,"-36"36"-16,124-53 31,-88 52-31,0-17 16,-18 141 15,-18-105-31,-53 122 31,89-105-15,0-35-16,140-71 31</inkml:trace>
  <inkml:trace contextRef="#ctx0" brushRef="#br0" timeOffset="8334.62">22983 14005 0,'0'0'0,"18"-53"16,35 124 15,-18 388 0,-17-371-15,0 265-1,-18-265-15,0-18 16,-36 177 0,1-194-16,17 0 15</inkml:trace>
  <inkml:trace contextRef="#ctx0" brushRef="#br0" timeOffset="8939.02">23336 14870 0,'0'0'0,"71"17"31,-54-17-31,89 18 31,-70-18-15</inkml:trace>
  <inkml:trace contextRef="#ctx0" brushRef="#br0" timeOffset="9079.99">23389 14623 0,'35'-36'31,"-17"54"-31,-71 0 0,159-1 32</inkml:trace>
  <inkml:trace contextRef="#ctx0" brushRef="#br0" timeOffset="11199.14">23989 14111 0,'53'-18'31,"-18"36"-15,-17-18-1,70-35 1,-70 35-16,17-18 0,0 1 31,-53 52-15,18 0-16,-123 212 31,105-194-15,1 0-16,-1 106 15,36-124 1</inkml:trace>
  <inkml:trace contextRef="#ctx0" brushRef="#br0" timeOffset="11383.68">24059 14340 0,'53'-35'31,"-35"18"-15,123 34-1,-123 1 1,52-18-1</inkml:trace>
  <inkml:trace contextRef="#ctx0" brushRef="#br0" timeOffset="11874.7">23901 14834 0,'35'-17'31,"-70"34"-31,229-34 32,-159 17-32,0 0 0,1 0 15,69 0 16</inkml:trace>
  <inkml:trace contextRef="#ctx0" brushRef="#br0" timeOffset="12368.33">23989 15099 0,'0'0'0,"18"0"16,-1-18-16,71 18 31,-17 18 0,-71 0-15,0 17 0,0-18-1,18 19 1,-1-36-16,1 17 0,17 19 31,-17-1-15,-36-17-16,-70 87 31,70-87-15,-88 17-1,71-35 1</inkml:trace>
  <inkml:trace contextRef="#ctx0" brushRef="#br0" timeOffset="13281.47">24606 14764 0,'0'-18'31,"0"36"0</inkml:trace>
  <inkml:trace contextRef="#ctx0" brushRef="#br0" timeOffset="14047.01">25135 14058 0,'0'-35'16,"0"17"0,-52 54-1,34-19 1,-35 160-1,35-124-15,18-1 16,53 125 0,-35-160-1,141-34 1,-142-1-16,19-70 31,-36 70-15,-18 1-16,-88 17 15,36 35 1,52-17 0,-17 35-1</inkml:trace>
  <inkml:trace contextRef="#ctx0" brushRef="#br0" timeOffset="14842.74">24906 14728 0,'18'-17'16,"52"17"0,-34 0-16,211 0 31,-71 17-15</inkml:trace>
  <inkml:trace contextRef="#ctx0" brushRef="#br0" timeOffset="15971.12">25065 15028 0,'18'-53'32,"-1"36"-17,1 17-15,105 0 32,-87 0-32,52 70 31,-88-52-31,-36 123 31,-34 35 0,193-158 1,-87-36-32,-1 1 0</inkml:trace>
  <inkml:trace contextRef="#ctx0" brushRef="#br0" timeOffset="16283.72">25841 14676 0,'-18'17'31,"36"-17"0</inkml:trace>
  <inkml:trace contextRef="#ctx0" brushRef="#br0" timeOffset="17756.91">26441 13988 0,'-18'0'31,"-52"264"0,17 195 0,88-230-15,-17-158-16,17-1 16,71 89-1,-71-141-15</inkml:trace>
  <inkml:trace contextRef="#ctx0" brushRef="#br0" timeOffset="18352.02">26758 14041 0,'-17'0'47,"17"17"-32,-18-17-15,18 18 0,-18-1 16,-52 142 0,70-123-1,35 69 1,-17-87 0,70-18-1,-71 0 1,1 0-16,0 18 15,-18-1 1,0 1-16,-36 70 31,19-70-31,-18 52 32,-1-87-17</inkml:trace>
  <inkml:trace contextRef="#ctx0" brushRef="#br0" timeOffset="18514.45">26705 14146 0,'106'-53'31,"-71"53"-31,-176 53 0,424-106 31,-248 53-31</inkml:trace>
  <inkml:trace contextRef="#ctx0" brushRef="#br0" timeOffset="19035.12">26723 15081 0,'0'0'15,"53"-35"16,-36 17-31,72-70 32,-54 53-17,-53 123 17,18 18-17,53-18 16</inkml:trace>
  <inkml:trace contextRef="#ctx0" brushRef="#br0" timeOffset="19335.72">27287 14041 0,'0'0'0,"0"17"15,18 1-15,0 123 16,-1-88-16,-17 17 15,18 283 1,-18-265-16,-53 300 31,-53-158 1</inkml:trace>
  <inkml:trace contextRef="#ctx0" brushRef="#br0" timeOffset="20214.95">27358 13494 0,'18'-18'31,"-36"53"-15,-106 159 15,107-105-15,17-54 0</inkml:trace>
  <inkml:trace contextRef="#ctx0" brushRef="#br0" timeOffset="20393.49">27587 13511 0,'0'0'0,"-17"53"31,-19-17-15,-17 87-1,53-105 1</inkml:trace>
  <inkml:trace contextRef="#ctx0" brushRef="#br0" timeOffset="20811.68">27905 13070 0,'-36'18'16,"36"0"-1,-17-1-15,-36 72 16,53-72 0,0 1-16,53 17 15,-36-35 1,72 18 0,-72 52 15,-34-52-16,-54 52 1,18-52 0,36-18-16,-1 0 15</inkml:trace>
  <inkml:trace contextRef="#ctx0" brushRef="#br0" timeOffset="20945.21">27958 13088 0,'0'0'0,"105"-35"16,-87 35-1,53 17 1</inkml:trace>
  <inkml:trace contextRef="#ctx0" brushRef="#br0" timeOffset="23610.21">23707 15575 0,'53'-35'0,"70"-36"16,53-17-1,248-106 17,-265 124-17</inkml:trace>
  <inkml:trace contextRef="#ctx0" brushRef="#br0" timeOffset="24014.28">25135 15363 0,'18'-17'0,"-36"34"0,265-158 31,-211 124-31,52-36 15</inkml:trace>
  <inkml:trace contextRef="#ctx0" brushRef="#br0" timeOffset="25098.11">24906 14570 0,'18'-18'0,"70"-35"16,53-17-1,159-124 17</inkml:trace>
  <inkml:trace contextRef="#ctx0" brushRef="#br0" timeOffset="25844.2">27852 14834 0,'123'-17'32,"36"17"-1,-106 0-15,-35 0-16</inkml:trace>
  <inkml:trace contextRef="#ctx0" brushRef="#br0" timeOffset="26031.54">28099 14605 0,'17'-18'32,"-34"36"-32,176-18 31,-124 0-31,-18 0 0,19 0 15</inkml:trace>
  <inkml:trace contextRef="#ctx0" brushRef="#br0" timeOffset="27253.21">28610 14429 0,'-17'-36'16,"-1"36"-1,71-17 1,-35 17 0,105-18-1,-88 0 1,54-17-1,-125 159 17,1-89-17,17 18-15,-70 158 16,70-158 0,-52 177 15,35-195-31</inkml:trace>
  <inkml:trace contextRef="#ctx0" brushRef="#br0" timeOffset="27421.94">28504 14834 0,'106'0'31,"106"-17"1,-177-1-32</inkml:trace>
  <inkml:trace contextRef="#ctx0" brushRef="#br0" timeOffset="27656.01">29104 14711 0,'-17'-35'31,"34"70"-31,-52-53 31,53 53 1</inkml:trace>
  <inkml:trace contextRef="#ctx0" brushRef="#br0" timeOffset="27998.43">29404 14393 0,'0'0'0,"0"-35"31,-35 106 1,70 34-1,-17-87-31,88 70 31,-106 71 0,-89-35 1,36-107-17,36-17-15,17-17 16,-18-1-16</inkml:trace>
  <inkml:trace contextRef="#ctx0" brushRef="#br0" timeOffset="28139.88">29386 14482 0,'0'-36'0,"0"72"0,142-195 32,-107 159-32,141 17 31,-105-17-16,-36 18-15</inkml:trace>
  <inkml:trace contextRef="#ctx0" brushRef="#br0" timeOffset="28562.66">29898 14799 0,'0'0'16,"18"0"-16,123-35 31,0 35 0</inkml:trace>
  <inkml:trace contextRef="#ctx0" brushRef="#br0" timeOffset="28767.72">29933 14640 0,'88'-70'32,"-70"70"-32,-124 70 0,371-158 31,-248 88-31,19-18 15,-1 18-15</inkml:trace>
  <inkml:trace contextRef="#ctx0" brushRef="#br0" timeOffset="29300.25">30568 14393 0,'0'0'16,"53"-53"0,-35 53-16,-1 0 15,54-17 1,-53 34-16,-1-17 16,1 36-1,-36 34 16,1-17-15,34-35-16,-17 17 16,0-17-16,71 52 15,-54-52 1,1 52 0,-18-52-16,-106 123 31,71-105-16,0-1-15,-89 18 16,124-124 15</inkml:trace>
  <inkml:trace contextRef="#ctx0" brushRef="#br0" timeOffset="29873.72">31327 14270 0,'0'0'0,"0"0"31,-36 35-15,-17 71 0,18 0-1,35-71-15,18 0 16,52 36 0,-34-71-1,87 35 1,-105-35-1,17 88 1,-35-70-16,-70 70 31,52-70-15,-17 0-16,-89 34 16,18-34-1,89-36-15</inkml:trace>
  <inkml:trace contextRef="#ctx0" brushRef="#br0" timeOffset="30035.78">31186 14446 0,'0'0'0,"123"-70"15,-88 70 1,124 17-1,-124 1 1,-17-18-16,35 18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9-19T15:45:27.9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22225 5962 0,'-18'-18'16,"1"1"30,-1 17 17,-88 247-32,71-159-31,-53 388 31,176-123 1,-17-212-17</inkml:trace>
  <inkml:trace contextRef="#ctx0" brushRef="#br0" timeOffset="2920.93">22631 5874 0,'17'-18'31,"-34"18"32,-1 18-17,18-1-30,-53 89 0,53-88-1,0 70 1,18-70 0,52-18 15,-17-18-16,-17 53 17,-36-17-32,-89 176 31,72-141-31,52 17 31</inkml:trace>
  <inkml:trace contextRef="#ctx0" brushRef="#br0" timeOffset="3430.5">22595 6897 0,'-17'0'16,"34"0"-16,-105 159 31,141-36 0,124-176 0,-160 18-31,36-89 32,-106 89-17,36 35-15,-19 18 16,-70 35 0,89 0-1</inkml:trace>
  <inkml:trace contextRef="#ctx0" brushRef="#br0" timeOffset="3966.52">23160 5733 0,'0'0'0,"18"53"31,-1-18-15,1 177 0,-1-142-16,36 371 31,-35-212-15,-18-140-16,0-37 15,-71 178 1,54-177-1</inkml:trace>
  <inkml:trace contextRef="#ctx0" brushRef="#br0" timeOffset="4296.25">23495 6385 0,'71'-17'32,"-142"34"-32,177-34 15,-89 17-15,107-18 32</inkml:trace>
  <inkml:trace contextRef="#ctx0" brushRef="#br0" timeOffset="4475.3">23689 6156 0,'0'0'0,"0"18"16,-53 158-1,35-123 1,1 35-1,34 36 1</inkml:trace>
  <inkml:trace contextRef="#ctx0" brushRef="#br0" timeOffset="5127.34">24342 5891 0,'-18'71'31,"-35"105"-15,18-87-16,-53 369 31,88-387-31,17 193 31</inkml:trace>
  <inkml:trace contextRef="#ctx0" brushRef="#br0" timeOffset="5737.15">24694 5821 0,'0'-18'32,"0"36"-32,-17-1 31,-1 1-31,1 0 15,-36 123 1,35-106 0,53 71-1,-17-88 1,105-54 0,-105 36-1,17 0 1,-52 36-1,-36 69 1,35-87 0</inkml:trace>
  <inkml:trace contextRef="#ctx0" brushRef="#br0" timeOffset="6081.64">24659 6879 0,'0'0'0,"0"-53"31,18 53-16,-18-35-15,88-53 16,-35 35 0,-35 35-16,-1 1 15,-17 34 1,-17 19-16,-54 175 31,71-176-15,18 36-1</inkml:trace>
  <inkml:trace contextRef="#ctx0" brushRef="#br0" timeOffset="6669.55">25153 5697 0,'0'-17'0,"0"34"0,18-70 31,-1 71-31,1 17 16,53 477 15,-124-89 0,-18-229-15,36-141-16,-18 35 16</inkml:trace>
  <inkml:trace contextRef="#ctx0" brushRef="#br0" timeOffset="7005.15">25488 6297 0,'53'-18'31,"18"18"-15,-54 0-1,36-17 1</inkml:trace>
  <inkml:trace contextRef="#ctx0" brushRef="#br0" timeOffset="7153.69">25647 6121 0,'-18'35'16,"18"0"0,-17 18-16,-36 106 15,35-106-15,18 0 16,-18 53-16</inkml:trace>
  <inkml:trace contextRef="#ctx0" brushRef="#br0" timeOffset="8226.61">26053 5733 0,'-18'17'47,"-35"107"-31,35-71-16,-17 17 16,-71 424 15,142-141 0</inkml:trace>
  <inkml:trace contextRef="#ctx0" brushRef="#br0" timeOffset="9217.27">26423 5680 0,'0'-18'31,"0"0"1,-53 107-1,0 105 0,106-124 0,53-87 1,-124 87-1,-35 18-16,36-52-15</inkml:trace>
  <inkml:trace contextRef="#ctx0" brushRef="#br0" timeOffset="9797.25">26211 6544 0,'53'0'31,"-106"0"-31,195 18 31,-125-18-31,1 17 16,-89 124 15,1 18 0,176-124 1,-71-35-32</inkml:trace>
  <inkml:trace contextRef="#ctx0" brushRef="#br0" timeOffset="10219.57">26864 5574 0,'0'-18'16,"35"18"15,1 335 0,-36-264-31,0 17 16,-18 265 0,0-283-1,-88 248 1,89-247-16,-18-19 15,-36 72 1</inkml:trace>
  <inkml:trace contextRef="#ctx0" brushRef="#br0" timeOffset="10895.25">27199 6403 0,'0'-18'16,"106"18"15,17 18 0,-70-18-15</inkml:trace>
  <inkml:trace contextRef="#ctx0" brushRef="#br0" timeOffset="11099.31">27376 6244 0,'0'0'0,"-36"71"15,19-18-15,17-18 16,-18 159-1,36-123 1</inkml:trace>
  <inkml:trace contextRef="#ctx0" brushRef="#br0" timeOffset="11571.9">27940 5838 0,'-71'177'16,"54"-107"-1,-54 266 1,54-248 0,17 265-1,35-248 1</inkml:trace>
  <inkml:trace contextRef="#ctx0" brushRef="#br0" timeOffset="12155.92">28275 5609 0,'0'18'31,"0"-36"-31,-53 159 31,36-17 1,105-89-1,-71-53-31,54 18 31,-89 36-15,-70 211 15,88-212-31</inkml:trace>
  <inkml:trace contextRef="#ctx0" brushRef="#br0" timeOffset="12724.09">28099 6668 0,'0'0'0,"70"-53"31,-52 35-15,53 18-1,-54 0-15,1 35 32,-36 1-17,18-19 1,35 18-1,-17-17 1,53 35 0,-54-53-16,-52 123 31,17-105-15,-17 17-16,-71 36 15,18-53 1,53-18-1,-1-36 1</inkml:trace>
  <inkml:trace contextRef="#ctx0" brushRef="#br0" timeOffset="13161.57">28646 5521 0,'0'0'0,"52"229"47,-52 195-16,-52 70 0,-1-283-15,0-52 0</inkml:trace>
  <inkml:trace contextRef="#ctx0" brushRef="#br0" timeOffset="13517.2">28945 6244 0,'0'0'0,"106"18"31,18-1 0,-71-34-15</inkml:trace>
  <inkml:trace contextRef="#ctx0" brushRef="#br0" timeOffset="13686.27">29157 6068 0,'-18'53'15,"-17"229"17,35-123-1</inkml:trace>
  <inkml:trace contextRef="#ctx0" brushRef="#br0" timeOffset="14285.9">29792 5644 0,'0'18'31,"-18"0"-15,-52 264-1,35-194 1,-36 265 0,71-265-1,-18-17-15,54 176 16,-19-212 0</inkml:trace>
  <inkml:trace contextRef="#ctx0" brushRef="#br0" timeOffset="14845.59">30215 5521 0,'-17'0'32,"34"0"-32,-87 123 31,52-105-31,1 17 0,-1 71 31,71-71 0,17-52-15,-52 17-16,17 35 31,-105 177 0,52-142-15</inkml:trace>
  <inkml:trace contextRef="#ctx0" brushRef="#br0" timeOffset="15190.12">29968 6350 0,'0'0'0,"71"0"32,-53 0-32,-1 0 15,54 0 1</inkml:trace>
  <inkml:trace contextRef="#ctx0" brushRef="#br0" timeOffset="16726.06">30057 6156 0,'0'-18'47,"0"36"0,-18 0-31,-35 105 15,35-35-16,18-35 17,18-35-17,53-53 17,-36 17-17,-17 18-15,17-53 31,-17 53 1,-1 88-1,-17 0-15,-17-70-16,17 17 15,-53 142 1,35-124-1,-35 105 1</inkml:trace>
  <inkml:trace contextRef="#ctx0" brushRef="#br0" timeOffset="17734.08">30498 5398 0,'0'-18'32,"17"53"-17,-17 0-15,-17 424 32,-36 141-1,-53-212 0,71-318-31,17-17 16</inkml:trace>
  <inkml:trace contextRef="#ctx0" brushRef="#br0" timeOffset="18182.66">30745 6438 0,'53'18'31,"-36"-1"-31,54 19 32,-18-72-17</inkml:trace>
  <inkml:trace contextRef="#ctx0" brushRef="#br0" timeOffset="18331.64">30886 6209 0,'35'0'32,"-70"0"-32,88 0 15,-36 18-15,1-18 0,0 0 16,70 17-1</inkml:trace>
  <inkml:trace contextRef="#ctx0" brushRef="#br0" timeOffset="19503.63">31397 5962 0,'71'-35'31,"-18"17"-15,-36 18-16,124 71 31,-88 17-15,-53-53-16,-105 141 31,-1-17-15,141-53 15,106-88-16,-88-18 1</inkml:trace>
  <inkml:trace contextRef="#ctx0" brushRef="#br0" timeOffset="20454.91">32085 5503 0,'0'-17'47,"-17"70"0,-72 123-16,72-88 0,70-70-15,-36-18-16,54-18 31,-36 53-15,-35-17-16,-70 123 31</inkml:trace>
  <inkml:trace contextRef="#ctx0" brushRef="#br0" timeOffset="20758.58">32367 6385 0,'0'0'0,"36"18"16,-19-18 0,89 0-1</inkml:trace>
  <inkml:trace contextRef="#ctx0" brushRef="#br0" timeOffset="20952.63">32420 6209 0,'0'0'15,"0"-18"-15,0 18 16,106 0 15,-88 0-15,-1 0-16,1 0 15</inkml:trace>
  <inkml:trace contextRef="#ctx0" brushRef="#br0" timeOffset="21346.78">32791 6368 0,'53'-53'31,"52"-35"0,1 17-15,0-35 15,-88 89-15,-124 140 15,-70 142 0,158-230-31,0 35 16</inkml:trace>
  <inkml:trace contextRef="#ctx0" brushRef="#br0" timeOffset="21756.88">33390 6156 0,'36'-71'32,"-72"142"-32,36-124 31,-17 71-31,-1 17 15,-105 300 17,123-300-32,53 89 31,52-212 0,-69-53 0,-89 123-15,35 18-16,1 18 16,-89 70-1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9-19T15:50:03.2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15328 3916 0,'-17'0'16,"-36"141"15,-53 247 0,106-335-15,0 176-1,17-176 1,36 18 0</inkml:trace>
  <inkml:trace contextRef="#ctx0" brushRef="#br0" timeOffset="273.25">15469 4674 0,'89'-88'32,"-178"176"-32,266-282 31</inkml:trace>
  <inkml:trace contextRef="#ctx0" brushRef="#br0" timeOffset="492.55">15558 4339 0,'17'53'15,"-34"-106"-15,105 318 31,-71-230-31,1-17 16,0-1-16</inkml:trace>
  <inkml:trace contextRef="#ctx0" brushRef="#br0" timeOffset="826.3">15875 4463 0,'71'0'31,"-142"0"-31,159 0 16,-70 0-16,17 0 0,-17-18 16,17 0-16</inkml:trace>
  <inkml:trace contextRef="#ctx0" brushRef="#br0" timeOffset="976.88">15981 4322 0,'-18'35'15,"1"176"1,17-158-1</inkml:trace>
  <inkml:trace contextRef="#ctx0" brushRef="#br0" timeOffset="1309.58">16387 4445 0,'0'0'0,"0"88"16,0-70-16,0-1 16,70 19-1,-52-54-15,105-123 32</inkml:trace>
  <inkml:trace contextRef="#ctx0" brushRef="#br0" timeOffset="1448.12">16651 4339 0,'-18'71'16,"1"17"0,-18 177-1,35-195 1,-36 212 0,19-246-1,-1-1 1</inkml:trace>
  <inkml:trace contextRef="#ctx0" brushRef="#br0" timeOffset="1875.79">16863 3933 0,'35'212'31,"-17"-141"-31,-71-354 0,106 848 31,-71-495-31,18-17 0,-18 0 16,-52 106 0</inkml:trace>
  <inkml:trace contextRef="#ctx0" brushRef="#br0" timeOffset="2352.77">17216 3810 0,'0'0'0,"-36"71"31,36-36-31,36 88 31,87-211 0,-105-18 1,-89 124-17,36 0-15,-89 140 31</inkml:trace>
  <inkml:trace contextRef="#ctx0" brushRef="#br0" timeOffset="2772.23">17551 4480 0,'0'0'0,"53"18"16,-18-18-16,-17 0 16,70 0-1</inkml:trace>
  <inkml:trace contextRef="#ctx0" brushRef="#br0" timeOffset="2943.47">17709 4304 0,'0'0'0,"18"18"16,88 17 0,-71-53-1</inkml:trace>
  <inkml:trace contextRef="#ctx0" brushRef="#br0" timeOffset="3280.8">18256 4233 0,'36'-17'15,"-36"-1"1,141-105 0,0-54 15,-124 142-15,19-36-1,-107 195 16,53-54-15,-52 248 0,52-265-1,1 70 1</inkml:trace>
  <inkml:trace contextRef="#ctx0" brushRef="#br0" timeOffset="3453.12">18168 4551 0,'106'70'32,"-212"-140"-32,512 140 31,-353-87-31</inkml:trace>
  <inkml:trace contextRef="#ctx0" brushRef="#br0" timeOffset="5562.96">25259 3792 0,'0'-17'16,"-53"70"-1,35-18 1,-17 124 0,53-124-1,70 53 16,35-123-15,71-106 15,-176 105-31,-53-69 32,-1 105-32,-52 0 15</inkml:trace>
  <inkml:trace contextRef="#ctx0" brushRef="#br0" timeOffset="7399.92">24994 5239 0,'18'-18'63,"17"0"-48,-35 1 1,71-36 0,-54 35-1,19-35 1,-19 53-16,1-35 31,-18 53-15,-35 140 15,17-105-15,-17 71-1,35-106 1</inkml:trace>
  <inkml:trace contextRef="#ctx0" brushRef="#br0" timeOffset="7587.5">24994 5450 0,'0'0'0,"36"-17"16,-19 17-16,1 0 16,123-18-1,-70 18 1,-36 0-1</inkml:trace>
  <inkml:trace contextRef="#ctx0" brushRef="#br0" timeOffset="11976.25">24694 6138 0,'18'0'63,"17"0"-32,1 0 0,-1 53 1,-35-35-17,-35 52 1,17-52-16,18 17 16,-18 54-1,159-54 16,-123-35-15</inkml:trace>
  <inkml:trace contextRef="#ctx0" brushRef="#br0" timeOffset="13040.24">24059 7444 0,'53'-18'15,"-35"18"1,0 0-16,35 18 15,-36-1 17,-17 54-1,0-54-15,35 89-1,-35-88 1,18 0-16,-18 34 15,-123 37 17,87-72-17,-52 19 1</inkml:trace>
  <inkml:trace contextRef="#ctx0" brushRef="#br0" timeOffset="13650.96">23424 8502 0,'18'-53'31,"-53"88"1,-18 54-17,35-54-15,36 106 32,0-123-32,87-1 31,-69 18 0,-89 71-15,17-53-16,-16 53 31</inkml:trace>
  <inkml:trace contextRef="#ctx0" brushRef="#br0" timeOffset="14283.19">22631 9895 0,'0'0'15,"-18"-35"1,-17 88 15,17 18-15,53-1 15,1-52-15,70-1-1,-89 72 16,-34-72-15,-72 107 0,72-124-1,-36 17 1</inkml:trace>
  <inkml:trace contextRef="#ctx0" brushRef="#br0" timeOffset="14422.74">22543 10019 0,'0'0'0,"17"-35"0,54-54 16,-54 72 0,124 34-1,-123 1 1,53 35 0</inkml:trace>
  <inkml:trace contextRef="#ctx0" brushRef="#br0" timeOffset="15076.35">22066 11024 0,'0'-53'31,"0"106"-31,-17-123 31,-36 158 1,17 53-17,19-88-15,34 176 31,36-176-15,-35-70-16,17-1 16,18-123 15,-70 123-31,-142 106 31,88 1-15</inkml:trace>
  <inkml:trace contextRef="#ctx0" brushRef="#br0" timeOffset="34552.51">17251 6632 0,'-18'36'15,"-35"105"1,36-88-16,-72 352 31,54 54 0,53-353-15,-1-53-16,1-18 0,0 18 16</inkml:trace>
  <inkml:trace contextRef="#ctx0" brushRef="#br0" timeOffset="35563.73">17692 6720 0,'-35'142'31,"52"-107"-15,142-70 15,-71 35 0,-141 158 0,-35-34 1,53-124-17</inkml:trace>
  <inkml:trace contextRef="#ctx0" brushRef="#br0" timeOffset="35710.78">17798 6668 0,'0'0'16,"158"-36"-1,-122 36-15,87-17 31</inkml:trace>
  <inkml:trace contextRef="#ctx0" brushRef="#br0" timeOffset="36744.41">17709 7497 0,'18'0'16,"53"0"15,-54 0-16,71 0 1,-70 0 0,-36 105 15,1-52-31,-54 141 31,71-105-15,124-72 15,-1-87-15</inkml:trace>
  <inkml:trace contextRef="#ctx0" brushRef="#br0" timeOffset="37090.32">18574 6456 0,'0'0'0,"17"141"32,-17-88-32,36 405 31,-36-175-15,-36-19-1,-69 142 16</inkml:trace>
  <inkml:trace contextRef="#ctx0" brushRef="#br0" timeOffset="38342.47">19015 7602 0,'17'0'15,"36"0"1,-35 0-16,0 18 16,87 0-1,-69-18-15,34-18 31</inkml:trace>
  <inkml:trace contextRef="#ctx0" brushRef="#br0" timeOffset="38542.12">19173 7303 0,'0'0'16,"18"0"-16,88-18 16,-18 18-1,0-18 1,-17 1 0</inkml:trace>
  <inkml:trace contextRef="#ctx0" brushRef="#br0" timeOffset="42401.09">19826 7549 0,'35'0'16,"71"-88"15,-70 71-15,105-142-1,-124 124 1,71-107 0,-70 125-1,0-1-15,-18 1 16,0 34-1,-106 265 17,141 18-17</inkml:trace>
  <inkml:trace contextRef="#ctx0" brushRef="#br0" timeOffset="42725.85">20620 7214 0,'-106'124'31,"212"-248"-31,-212 424 31,124-300-31,17 18 0,177-124 32,-1-212-1,-228 230-15,-19 53-16,-175 70 31,140 53-16,54-52-15,-19 70 16</inkml:trace>
  <inkml:trace contextRef="#ctx0" brushRef="#br0" timeOffset="49648.04">22578 13970 0,'-18'18'31,"-35"105"-15,-35 89-1,0 35 1,88 70 15,17-281-31</inkml:trace>
  <inkml:trace contextRef="#ctx0" brushRef="#br0" timeOffset="50432.74">22948 13988 0,'0'-36'16,"0"19"0,35-1 15,-17 18-15,0 0-16,-1-18 0,19 18 15,-19-17 1,1 52-1,-36-17 1,-70 229 0,88-177-1,-18 89 1,18-141 0</inkml:trace>
  <inkml:trace contextRef="#ctx0" brushRef="#br0" timeOffset="50615.8">22913 14235 0,'0'0'0,"53"-18"31,141-17 0,-159 35-31,-17 0 16</inkml:trace>
  <inkml:trace contextRef="#ctx0" brushRef="#br0" timeOffset="51244.64">22895 14728 0,'0'0'0,"0"-17"16,18-1-1,52-17 1,-52 35-16,17 0 16,71-35-1,-106 88 17,-17-18-17,-1-18-15,0 1 16,18 53-1,71 17 17,-18-18-1,-71-52-31,1 0 16,-89 52-1,17-17 1,1-141 15</inkml:trace>
  <inkml:trace contextRef="#ctx0" brushRef="#br0" timeOffset="51793.84">23477 13617 0,'0'0'0,"18"0"16,-18-17-16,35 34 16,-35 19-1,88 316 1,-70-246-1,0 317 1,-36-317 0,18 0-16,-35 212 15,17-248 1,-52 89 0</inkml:trace>
  <inkml:trace contextRef="#ctx0" brushRef="#br0" timeOffset="52606.58">23936 14534 0,'53'-17'32,"17"34"-17,-52-17-15,106 36 31,-72-36-15</inkml:trace>
  <inkml:trace contextRef="#ctx0" brushRef="#br0" timeOffset="52776.65">24042 14340 0,'0'0'0,"70"0"32,-34 0-32,87 36 31</inkml:trace>
  <inkml:trace contextRef="#ctx0" brushRef="#br0" timeOffset="67493.33">21537 12418 0,'18'0'141,"-1"0"-125,1 0-1,53 0 17,-1-18-1,-17 1-16,-18-1 17,-52 71-17,-1-18 1,-53 124 0,36-106-16,18 0 0,-36 105 31,35-69-16,18-54-15,-18 18 32</inkml:trace>
  <inkml:trace contextRef="#ctx0" brushRef="#br0" timeOffset="67695.92">21537 12735 0,'71'-17'15,"-36"17"1,141 17 0,-123 1-16,53-18 31</inkml:trace>
  <inkml:trace contextRef="#ctx0" brushRef="#br0" timeOffset="76896.25">26158 12277 0,'36'17'32,"-19"1"-17,1-18-15,53 106 31,105 53 1,-17-89-17</inkml:trace>
  <inkml:trace contextRef="#ctx0" brushRef="#br0" timeOffset="77434.89">27358 12330 0,'-35'35'31,"-1"0"-31,-122 142 31,105-125-31,-177 248 32,107-176-17</inkml:trace>
  <inkml:trace contextRef="#ctx0" brushRef="#br0" timeOffset="79840.28">24677 14552 0,'-18'-35'32,"53"-18"-17,89-88 16,-36 35-15,-70 71-16,17-1 31,-88 178-15,-17 210 15,193-175 0</inkml:trace>
  <inkml:trace contextRef="#ctx0" brushRef="#br0" timeOffset="80167.17">25365 14146 0,'0'0'15,"-71"36"1,54-19-16,-1 19 0,0-19 16,71 107 15,35-89-15,53 88 15,-176 36 0,18-141-31,-72 17 31</inkml:trace>
  <inkml:trace contextRef="#ctx0" brushRef="#br0" timeOffset="80291.22">25382 14252 0,'0'0'0,"36"-35"16,52-18 0,-35 71-1,-18-1-15,71 36 32</inkml:trace>
  <inkml:trace contextRef="#ctx0" brushRef="#br0" timeOffset="80509.27">25823 14499 0,'36'18'31,"17"-1"-16,-36 1-15,54-18 32</inkml:trace>
  <inkml:trace contextRef="#ctx0" brushRef="#br0" timeOffset="80663.78">25982 14305 0,'0'0'0,"-88"124"31,70-71-15,-35 176-1,53-194-15,18-17 16,35-1 0</inkml:trace>
  <inkml:trace contextRef="#ctx0" brushRef="#br0" timeOffset="80964.37">26282 14340 0,'0'-17'0,"0"34"0,53-69 31,-35 52-16,17 52 1,-35-34 0,-71 158-1,54-140 1,-19 158 0,54-177-1,123 19 1</inkml:trace>
  <inkml:trace contextRef="#ctx0" brushRef="#br0" timeOffset="81222.96">26723 14587 0,'-18'0'16,"36"0"-16,-124 89 31,88-54-31,36 88 31,158-193 1,-140 17-32,-1 18 0,18-159 31,-71 158-31,1 19 16,-248 87 15,230 54-16</inkml:trace>
  <inkml:trace contextRef="#ctx0" brushRef="#br0" timeOffset="81546.53">27023 14852 0,'0'-18'0,"0"36"0,35-53 16,-17 35-16,-1 0 16,1 0-16,35 17 15,-18-17 1,18 0 0</inkml:trace>
  <inkml:trace contextRef="#ctx0" brushRef="#br0" timeOffset="81713.6">27146 14605 0,'0'0'0,"18"-18"32,17 18-17,71-17 1,-71 17-1</inkml:trace>
  <inkml:trace contextRef="#ctx0" brushRef="#br0" timeOffset="82163.75">27587 14376 0,'0'0'0,"18"-18"15,-18 0-15,53 1 32,-18 52-1,-70 89 0,35-89-15,0-18-16,53 19 31,0-19-15,-53 1-16,0 88 31,-18-36-16,-105 54 17,52-106-17,-17-54 17</inkml:trace>
  <inkml:trace contextRef="#ctx0" brushRef="#br0" timeOffset="82618.46">28152 14376 0,'0'0'15,"35"-53"1,-35 35-16,18 18 16,-54 35 15,-52 195 0,106-142-15,-18-70-16,35 34 15,-17-52-15,-1 18 16,72-18 0,-72 0-1,-17 88 1,-35 18 0,-71 0 15,88-106-31,1 0 15,-54-71 1,54 54 0</inkml:trace>
  <inkml:trace contextRef="#ctx0" brushRef="#br0" timeOffset="82776">28116 14446 0,'0'0'16,"194"-70"-1,-141 52-15,0 0 16,124-17 0,-124 35-16,17-17 31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customXml" Target="../ink/ink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0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0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customXml" Target="../ink/ink2.xml"/><Relationship Id="rId7" Type="http://schemas.openxmlformats.org/officeDocument/2006/relationships/image" Target="../media/image17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30.png"/><Relationship Id="rId10" Type="http://schemas.openxmlformats.org/officeDocument/2006/relationships/image" Target="../media/image12.png"/><Relationship Id="rId9" Type="http://schemas.openxmlformats.org/officeDocument/2006/relationships/image" Target="../media/image3.png"/><Relationship Id="rId1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2.png"/><Relationship Id="rId15" Type="http://schemas.openxmlformats.org/officeDocument/2006/relationships/image" Target="../media/image16.png"/><Relationship Id="rId10" Type="http://schemas.openxmlformats.org/officeDocument/2006/relationships/image" Target="../media/image3.png"/><Relationship Id="rId9" Type="http://schemas.openxmlformats.org/officeDocument/2006/relationships/image" Target="../media/image2.png"/><Relationship Id="rId14" Type="http://schemas.openxmlformats.org/officeDocument/2006/relationships/customXml" Target="../ink/ink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130.png"/><Relationship Id="rId7" Type="http://schemas.openxmlformats.org/officeDocument/2006/relationships/image" Target="../media/image17.png"/><Relationship Id="rId12" Type="http://schemas.openxmlformats.org/officeDocument/2006/relationships/image" Target="../media/image12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3.png"/><Relationship Id="rId15" Type="http://schemas.openxmlformats.org/officeDocument/2006/relationships/customXml" Target="../ink/ink4.xml"/><Relationship Id="rId10" Type="http://schemas.openxmlformats.org/officeDocument/2006/relationships/image" Target="../media/image2.png"/><Relationship Id="rId9" Type="http://schemas.openxmlformats.org/officeDocument/2006/relationships/image" Target="../media/image190.png"/><Relationship Id="rId1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customXml" Target="../ink/ink5.xml"/><Relationship Id="rId3" Type="http://schemas.openxmlformats.org/officeDocument/2006/relationships/image" Target="../media/image130.png"/><Relationship Id="rId7" Type="http://schemas.openxmlformats.org/officeDocument/2006/relationships/image" Target="../media/image17.png"/><Relationship Id="rId12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2.png"/><Relationship Id="rId10" Type="http://schemas.openxmlformats.org/officeDocument/2006/relationships/image" Target="../media/image200.png"/><Relationship Id="rId4" Type="http://schemas.openxmlformats.org/officeDocument/2006/relationships/image" Target="../media/image14.png"/><Relationship Id="rId9" Type="http://schemas.openxmlformats.org/officeDocument/2006/relationships/image" Target="../media/image190.png"/><Relationship Id="rId1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0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23.png"/><Relationship Id="rId7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7AA3-B819-F4C0-582B-2126C9D9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720F7F8-B542-4163-DDE7-7DC95F13E78F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binomial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„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choose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720F7F8-B542-4163-DDE7-7DC95F13E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blipFill>
                <a:blip r:embed="rId2"/>
                <a:stretch>
                  <a:fillRect l="-966" b="-1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97DF21E2-755F-C461-AFB3-238DA7330B69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19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EF5F5-A8EA-F751-060B-24F985F56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33A684C-55D1-557E-3BC9-F2BF13A5E502}"/>
                  </a:ext>
                </a:extLst>
              </p:cNvPr>
              <p:cNvSpPr txBox="1"/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33A684C-55D1-557E-3BC9-F2BF13A5E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3E7F544D-15BD-9994-8E45-2615368798C9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7713A86-7A9D-505F-4F48-E242CF452565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binomial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„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choose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7713A86-7A9D-505F-4F48-E242CF452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blipFill>
                <a:blip r:embed="rId3"/>
                <a:stretch>
                  <a:fillRect l="-966" b="-1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981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CF5E9-593A-C46D-89F0-6A9E3366E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402A075-DBCA-34B8-7B88-717625F6CB7C}"/>
                  </a:ext>
                </a:extLst>
              </p:cNvPr>
              <p:cNvSpPr txBox="1"/>
              <p:nvPr/>
            </p:nvSpPr>
            <p:spPr>
              <a:xfrm>
                <a:off x="176470" y="2650660"/>
                <a:ext cx="3748527" cy="7057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Calculate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402A075-DBCA-34B8-7B88-717625F6C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650660"/>
                <a:ext cx="3748527" cy="705706"/>
              </a:xfrm>
              <a:prstGeom prst="rect">
                <a:avLst/>
              </a:prstGeom>
              <a:blipFill>
                <a:blip r:embed="rId2"/>
                <a:stretch>
                  <a:fillRect l="-2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E5645AFE-1D57-A48D-DBF9-7995EDB1DB4C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9820717-D82E-2FB5-368A-A1EA517E65E2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binomial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„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choose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9820717-D82E-2FB5-368A-A1EA517E6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blipFill>
                <a:blip r:embed="rId3"/>
                <a:stretch>
                  <a:fillRect l="-966" b="-1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823308C-0495-FFB6-D0D9-9296A72B6C45}"/>
                  </a:ext>
                </a:extLst>
              </p:cNvPr>
              <p:cNvSpPr txBox="1"/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823308C-0495-FFB6-D0D9-9296A72B6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236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63FFF-30D3-9320-13CD-D4361F0E6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F4645F55-7558-E959-7A82-4B7050045F2A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7649702-C99F-5B43-2F34-CEF2BAC93D04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binomial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„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choose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7649702-C99F-5B43-2F34-CEF2BAC93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blipFill>
                <a:blip r:embed="rId2"/>
                <a:stretch>
                  <a:fillRect l="-966" b="-1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48036CC-57D2-F6E7-01C2-FD59D5FB18CB}"/>
                  </a:ext>
                </a:extLst>
              </p:cNvPr>
              <p:cNvSpPr txBox="1"/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48036CC-57D2-F6E7-01C2-FD59D5FB1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C8435B35-EE37-0750-CC48-56B82039A72D}"/>
                  </a:ext>
                </a:extLst>
              </p:cNvPr>
              <p:cNvSpPr txBox="1"/>
              <p:nvPr/>
            </p:nvSpPr>
            <p:spPr>
              <a:xfrm>
                <a:off x="176470" y="3596001"/>
                <a:ext cx="11839059" cy="835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7!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7−3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C8435B35-EE37-0750-CC48-56B82039A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96001"/>
                <a:ext cx="11839059" cy="835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E460025F-A7CD-5E59-A551-F62B0D8E2861}"/>
                  </a:ext>
                </a:extLst>
              </p:cNvPr>
              <p:cNvSpPr txBox="1"/>
              <p:nvPr/>
            </p:nvSpPr>
            <p:spPr>
              <a:xfrm>
                <a:off x="176470" y="2650660"/>
                <a:ext cx="3748527" cy="7057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Calculate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E460025F-A7CD-5E59-A551-F62B0D8E2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650660"/>
                <a:ext cx="3748527" cy="705706"/>
              </a:xfrm>
              <a:prstGeom prst="rect">
                <a:avLst/>
              </a:prstGeom>
              <a:blipFill>
                <a:blip r:embed="rId5"/>
                <a:stretch>
                  <a:fillRect l="-2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7002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A8AB7-62EA-912A-543E-9D6FF56ED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9FA9FF5D-A4E4-852E-2F4A-39A0E9CA5CE4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A79B45C-B58D-5C58-398D-61BF218DCA0F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binomial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„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choose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A79B45C-B58D-5C58-398D-61BF218DC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blipFill>
                <a:blip r:embed="rId2"/>
                <a:stretch>
                  <a:fillRect l="-966" b="-1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4A8C40C-9852-C5D7-BE04-71EC839CDA68}"/>
                  </a:ext>
                </a:extLst>
              </p:cNvPr>
              <p:cNvSpPr txBox="1"/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4A8C40C-9852-C5D7-BE04-71EC839CD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C03437F-9F39-9037-0B93-D9A26F13D29E}"/>
                  </a:ext>
                </a:extLst>
              </p:cNvPr>
              <p:cNvSpPr txBox="1"/>
              <p:nvPr/>
            </p:nvSpPr>
            <p:spPr>
              <a:xfrm>
                <a:off x="176470" y="3596001"/>
                <a:ext cx="11839059" cy="835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7!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7−3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7!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3!4!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C03437F-9F39-9037-0B93-D9A26F13D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96001"/>
                <a:ext cx="11839059" cy="835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D70D5E6-F052-06A5-8273-384C46E63393}"/>
                  </a:ext>
                </a:extLst>
              </p:cNvPr>
              <p:cNvSpPr txBox="1"/>
              <p:nvPr/>
            </p:nvSpPr>
            <p:spPr>
              <a:xfrm>
                <a:off x="176470" y="2650660"/>
                <a:ext cx="3748527" cy="7057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Calculate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D70D5E6-F052-06A5-8273-384C46E63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650660"/>
                <a:ext cx="3748527" cy="705706"/>
              </a:xfrm>
              <a:prstGeom prst="rect">
                <a:avLst/>
              </a:prstGeom>
              <a:blipFill>
                <a:blip r:embed="rId5"/>
                <a:stretch>
                  <a:fillRect l="-2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4121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7710D-A3ED-D04A-676A-642B70958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81716443-9667-3D02-DD90-F60977496300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06A0335-BC3A-564D-5EF0-85DB5E752E4A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binomial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„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choose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06A0335-BC3A-564D-5EF0-85DB5E752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blipFill>
                <a:blip r:embed="rId2"/>
                <a:stretch>
                  <a:fillRect l="-966" b="-1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484486E-EB52-33E7-0D5B-1A61125495DE}"/>
                  </a:ext>
                </a:extLst>
              </p:cNvPr>
              <p:cNvSpPr txBox="1"/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484486E-EB52-33E7-0D5B-1A6112549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AC2AA00E-5E91-DC42-65D2-F9639EBFC6E4}"/>
                  </a:ext>
                </a:extLst>
              </p:cNvPr>
              <p:cNvSpPr txBox="1"/>
              <p:nvPr/>
            </p:nvSpPr>
            <p:spPr>
              <a:xfrm>
                <a:off x="176470" y="3596001"/>
                <a:ext cx="11839059" cy="870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7!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7−3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7!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3!4!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5⋅6⋅7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AC2AA00E-5E91-DC42-65D2-F9639EBFC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96001"/>
                <a:ext cx="11839059" cy="8703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F6D5A3DB-CF54-44D3-61FB-3C61F30F72EE}"/>
                  </a:ext>
                </a:extLst>
              </p:cNvPr>
              <p:cNvSpPr txBox="1"/>
              <p:nvPr/>
            </p:nvSpPr>
            <p:spPr>
              <a:xfrm>
                <a:off x="176470" y="2650660"/>
                <a:ext cx="3748527" cy="7057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Calculate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F6D5A3DB-CF54-44D3-61FB-3C61F30F7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650660"/>
                <a:ext cx="3748527" cy="705706"/>
              </a:xfrm>
              <a:prstGeom prst="rect">
                <a:avLst/>
              </a:prstGeom>
              <a:blipFill>
                <a:blip r:embed="rId5"/>
                <a:stretch>
                  <a:fillRect l="-2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9391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3F550-5322-D7D0-4B2C-AD23D76B0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3E0E8930-0A6F-9774-E9BE-3700DA036887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2F293B1-6C08-8807-0E57-31FB9F4264B8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binomial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„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choose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2F293B1-6C08-8807-0E57-31FB9F426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blipFill>
                <a:blip r:embed="rId2"/>
                <a:stretch>
                  <a:fillRect l="-966" b="-1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0710617-2EB5-3414-A879-70D4DE6123D1}"/>
                  </a:ext>
                </a:extLst>
              </p:cNvPr>
              <p:cNvSpPr txBox="1"/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0710617-2EB5-3414-A879-70D4DE612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AE619288-4395-AFEF-1304-0B1B529D671A}"/>
                  </a:ext>
                </a:extLst>
              </p:cNvPr>
              <p:cNvSpPr txBox="1"/>
              <p:nvPr/>
            </p:nvSpPr>
            <p:spPr>
              <a:xfrm>
                <a:off x="176470" y="3596001"/>
                <a:ext cx="11839059" cy="870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7!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7−3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7!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3!4!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5⋅6⋅7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5⋅6⋅7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AE619288-4395-AFEF-1304-0B1B529D6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96001"/>
                <a:ext cx="11839059" cy="8703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404AF25E-6F52-99B2-8FE6-DE4EBDB8A9F9}"/>
                  </a:ext>
                </a:extLst>
              </p:cNvPr>
              <p:cNvSpPr txBox="1"/>
              <p:nvPr/>
            </p:nvSpPr>
            <p:spPr>
              <a:xfrm>
                <a:off x="176470" y="2650660"/>
                <a:ext cx="3748527" cy="7057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Calculate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404AF25E-6F52-99B2-8FE6-DE4EBDB8A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650660"/>
                <a:ext cx="3748527" cy="705706"/>
              </a:xfrm>
              <a:prstGeom prst="rect">
                <a:avLst/>
              </a:prstGeom>
              <a:blipFill>
                <a:blip r:embed="rId5"/>
                <a:stretch>
                  <a:fillRect l="-2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5199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92DA1-F310-2099-8F06-4071A4D8A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ole tekstowe 7">
            <a:extLst>
              <a:ext uri="{FF2B5EF4-FFF2-40B4-BE49-F238E27FC236}">
                <a16:creationId xmlns:a16="http://schemas.microsoft.com/office/drawing/2014/main" id="{C6EBE33B-C526-669E-8504-9069708E7614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071DAE9-D24E-B8BB-1761-029ABBF6AF72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binomial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„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choose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071DAE9-D24E-B8BB-1761-029ABBF6A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blipFill>
                <a:blip r:embed="rId2"/>
                <a:stretch>
                  <a:fillRect l="-966" b="-1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C01B4C37-F5F5-2B71-A6F7-F83B3CDF2DE7}"/>
                  </a:ext>
                </a:extLst>
              </p:cNvPr>
              <p:cNvSpPr txBox="1"/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C01B4C37-F5F5-2B71-A6F7-F83B3CDF2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958218B-B59E-AA4D-E3F6-2DE70A41D547}"/>
                  </a:ext>
                </a:extLst>
              </p:cNvPr>
              <p:cNvSpPr txBox="1"/>
              <p:nvPr/>
            </p:nvSpPr>
            <p:spPr>
              <a:xfrm>
                <a:off x="176470" y="3596001"/>
                <a:ext cx="11839059" cy="870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7!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7−3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7!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3!4!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5⋅6⋅7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5⋅6⋅7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6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958218B-B59E-AA4D-E3F6-2DE70A41D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96001"/>
                <a:ext cx="11839059" cy="8703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C86E60D6-3178-FC22-C590-E94A7B9F16ED}"/>
                  </a:ext>
                </a:extLst>
              </p:cNvPr>
              <p:cNvSpPr txBox="1"/>
              <p:nvPr/>
            </p:nvSpPr>
            <p:spPr>
              <a:xfrm>
                <a:off x="176470" y="2650660"/>
                <a:ext cx="3748527" cy="7057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Calculate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C86E60D6-3178-FC22-C590-E94A7B9F1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650660"/>
                <a:ext cx="3748527" cy="705706"/>
              </a:xfrm>
              <a:prstGeom prst="rect">
                <a:avLst/>
              </a:prstGeom>
              <a:blipFill>
                <a:blip r:embed="rId5"/>
                <a:stretch>
                  <a:fillRect l="-2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7711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4E6A9-D4E4-3BDC-1420-D0123C8F4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FBB54AD7-0271-29F1-C8EC-FE1F5689F3DD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3E1BC77-999F-55AE-7EBA-7E246F5B0A8C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binomial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„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choose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3E1BC77-999F-55AE-7EBA-7E246F5B0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blipFill>
                <a:blip r:embed="rId2"/>
                <a:stretch>
                  <a:fillRect l="-966" b="-1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84B32D9-840E-7DB2-C870-C410EA156526}"/>
                  </a:ext>
                </a:extLst>
              </p:cNvPr>
              <p:cNvSpPr txBox="1"/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84B32D9-840E-7DB2-C870-C410EA156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058A092F-EB68-9E4F-771E-1A217D399008}"/>
                  </a:ext>
                </a:extLst>
              </p:cNvPr>
              <p:cNvSpPr txBox="1"/>
              <p:nvPr/>
            </p:nvSpPr>
            <p:spPr>
              <a:xfrm>
                <a:off x="176470" y="3596001"/>
                <a:ext cx="11839059" cy="870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7!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7−3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7!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3!4!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5⋅6⋅7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5⋅6⋅7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6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=5⋅7=35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058A092F-EB68-9E4F-771E-1A217D399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96001"/>
                <a:ext cx="11839059" cy="8703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962DC156-3BB5-B9B8-A7A1-D4D2F96BCE50}"/>
                  </a:ext>
                </a:extLst>
              </p:cNvPr>
              <p:cNvSpPr txBox="1"/>
              <p:nvPr/>
            </p:nvSpPr>
            <p:spPr>
              <a:xfrm>
                <a:off x="176470" y="2650660"/>
                <a:ext cx="3748527" cy="7057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Calculate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962DC156-3BB5-B9B8-A7A1-D4D2F96BC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650660"/>
                <a:ext cx="3748527" cy="705706"/>
              </a:xfrm>
              <a:prstGeom prst="rect">
                <a:avLst/>
              </a:prstGeom>
              <a:blipFill>
                <a:blip r:embed="rId5"/>
                <a:stretch>
                  <a:fillRect l="-2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695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CE3E0-60E3-7016-DABA-F31F46584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95A432A-2890-A48E-30C3-58586216CA14}"/>
                  </a:ext>
                </a:extLst>
              </p:cNvPr>
              <p:cNvSpPr txBox="1"/>
              <p:nvPr/>
            </p:nvSpPr>
            <p:spPr>
              <a:xfrm>
                <a:off x="176470" y="3596001"/>
                <a:ext cx="11839059" cy="870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7!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7−3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7!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3!4!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5⋅6⋅7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5⋅6⋅7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6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=5⋅7=35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95A432A-2890-A48E-30C3-58586216C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96001"/>
                <a:ext cx="11839059" cy="8703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AF90374-E7D8-01B4-EA4F-795B2A2CA754}"/>
                  </a:ext>
                </a:extLst>
              </p:cNvPr>
              <p:cNvSpPr txBox="1"/>
              <p:nvPr/>
            </p:nvSpPr>
            <p:spPr>
              <a:xfrm>
                <a:off x="176469" y="4708312"/>
                <a:ext cx="5221301" cy="6467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AF90374-E7D8-01B4-EA4F-795B2A2CA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4708312"/>
                <a:ext cx="5221301" cy="646780"/>
              </a:xfrm>
              <a:prstGeom prst="rect">
                <a:avLst/>
              </a:prstGeom>
              <a:blipFill>
                <a:blip r:embed="rId3"/>
                <a:stretch>
                  <a:fillRect l="-1869" r="-818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8FB86AA2-BAC1-DB05-B36F-112800EEDD9B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831D975-36E8-9B53-3AC2-07656D46D8E3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binomial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„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choose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831D975-36E8-9B53-3AC2-07656D46D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blipFill>
                <a:blip r:embed="rId4"/>
                <a:stretch>
                  <a:fillRect l="-966" b="-1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21C19F2-3DE9-5B56-B16B-D10EE351A4DE}"/>
                  </a:ext>
                </a:extLst>
              </p:cNvPr>
              <p:cNvSpPr txBox="1"/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21C19F2-3DE9-5B56-B16B-D10EE351A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05643E4-F1A7-4685-E55C-816CF8A99C87}"/>
                  </a:ext>
                </a:extLst>
              </p:cNvPr>
              <p:cNvSpPr txBox="1"/>
              <p:nvPr/>
            </p:nvSpPr>
            <p:spPr>
              <a:xfrm>
                <a:off x="176470" y="2650660"/>
                <a:ext cx="3748527" cy="7057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Calculate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05643E4-F1A7-4685-E55C-816CF8A99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650660"/>
                <a:ext cx="3748527" cy="705706"/>
              </a:xfrm>
              <a:prstGeom prst="rect">
                <a:avLst/>
              </a:prstGeom>
              <a:blipFill>
                <a:blip r:embed="rId6"/>
                <a:stretch>
                  <a:fillRect l="-2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5552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FAB30-94D1-91B8-CE67-95F041347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2DABE038-B19E-3F1C-C72A-ACBFA46266C3}"/>
              </a:ext>
            </a:extLst>
          </p:cNvPr>
          <p:cNvSpPr txBox="1"/>
          <p:nvPr/>
        </p:nvSpPr>
        <p:spPr>
          <a:xfrm>
            <a:off x="176470" y="2817501"/>
            <a:ext cx="2802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7B1B55E-6088-BC06-E7F4-7BD92FCA013D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76901AE-DDA3-37F2-5AD6-74FEE3A6516E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binomial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„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choose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76901AE-DDA3-37F2-5AD6-74FEE3A65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blipFill>
                <a:blip r:embed="rId2"/>
                <a:stretch>
                  <a:fillRect l="-966" b="-1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E823261-2E70-0581-B7F2-557B7BE6CFE3}"/>
                  </a:ext>
                </a:extLst>
              </p:cNvPr>
              <p:cNvSpPr txBox="1"/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E823261-2E70-0581-B7F2-557B7BE6C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8022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460AB-636E-BAE4-3569-5533EDF8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5B584BF7-6904-AC1E-8BBA-B67CCBB5543A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3E0EE85E-04D2-491A-D6B6-2FCC0DAF74E0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binomial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„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choose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3E0EE85E-04D2-491A-D6B6-2FCC0DAF7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blipFill>
                <a:blip r:embed="rId2"/>
                <a:stretch>
                  <a:fillRect l="-966" b="-1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06EC060-2389-ECEE-9343-4D8705904140}"/>
                  </a:ext>
                </a:extLst>
              </p:cNvPr>
              <p:cNvSpPr txBox="1"/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06EC060-2389-ECEE-9343-4D8705904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B23E52A7-D240-F786-1C66-66A6D10996A9}"/>
              </a:ext>
            </a:extLst>
          </p:cNvPr>
          <p:cNvSpPr txBox="1"/>
          <p:nvPr/>
        </p:nvSpPr>
        <p:spPr>
          <a:xfrm>
            <a:off x="176470" y="2817501"/>
            <a:ext cx="2802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B0109306-8383-2212-0097-B889E198B172}"/>
                  </a:ext>
                </a:extLst>
              </p:cNvPr>
              <p:cNvSpPr txBox="1"/>
              <p:nvPr/>
            </p:nvSpPr>
            <p:spPr>
              <a:xfrm>
                <a:off x="176470" y="3512306"/>
                <a:ext cx="2205540" cy="646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B0109306-8383-2212-0097-B889E198B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12306"/>
                <a:ext cx="2205540" cy="6468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18A4E72F-7CFE-D07B-4F21-CED419D89FE8}"/>
                  </a:ext>
                </a:extLst>
              </p14:cNvPr>
              <p14:cNvContentPartPr/>
              <p14:nvPr/>
            </p14:nvContentPartPr>
            <p14:xfrm>
              <a:off x="2870280" y="3422520"/>
              <a:ext cx="1321200" cy="6418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18A4E72F-7CFE-D07B-4F21-CED419D89F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60920" y="3413160"/>
                <a:ext cx="1339920" cy="66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5868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5AA3F-7142-D7E5-8C7D-468B63556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ole tekstowe 7">
            <a:extLst>
              <a:ext uri="{FF2B5EF4-FFF2-40B4-BE49-F238E27FC236}">
                <a16:creationId xmlns:a16="http://schemas.microsoft.com/office/drawing/2014/main" id="{E0C40E1F-CEE6-9A6B-5C41-7BE838A5C980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E3EB2A3-E631-4F0C-563B-D0880D93CB62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binomial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„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choose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E3EB2A3-E631-4F0C-563B-D0880D93C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blipFill>
                <a:blip r:embed="rId2"/>
                <a:stretch>
                  <a:fillRect l="-966" b="-1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40B3210-8377-9328-B8B4-0A2C802E7D39}"/>
                  </a:ext>
                </a:extLst>
              </p:cNvPr>
              <p:cNvSpPr txBox="1"/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40B3210-8377-9328-B8B4-0A2C802E7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7CD75D0-E6D8-3EF5-839D-940B13D966A2}"/>
              </a:ext>
            </a:extLst>
          </p:cNvPr>
          <p:cNvSpPr txBox="1"/>
          <p:nvPr/>
        </p:nvSpPr>
        <p:spPr>
          <a:xfrm>
            <a:off x="176470" y="2817501"/>
            <a:ext cx="2802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6D294981-979B-6F81-A7D3-D584C602D2B5}"/>
                  </a:ext>
                </a:extLst>
              </p:cNvPr>
              <p:cNvSpPr txBox="1"/>
              <p:nvPr/>
            </p:nvSpPr>
            <p:spPr>
              <a:xfrm>
                <a:off x="176470" y="3512306"/>
                <a:ext cx="2205540" cy="646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6D294981-979B-6F81-A7D3-D584C602D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12306"/>
                <a:ext cx="2205540" cy="6468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33C33BE2-C17D-638F-EB0F-85FF4F4ED1E4}"/>
                  </a:ext>
                </a:extLst>
              </p:cNvPr>
              <p:cNvSpPr txBox="1"/>
              <p:nvPr/>
            </p:nvSpPr>
            <p:spPr>
              <a:xfrm>
                <a:off x="176470" y="4270912"/>
                <a:ext cx="2230611" cy="646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33C33BE2-C17D-638F-EB0F-85FF4F4ED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270912"/>
                <a:ext cx="2230611" cy="6468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680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35D1A-1323-F54A-626A-119C73750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ole tekstowe 8">
            <a:extLst>
              <a:ext uri="{FF2B5EF4-FFF2-40B4-BE49-F238E27FC236}">
                <a16:creationId xmlns:a16="http://schemas.microsoft.com/office/drawing/2014/main" id="{A3584924-868B-0B94-1391-5C55CAD38E83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A0394B72-6088-6806-CDAC-6EC6390DDE6A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binomial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„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choose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A0394B72-6088-6806-CDAC-6EC6390DD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blipFill>
                <a:blip r:embed="rId2"/>
                <a:stretch>
                  <a:fillRect l="-966" b="-1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BD05DD70-0D89-8112-1B0E-DA747C86EA64}"/>
                  </a:ext>
                </a:extLst>
              </p:cNvPr>
              <p:cNvSpPr txBox="1"/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BD05DD70-0D89-8112-1B0E-DA747C86E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ED854671-1FEA-64D5-213E-9FFBC05E6243}"/>
              </a:ext>
            </a:extLst>
          </p:cNvPr>
          <p:cNvSpPr txBox="1"/>
          <p:nvPr/>
        </p:nvSpPr>
        <p:spPr>
          <a:xfrm>
            <a:off x="176470" y="2817501"/>
            <a:ext cx="2802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49B2904D-A340-49A6-E68B-7FB0A1442C80}"/>
                  </a:ext>
                </a:extLst>
              </p:cNvPr>
              <p:cNvSpPr txBox="1"/>
              <p:nvPr/>
            </p:nvSpPr>
            <p:spPr>
              <a:xfrm>
                <a:off x="176470" y="3512306"/>
                <a:ext cx="2205540" cy="646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49B2904D-A340-49A6-E68B-7FB0A1442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12306"/>
                <a:ext cx="2205540" cy="6468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C894B9E4-5C51-4E24-80BC-2E124AD1AEA1}"/>
                  </a:ext>
                </a:extLst>
              </p:cNvPr>
              <p:cNvSpPr txBox="1"/>
              <p:nvPr/>
            </p:nvSpPr>
            <p:spPr>
              <a:xfrm>
                <a:off x="176470" y="4270912"/>
                <a:ext cx="2230611" cy="646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C894B9E4-5C51-4E24-80BC-2E124AD1A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270912"/>
                <a:ext cx="2230611" cy="6468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9439D857-826B-9985-48FF-77A37F0D10C3}"/>
                  </a:ext>
                </a:extLst>
              </p:cNvPr>
              <p:cNvSpPr txBox="1"/>
              <p:nvPr/>
            </p:nvSpPr>
            <p:spPr>
              <a:xfrm>
                <a:off x="176470" y="5107102"/>
                <a:ext cx="2778261" cy="646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9439D857-826B-9985-48FF-77A37F0D1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107102"/>
                <a:ext cx="2778261" cy="6468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8157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2DB8F-8501-7315-8ECA-49B3D51B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EF635BA-697D-34F4-0464-6A821EE0058E}"/>
                  </a:ext>
                </a:extLst>
              </p:cNvPr>
              <p:cNvSpPr txBox="1"/>
              <p:nvPr/>
            </p:nvSpPr>
            <p:spPr>
              <a:xfrm>
                <a:off x="4085584" y="3481657"/>
                <a:ext cx="3581878" cy="7081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EF635BA-697D-34F4-0464-6A821EE00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584" y="3481657"/>
                <a:ext cx="3581878" cy="7081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E9F70E5F-94EC-5B15-AEDD-CD3712023F92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E7E1091-7649-C97B-657F-8BE27C8725A7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binomial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„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choose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E7E1091-7649-C97B-657F-8BE27C872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blipFill>
                <a:blip r:embed="rId8"/>
                <a:stretch>
                  <a:fillRect l="-966" b="-1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8DAD759-151B-A0D0-E476-B754415300D6}"/>
                  </a:ext>
                </a:extLst>
              </p:cNvPr>
              <p:cNvSpPr txBox="1"/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8DAD759-151B-A0D0-E476-B75441530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pole tekstowe 13">
            <a:extLst>
              <a:ext uri="{FF2B5EF4-FFF2-40B4-BE49-F238E27FC236}">
                <a16:creationId xmlns:a16="http://schemas.microsoft.com/office/drawing/2014/main" id="{87B1EE75-ED35-7983-C4C1-EDE7D1576619}"/>
              </a:ext>
            </a:extLst>
          </p:cNvPr>
          <p:cNvSpPr txBox="1"/>
          <p:nvPr/>
        </p:nvSpPr>
        <p:spPr>
          <a:xfrm>
            <a:off x="176470" y="2817501"/>
            <a:ext cx="2802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9E6E971C-7031-105D-CF0E-8D5787D940DC}"/>
                  </a:ext>
                </a:extLst>
              </p:cNvPr>
              <p:cNvSpPr txBox="1"/>
              <p:nvPr/>
            </p:nvSpPr>
            <p:spPr>
              <a:xfrm>
                <a:off x="176470" y="3512306"/>
                <a:ext cx="2205540" cy="646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9E6E971C-7031-105D-CF0E-8D5787D94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12306"/>
                <a:ext cx="2205540" cy="646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74A0EEC7-1C82-30B6-0B1C-410F23CB8EED}"/>
                  </a:ext>
                </a:extLst>
              </p:cNvPr>
              <p:cNvSpPr txBox="1"/>
              <p:nvPr/>
            </p:nvSpPr>
            <p:spPr>
              <a:xfrm>
                <a:off x="176470" y="4270912"/>
                <a:ext cx="2230611" cy="646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74A0EEC7-1C82-30B6-0B1C-410F23CB8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270912"/>
                <a:ext cx="2230611" cy="64684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68B01C9F-08ED-3308-41DD-569F3AF29ED4}"/>
                  </a:ext>
                </a:extLst>
              </p:cNvPr>
              <p:cNvSpPr txBox="1"/>
              <p:nvPr/>
            </p:nvSpPr>
            <p:spPr>
              <a:xfrm>
                <a:off x="176470" y="5107102"/>
                <a:ext cx="2778261" cy="646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68B01C9F-08ED-3308-41DD-569F3AF29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107102"/>
                <a:ext cx="2778261" cy="64684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0C8217EE-989D-9FB7-A1B2-6DD50844CC8B}"/>
                  </a:ext>
                </a:extLst>
              </p14:cNvPr>
              <p14:cNvContentPartPr/>
              <p14:nvPr/>
            </p14:nvContentPartPr>
            <p14:xfrm>
              <a:off x="4718160" y="4146480"/>
              <a:ext cx="6388200" cy="63540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0C8217EE-989D-9FB7-A1B2-6DD50844CC8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708800" y="4137120"/>
                <a:ext cx="6406920" cy="65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7053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47B85-0B1E-A41E-B858-A28123F9D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21DEABD-1BED-E00F-4DED-0D0A9BA763E1}"/>
                  </a:ext>
                </a:extLst>
              </p:cNvPr>
              <p:cNvSpPr txBox="1"/>
              <p:nvPr/>
            </p:nvSpPr>
            <p:spPr>
              <a:xfrm>
                <a:off x="4085584" y="3481657"/>
                <a:ext cx="3581878" cy="7081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21DEABD-1BED-E00F-4DED-0D0A9BA76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584" y="3481657"/>
                <a:ext cx="3581878" cy="7081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1B7C7E1E-7BF4-9038-4F06-D74CA82BF4FD}"/>
                  </a:ext>
                </a:extLst>
              </p:cNvPr>
              <p:cNvSpPr txBox="1"/>
              <p:nvPr/>
            </p:nvSpPr>
            <p:spPr>
              <a:xfrm>
                <a:off x="4085584" y="4189800"/>
                <a:ext cx="5930149" cy="809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⋅…⋅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1⋅2⋅3⋅…⋅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1B7C7E1E-7BF4-9038-4F06-D74CA82BF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584" y="4189800"/>
                <a:ext cx="5930149" cy="8090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5188767-D436-2B27-F406-12855289681E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1F9B62A8-0FE9-7CB6-EB09-79C997CB1961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binomial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„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choose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1F9B62A8-0FE9-7CB6-EB09-79C997CB1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blipFill>
                <a:blip r:embed="rId9"/>
                <a:stretch>
                  <a:fillRect l="-966" b="-1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BE65F2A4-2A09-D469-C673-19C344F88ED9}"/>
                  </a:ext>
                </a:extLst>
              </p:cNvPr>
              <p:cNvSpPr txBox="1"/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BE65F2A4-2A09-D469-C673-19C344F88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le tekstowe 14">
            <a:extLst>
              <a:ext uri="{FF2B5EF4-FFF2-40B4-BE49-F238E27FC236}">
                <a16:creationId xmlns:a16="http://schemas.microsoft.com/office/drawing/2014/main" id="{C016D499-400C-3C17-EA18-10F9BF4F9ACD}"/>
              </a:ext>
            </a:extLst>
          </p:cNvPr>
          <p:cNvSpPr txBox="1"/>
          <p:nvPr/>
        </p:nvSpPr>
        <p:spPr>
          <a:xfrm>
            <a:off x="176470" y="2817501"/>
            <a:ext cx="2802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52EDE1F0-535D-7340-480B-5AC2AA11949E}"/>
                  </a:ext>
                </a:extLst>
              </p:cNvPr>
              <p:cNvSpPr txBox="1"/>
              <p:nvPr/>
            </p:nvSpPr>
            <p:spPr>
              <a:xfrm>
                <a:off x="176470" y="3512306"/>
                <a:ext cx="2205540" cy="646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52EDE1F0-535D-7340-480B-5AC2AA119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12306"/>
                <a:ext cx="2205540" cy="64684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9B61C928-5F9A-C802-24B1-70E703C8D523}"/>
                  </a:ext>
                </a:extLst>
              </p:cNvPr>
              <p:cNvSpPr txBox="1"/>
              <p:nvPr/>
            </p:nvSpPr>
            <p:spPr>
              <a:xfrm>
                <a:off x="176470" y="4270912"/>
                <a:ext cx="2230611" cy="646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9B61C928-5F9A-C802-24B1-70E703C8D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270912"/>
                <a:ext cx="2230611" cy="64684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58EAF917-7756-E8BE-72A7-2E38DB557C6D}"/>
                  </a:ext>
                </a:extLst>
              </p:cNvPr>
              <p:cNvSpPr txBox="1"/>
              <p:nvPr/>
            </p:nvSpPr>
            <p:spPr>
              <a:xfrm>
                <a:off x="176470" y="5107102"/>
                <a:ext cx="2778261" cy="646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58EAF917-7756-E8BE-72A7-2E38DB557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107102"/>
                <a:ext cx="2778261" cy="6468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3DD23054-C938-C519-BB54-0AF5F7C14FAB}"/>
                  </a:ext>
                </a:extLst>
              </p14:cNvPr>
              <p14:cNvContentPartPr/>
              <p14:nvPr/>
            </p14:nvContentPartPr>
            <p14:xfrm>
              <a:off x="8128080" y="1968480"/>
              <a:ext cx="3740400" cy="27309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3DD23054-C938-C519-BB54-0AF5F7C14FA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18720" y="1959120"/>
                <a:ext cx="3759120" cy="274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6353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40FC-15E0-8D80-749C-947B827DC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DC078267-1CCF-6CA4-043F-EE0A7075324E}"/>
                  </a:ext>
                </a:extLst>
              </p:cNvPr>
              <p:cNvSpPr txBox="1"/>
              <p:nvPr/>
            </p:nvSpPr>
            <p:spPr>
              <a:xfrm>
                <a:off x="4085584" y="3481657"/>
                <a:ext cx="3581878" cy="7081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DC078267-1CCF-6CA4-043F-EE0A70753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584" y="3481657"/>
                <a:ext cx="3581878" cy="7081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5C73072A-F596-2533-66A3-78EACC1AC76C}"/>
                  </a:ext>
                </a:extLst>
              </p:cNvPr>
              <p:cNvSpPr txBox="1"/>
              <p:nvPr/>
            </p:nvSpPr>
            <p:spPr>
              <a:xfrm>
                <a:off x="4085584" y="4189800"/>
                <a:ext cx="5930149" cy="809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⋅…⋅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1⋅2⋅3⋅…⋅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5C73072A-F596-2533-66A3-78EACC1AC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584" y="4189800"/>
                <a:ext cx="5930149" cy="8090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D0EFA80-48C8-4ED4-8A31-41142928F7D2}"/>
                  </a:ext>
                </a:extLst>
              </p:cNvPr>
              <p:cNvSpPr txBox="1"/>
              <p:nvPr/>
            </p:nvSpPr>
            <p:spPr>
              <a:xfrm>
                <a:off x="4085584" y="5068117"/>
                <a:ext cx="2429383" cy="7248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D0EFA80-48C8-4ED4-8A31-41142928F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584" y="5068117"/>
                <a:ext cx="2429383" cy="72481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3F0803B6-E291-E55B-DABF-50A9691D8A89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EE1D98A1-DAB4-EFDA-B280-EE50B30045C4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binomial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„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choose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EE1D98A1-DAB4-EFDA-B280-EE50B3004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blipFill>
                <a:blip r:embed="rId10"/>
                <a:stretch>
                  <a:fillRect l="-966" b="-1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E1024A59-235E-0DA7-6F79-8CE6BAA7AF20}"/>
                  </a:ext>
                </a:extLst>
              </p:cNvPr>
              <p:cNvSpPr txBox="1"/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E1024A59-235E-0DA7-6F79-8CE6BAA7A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pole tekstowe 15">
            <a:extLst>
              <a:ext uri="{FF2B5EF4-FFF2-40B4-BE49-F238E27FC236}">
                <a16:creationId xmlns:a16="http://schemas.microsoft.com/office/drawing/2014/main" id="{4D08EAD0-1B8B-3180-E5A6-A24AC13D7DA1}"/>
              </a:ext>
            </a:extLst>
          </p:cNvPr>
          <p:cNvSpPr txBox="1"/>
          <p:nvPr/>
        </p:nvSpPr>
        <p:spPr>
          <a:xfrm>
            <a:off x="176470" y="2817501"/>
            <a:ext cx="2802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FC4CEEC4-8F75-7E18-61AB-2AE01A24466D}"/>
                  </a:ext>
                </a:extLst>
              </p:cNvPr>
              <p:cNvSpPr txBox="1"/>
              <p:nvPr/>
            </p:nvSpPr>
            <p:spPr>
              <a:xfrm>
                <a:off x="176470" y="3512306"/>
                <a:ext cx="2205540" cy="646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FC4CEEC4-8F75-7E18-61AB-2AE01A244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12306"/>
                <a:ext cx="2205540" cy="64684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D06D69E9-C5E5-6294-BD62-70C00BE13FA0}"/>
                  </a:ext>
                </a:extLst>
              </p:cNvPr>
              <p:cNvSpPr txBox="1"/>
              <p:nvPr/>
            </p:nvSpPr>
            <p:spPr>
              <a:xfrm>
                <a:off x="176470" y="4270912"/>
                <a:ext cx="2230611" cy="646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D06D69E9-C5E5-6294-BD62-70C00BE13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270912"/>
                <a:ext cx="2230611" cy="6468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96A02139-7230-B213-7DF1-D7B80DC40EFC}"/>
                  </a:ext>
                </a:extLst>
              </p:cNvPr>
              <p:cNvSpPr txBox="1"/>
              <p:nvPr/>
            </p:nvSpPr>
            <p:spPr>
              <a:xfrm>
                <a:off x="176470" y="5107102"/>
                <a:ext cx="2778261" cy="646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96A02139-7230-B213-7DF1-D7B80DC40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107102"/>
                <a:ext cx="2778261" cy="64684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337A94FD-2F9F-6A7B-DA01-B10145A23F24}"/>
                  </a:ext>
                </a:extLst>
              </p14:cNvPr>
              <p14:cNvContentPartPr/>
              <p14:nvPr/>
            </p14:nvContentPartPr>
            <p14:xfrm>
              <a:off x="6819840" y="4699080"/>
              <a:ext cx="4559760" cy="9529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337A94FD-2F9F-6A7B-DA01-B10145A23F2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810480" y="4689720"/>
                <a:ext cx="4578480" cy="97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2675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3AB19-D5F7-380B-EB6D-196757716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573FA28-F64D-A839-88AD-7C3D1D057A7B}"/>
                  </a:ext>
                </a:extLst>
              </p:cNvPr>
              <p:cNvSpPr txBox="1"/>
              <p:nvPr/>
            </p:nvSpPr>
            <p:spPr>
              <a:xfrm>
                <a:off x="176470" y="3512306"/>
                <a:ext cx="2205540" cy="646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573FA28-F64D-A839-88AD-7C3D1D057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12306"/>
                <a:ext cx="2205540" cy="6468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A28D96B-D0FA-BCE3-5A6B-CB050C8C07DB}"/>
                  </a:ext>
                </a:extLst>
              </p:cNvPr>
              <p:cNvSpPr txBox="1"/>
              <p:nvPr/>
            </p:nvSpPr>
            <p:spPr>
              <a:xfrm>
                <a:off x="176470" y="4270912"/>
                <a:ext cx="2230611" cy="646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A28D96B-D0FA-BCE3-5A6B-CB050C8C0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270912"/>
                <a:ext cx="2230611" cy="6468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30958EF7-947E-0FBA-7401-5DFEAD2381FC}"/>
                  </a:ext>
                </a:extLst>
              </p:cNvPr>
              <p:cNvSpPr txBox="1"/>
              <p:nvPr/>
            </p:nvSpPr>
            <p:spPr>
              <a:xfrm>
                <a:off x="176470" y="5107102"/>
                <a:ext cx="2778261" cy="646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30958EF7-947E-0FBA-7401-5DFEAD238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107102"/>
                <a:ext cx="2778261" cy="6468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BBFE3AFB-4262-526F-9128-2FE263DDAAA3}"/>
                  </a:ext>
                </a:extLst>
              </p:cNvPr>
              <p:cNvSpPr txBox="1"/>
              <p:nvPr/>
            </p:nvSpPr>
            <p:spPr>
              <a:xfrm>
                <a:off x="4085584" y="3481657"/>
                <a:ext cx="3581878" cy="7081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BBFE3AFB-4262-526F-9128-2FE263DDA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584" y="3481657"/>
                <a:ext cx="3581878" cy="7081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7E6B31DB-EAF5-4585-7B78-C9E94384F6C6}"/>
                  </a:ext>
                </a:extLst>
              </p:cNvPr>
              <p:cNvSpPr txBox="1"/>
              <p:nvPr/>
            </p:nvSpPr>
            <p:spPr>
              <a:xfrm>
                <a:off x="4085584" y="4189800"/>
                <a:ext cx="5930149" cy="809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⋅…⋅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1⋅2⋅3⋅…⋅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7E6B31DB-EAF5-4585-7B78-C9E94384F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584" y="4189800"/>
                <a:ext cx="5930149" cy="8090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FD6B3A7-A000-80CB-AB82-1D67BF8F7B88}"/>
                  </a:ext>
                </a:extLst>
              </p:cNvPr>
              <p:cNvSpPr txBox="1"/>
              <p:nvPr/>
            </p:nvSpPr>
            <p:spPr>
              <a:xfrm>
                <a:off x="4085584" y="5068117"/>
                <a:ext cx="2429383" cy="7248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FD6B3A7-A000-80CB-AB82-1D67BF8F7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584" y="5068117"/>
                <a:ext cx="2429383" cy="72481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94634385-E30E-AB5B-9139-A84EF212B1FA}"/>
                  </a:ext>
                </a:extLst>
              </p:cNvPr>
              <p:cNvSpPr txBox="1"/>
              <p:nvPr/>
            </p:nvSpPr>
            <p:spPr>
              <a:xfrm>
                <a:off x="10015733" y="3250824"/>
                <a:ext cx="1997085" cy="1100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l-PL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l-PL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94634385-E30E-AB5B-9139-A84EF212B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733" y="3250824"/>
                <a:ext cx="1997085" cy="110087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pole tekstowe 13">
            <a:extLst>
              <a:ext uri="{FF2B5EF4-FFF2-40B4-BE49-F238E27FC236}">
                <a16:creationId xmlns:a16="http://schemas.microsoft.com/office/drawing/2014/main" id="{A24B878F-746A-410A-8D59-475232C19C18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880F577B-F9B9-F784-B34F-480D7F3759FE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binomial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„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choose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880F577B-F9B9-F784-B34F-480D7F375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101099" cy="1016112"/>
              </a:xfrm>
              <a:prstGeom prst="rect">
                <a:avLst/>
              </a:prstGeom>
              <a:blipFill>
                <a:blip r:embed="rId11"/>
                <a:stretch>
                  <a:fillRect l="-966" b="-1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2EB66216-9D46-7A5F-C75B-FAAE937C6A18}"/>
                  </a:ext>
                </a:extLst>
              </p:cNvPr>
              <p:cNvSpPr txBox="1"/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2EB66216-9D46-7A5F-C75B-FAAE937C6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801389"/>
                <a:ext cx="11839060" cy="84927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pole tekstowe 16">
            <a:extLst>
              <a:ext uri="{FF2B5EF4-FFF2-40B4-BE49-F238E27FC236}">
                <a16:creationId xmlns:a16="http://schemas.microsoft.com/office/drawing/2014/main" id="{2C6BADD2-6ABA-6B5B-15FA-D683ABBA056A}"/>
              </a:ext>
            </a:extLst>
          </p:cNvPr>
          <p:cNvSpPr txBox="1"/>
          <p:nvPr/>
        </p:nvSpPr>
        <p:spPr>
          <a:xfrm>
            <a:off x="176470" y="2817501"/>
            <a:ext cx="2802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CB49ECC7-4E47-2452-766E-BCD83CFBF2CE}"/>
                  </a:ext>
                </a:extLst>
              </p14:cNvPr>
              <p14:cNvContentPartPr/>
              <p14:nvPr/>
            </p14:nvContentPartPr>
            <p14:xfrm>
              <a:off x="7899480" y="1936800"/>
              <a:ext cx="4134240" cy="6670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CB49ECC7-4E47-2452-766E-BCD83CFBF2C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890120" y="1927440"/>
                <a:ext cx="4152960" cy="68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4019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B493-C053-C85A-6D2A-81170A60E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BAA16FBF-AC7C-8943-8A70-4A155B53E6F9}"/>
              </a:ext>
            </a:extLst>
          </p:cNvPr>
          <p:cNvSpPr txBox="1"/>
          <p:nvPr/>
        </p:nvSpPr>
        <p:spPr>
          <a:xfrm>
            <a:off x="176470" y="785277"/>
            <a:ext cx="7122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expansion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0435BF6-C5C9-BD7E-C93F-BDC077EC1449}"/>
                  </a:ext>
                </a:extLst>
              </p:cNvPr>
              <p:cNvSpPr txBox="1"/>
              <p:nvPr/>
            </p:nvSpPr>
            <p:spPr>
              <a:xfrm>
                <a:off x="0" y="1479244"/>
                <a:ext cx="25165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0435BF6-C5C9-BD7E-C93F-BDC077EC1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79244"/>
                <a:ext cx="2516586" cy="461665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97F1BA0C-D9B1-1A59-86E1-0263C00C470A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607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340F3-857D-88E4-BFE2-74FA3B5D0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4F5456A-CE91-F48B-DDA9-C950D742AE83}"/>
                  </a:ext>
                </a:extLst>
              </p:cNvPr>
              <p:cNvSpPr txBox="1"/>
              <p:nvPr/>
            </p:nvSpPr>
            <p:spPr>
              <a:xfrm>
                <a:off x="0" y="2401104"/>
                <a:ext cx="37019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4F5456A-CE91-F48B-DDA9-C950D742A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01104"/>
                <a:ext cx="3701911" cy="461665"/>
              </a:xfrm>
              <a:prstGeom prst="rect">
                <a:avLst/>
              </a:prstGeom>
              <a:blipFill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252AC82-72C7-99B2-9EA5-4631F9E85B5E}"/>
                  </a:ext>
                </a:extLst>
              </p:cNvPr>
              <p:cNvSpPr txBox="1"/>
              <p:nvPr/>
            </p:nvSpPr>
            <p:spPr>
              <a:xfrm>
                <a:off x="0" y="1479244"/>
                <a:ext cx="25165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252AC82-72C7-99B2-9EA5-4631F9E85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79244"/>
                <a:ext cx="2516586" cy="461665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E844184C-2A84-AF9B-8A4D-6B37445C7386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68644D66-D9CB-A70E-019B-E059EB56552B}"/>
              </a:ext>
            </a:extLst>
          </p:cNvPr>
          <p:cNvSpPr txBox="1"/>
          <p:nvPr/>
        </p:nvSpPr>
        <p:spPr>
          <a:xfrm>
            <a:off x="176470" y="785277"/>
            <a:ext cx="7122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expansion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866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2093A-1E24-4E82-16BA-8539E077A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04A809B-FABC-D68E-DA67-4772B220F48B}"/>
                  </a:ext>
                </a:extLst>
              </p:cNvPr>
              <p:cNvSpPr txBox="1"/>
              <p:nvPr/>
            </p:nvSpPr>
            <p:spPr>
              <a:xfrm>
                <a:off x="0" y="2401104"/>
                <a:ext cx="37019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04A809B-FABC-D68E-DA67-4772B220F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01104"/>
                <a:ext cx="3701911" cy="461665"/>
              </a:xfrm>
              <a:prstGeom prst="rect">
                <a:avLst/>
              </a:prstGeom>
              <a:blipFill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458BB58-806A-6E99-726E-E01B7C399EFF}"/>
                  </a:ext>
                </a:extLst>
              </p:cNvPr>
              <p:cNvSpPr txBox="1"/>
              <p:nvPr/>
            </p:nvSpPr>
            <p:spPr>
              <a:xfrm>
                <a:off x="0" y="3325925"/>
                <a:ext cx="48992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458BB58-806A-6E99-726E-E01B7C399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25925"/>
                <a:ext cx="4899226" cy="461665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145D784-0A74-081E-7783-ECEF6B30E938}"/>
                  </a:ext>
                </a:extLst>
              </p:cNvPr>
              <p:cNvSpPr txBox="1"/>
              <p:nvPr/>
            </p:nvSpPr>
            <p:spPr>
              <a:xfrm>
                <a:off x="0" y="1479244"/>
                <a:ext cx="25165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145D784-0A74-081E-7783-ECEF6B30E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79244"/>
                <a:ext cx="2516586" cy="461665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B795BA5C-8186-D1D4-521F-7F1F25C0FEE6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D88204BF-8D3F-AE7A-5BC3-CE349F2EA8A7}"/>
              </a:ext>
            </a:extLst>
          </p:cNvPr>
          <p:cNvSpPr txBox="1"/>
          <p:nvPr/>
        </p:nvSpPr>
        <p:spPr>
          <a:xfrm>
            <a:off x="176470" y="785277"/>
            <a:ext cx="7122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expansion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610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569FC-7857-702C-8DA8-5DE189787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D8DE61E-8061-3248-6995-A96CD7183639}"/>
                  </a:ext>
                </a:extLst>
              </p:cNvPr>
              <p:cNvSpPr txBox="1"/>
              <p:nvPr/>
            </p:nvSpPr>
            <p:spPr>
              <a:xfrm>
                <a:off x="0" y="2401104"/>
                <a:ext cx="37019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D8DE61E-8061-3248-6995-A96CD7183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01104"/>
                <a:ext cx="3701911" cy="461665"/>
              </a:xfrm>
              <a:prstGeom prst="rect">
                <a:avLst/>
              </a:prstGeom>
              <a:blipFill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FDDE43F-B08D-4851-99A7-9FDECB1CEC8E}"/>
                  </a:ext>
                </a:extLst>
              </p:cNvPr>
              <p:cNvSpPr txBox="1"/>
              <p:nvPr/>
            </p:nvSpPr>
            <p:spPr>
              <a:xfrm>
                <a:off x="0" y="3325925"/>
                <a:ext cx="48992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FDDE43F-B08D-4851-99A7-9FDECB1CE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25925"/>
                <a:ext cx="4899226" cy="461665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7F08F7B-342A-C365-24F8-EA3FD1DBC951}"/>
                  </a:ext>
                </a:extLst>
              </p:cNvPr>
              <p:cNvSpPr txBox="1"/>
              <p:nvPr/>
            </p:nvSpPr>
            <p:spPr>
              <a:xfrm>
                <a:off x="0" y="4248213"/>
                <a:ext cx="60872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+4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7F08F7B-342A-C365-24F8-EA3FD1DBC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48213"/>
                <a:ext cx="6087244" cy="461665"/>
              </a:xfrm>
              <a:prstGeom prst="rect">
                <a:avLst/>
              </a:prstGeom>
              <a:blipFill>
                <a:blip r:embed="rId4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C2DB8C4-3106-1176-9A3B-4ECCEB5C0AF9}"/>
                  </a:ext>
                </a:extLst>
              </p:cNvPr>
              <p:cNvSpPr txBox="1"/>
              <p:nvPr/>
            </p:nvSpPr>
            <p:spPr>
              <a:xfrm>
                <a:off x="0" y="1479244"/>
                <a:ext cx="25165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C2DB8C4-3106-1176-9A3B-4ECCEB5C0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79244"/>
                <a:ext cx="2516586" cy="461665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D264ECEE-F7EB-20A2-886E-4382BA472319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8D2401D-B75A-DB83-D67C-F4BDBBF81EC7}"/>
              </a:ext>
            </a:extLst>
          </p:cNvPr>
          <p:cNvSpPr txBox="1"/>
          <p:nvPr/>
        </p:nvSpPr>
        <p:spPr>
          <a:xfrm>
            <a:off x="176470" y="785277"/>
            <a:ext cx="7122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expansion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653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5CE80-BA7F-3CC9-3FDF-43457A53B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9F1C204-2BD4-CC2D-606C-E5DC2B506692}"/>
                  </a:ext>
                </a:extLst>
              </p:cNvPr>
              <p:cNvSpPr txBox="1"/>
              <p:nvPr/>
            </p:nvSpPr>
            <p:spPr>
              <a:xfrm>
                <a:off x="0" y="2401104"/>
                <a:ext cx="37019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9F1C204-2BD4-CC2D-606C-E5DC2B506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01104"/>
                <a:ext cx="3701911" cy="461665"/>
              </a:xfrm>
              <a:prstGeom prst="rect">
                <a:avLst/>
              </a:prstGeom>
              <a:blipFill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3ED590B-BC11-7007-E6AD-24E04741DAB6}"/>
                  </a:ext>
                </a:extLst>
              </p:cNvPr>
              <p:cNvSpPr txBox="1"/>
              <p:nvPr/>
            </p:nvSpPr>
            <p:spPr>
              <a:xfrm>
                <a:off x="0" y="3325925"/>
                <a:ext cx="48992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3ED590B-BC11-7007-E6AD-24E04741D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25925"/>
                <a:ext cx="4899226" cy="461665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BC1AF9C-5CC3-C6EE-BCBE-7AD061D0A250}"/>
                  </a:ext>
                </a:extLst>
              </p:cNvPr>
              <p:cNvSpPr txBox="1"/>
              <p:nvPr/>
            </p:nvSpPr>
            <p:spPr>
              <a:xfrm>
                <a:off x="0" y="4248213"/>
                <a:ext cx="60872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+4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BC1AF9C-5CC3-C6EE-BCBE-7AD061D0A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48213"/>
                <a:ext cx="6087244" cy="461665"/>
              </a:xfrm>
              <a:prstGeom prst="rect">
                <a:avLst/>
              </a:prstGeom>
              <a:blipFill>
                <a:blip r:embed="rId4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B277D06-E2D5-0512-7D95-48AFB4EFEC79}"/>
                  </a:ext>
                </a:extLst>
              </p:cNvPr>
              <p:cNvSpPr txBox="1"/>
              <p:nvPr/>
            </p:nvSpPr>
            <p:spPr>
              <a:xfrm>
                <a:off x="0" y="5169459"/>
                <a:ext cx="761509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B277D06-E2D5-0512-7D95-48AFB4EFE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169459"/>
                <a:ext cx="7615098" cy="465833"/>
              </a:xfrm>
              <a:prstGeom prst="rect">
                <a:avLst/>
              </a:prstGeom>
              <a:blipFill>
                <a:blip r:embed="rId5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18738CE-E037-F505-157E-6E19237462B5}"/>
                  </a:ext>
                </a:extLst>
              </p:cNvPr>
              <p:cNvSpPr txBox="1"/>
              <p:nvPr/>
            </p:nvSpPr>
            <p:spPr>
              <a:xfrm>
                <a:off x="0" y="1479244"/>
                <a:ext cx="25165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18738CE-E037-F505-157E-6E1923746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79244"/>
                <a:ext cx="2516586" cy="461665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63FAEE6B-C4DD-0F86-9A8C-4CB1520CCEB9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CE52F7FA-9057-89CE-34F7-7B9F6B06CE37}"/>
              </a:ext>
            </a:extLst>
          </p:cNvPr>
          <p:cNvSpPr txBox="1"/>
          <p:nvPr/>
        </p:nvSpPr>
        <p:spPr>
          <a:xfrm>
            <a:off x="176470" y="785277"/>
            <a:ext cx="7122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expansion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068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2B5EC-15DE-AC52-EDB2-BA3D5E484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ED356A8-307F-8B01-C3A4-63FBFA7ABBF4}"/>
                  </a:ext>
                </a:extLst>
              </p:cNvPr>
              <p:cNvSpPr txBox="1"/>
              <p:nvPr/>
            </p:nvSpPr>
            <p:spPr>
              <a:xfrm>
                <a:off x="0" y="2401104"/>
                <a:ext cx="37019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ED356A8-307F-8B01-C3A4-63FBFA7AB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01104"/>
                <a:ext cx="3701911" cy="461665"/>
              </a:xfrm>
              <a:prstGeom prst="rect">
                <a:avLst/>
              </a:prstGeom>
              <a:blipFill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80CBF90-8B31-DD55-75F2-6C140956CBC8}"/>
                  </a:ext>
                </a:extLst>
              </p:cNvPr>
              <p:cNvSpPr txBox="1"/>
              <p:nvPr/>
            </p:nvSpPr>
            <p:spPr>
              <a:xfrm>
                <a:off x="0" y="3325925"/>
                <a:ext cx="48992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−3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80CBF90-8B31-DD55-75F2-6C140956C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25925"/>
                <a:ext cx="4899226" cy="461665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EFED71B-F69E-9B7A-AB52-E7CF7E606AF9}"/>
                  </a:ext>
                </a:extLst>
              </p:cNvPr>
              <p:cNvSpPr txBox="1"/>
              <p:nvPr/>
            </p:nvSpPr>
            <p:spPr>
              <a:xfrm>
                <a:off x="0" y="4248213"/>
                <a:ext cx="60872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−4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EFED71B-F69E-9B7A-AB52-E7CF7E606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48213"/>
                <a:ext cx="6087244" cy="461665"/>
              </a:xfrm>
              <a:prstGeom prst="rect">
                <a:avLst/>
              </a:prstGeom>
              <a:blipFill>
                <a:blip r:embed="rId4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DACB19B9-90BE-0648-2402-FD8657FADD50}"/>
                  </a:ext>
                </a:extLst>
              </p:cNvPr>
              <p:cNvSpPr txBox="1"/>
              <p:nvPr/>
            </p:nvSpPr>
            <p:spPr>
              <a:xfrm>
                <a:off x="0" y="5169459"/>
                <a:ext cx="761509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−5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DACB19B9-90BE-0648-2402-FD8657FAD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169459"/>
                <a:ext cx="7615098" cy="465833"/>
              </a:xfrm>
              <a:prstGeom prst="rect">
                <a:avLst/>
              </a:prstGeom>
              <a:blipFill>
                <a:blip r:embed="rId5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30AB0D0-F6CB-912D-0CA8-FFC88A6021EE}"/>
                  </a:ext>
                </a:extLst>
              </p:cNvPr>
              <p:cNvSpPr txBox="1"/>
              <p:nvPr/>
            </p:nvSpPr>
            <p:spPr>
              <a:xfrm>
                <a:off x="0" y="1479244"/>
                <a:ext cx="25165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30AB0D0-F6CB-912D-0CA8-FFC88A602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79244"/>
                <a:ext cx="2516586" cy="461665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D07A0D7E-5E51-75A5-68FF-146B143CC5FC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A732193-412F-1668-514C-B2E1B6BC0DAB}"/>
              </a:ext>
            </a:extLst>
          </p:cNvPr>
          <p:cNvSpPr txBox="1"/>
          <p:nvPr/>
        </p:nvSpPr>
        <p:spPr>
          <a:xfrm>
            <a:off x="176470" y="785277"/>
            <a:ext cx="7122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expansion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2135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14B74-0B19-043B-F223-D5AE0B9DF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B52729B-78E9-6F64-0558-F9F562F2BC56}"/>
                  </a:ext>
                </a:extLst>
              </p:cNvPr>
              <p:cNvSpPr txBox="1"/>
              <p:nvPr/>
            </p:nvSpPr>
            <p:spPr>
              <a:xfrm>
                <a:off x="0" y="2401104"/>
                <a:ext cx="37019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B52729B-78E9-6F64-0558-F9F562F2B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01104"/>
                <a:ext cx="3701911" cy="461665"/>
              </a:xfrm>
              <a:prstGeom prst="rect">
                <a:avLst/>
              </a:prstGeom>
              <a:blipFill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BEA2D3C-AED8-5E27-8EE0-4D9BD09FD84A}"/>
                  </a:ext>
                </a:extLst>
              </p:cNvPr>
              <p:cNvSpPr txBox="1"/>
              <p:nvPr/>
            </p:nvSpPr>
            <p:spPr>
              <a:xfrm>
                <a:off x="0" y="3325925"/>
                <a:ext cx="48992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BEA2D3C-AED8-5E27-8EE0-4D9BD09FD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25925"/>
                <a:ext cx="4899226" cy="461665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1D022ED-0888-BC51-4303-1915EDB1E31C}"/>
                  </a:ext>
                </a:extLst>
              </p:cNvPr>
              <p:cNvSpPr txBox="1"/>
              <p:nvPr/>
            </p:nvSpPr>
            <p:spPr>
              <a:xfrm>
                <a:off x="0" y="4248213"/>
                <a:ext cx="60872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+4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1D022ED-0888-BC51-4303-1915EDB1E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48213"/>
                <a:ext cx="6087244" cy="461665"/>
              </a:xfrm>
              <a:prstGeom prst="rect">
                <a:avLst/>
              </a:prstGeom>
              <a:blipFill>
                <a:blip r:embed="rId4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BA735701-85D9-BFBE-823A-F3649343E02C}"/>
                  </a:ext>
                </a:extLst>
              </p:cNvPr>
              <p:cNvSpPr txBox="1"/>
              <p:nvPr/>
            </p:nvSpPr>
            <p:spPr>
              <a:xfrm>
                <a:off x="0" y="5169459"/>
                <a:ext cx="761509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BA735701-85D9-BFBE-823A-F3649343E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169459"/>
                <a:ext cx="7615098" cy="465833"/>
              </a:xfrm>
              <a:prstGeom prst="rect">
                <a:avLst/>
              </a:prstGeom>
              <a:blipFill>
                <a:blip r:embed="rId5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B6004CF-A6A5-A1BE-9C30-9E03996659C9}"/>
                  </a:ext>
                </a:extLst>
              </p:cNvPr>
              <p:cNvSpPr txBox="1"/>
              <p:nvPr/>
            </p:nvSpPr>
            <p:spPr>
              <a:xfrm>
                <a:off x="0" y="1479244"/>
                <a:ext cx="25165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B6004CF-A6A5-A1BE-9C30-9E0399665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79244"/>
                <a:ext cx="2516586" cy="461665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AED3B949-D914-82B0-475D-AE8955F806C5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1396722-5364-573D-ECA2-83818BBF3CAD}"/>
              </a:ext>
            </a:extLst>
          </p:cNvPr>
          <p:cNvSpPr txBox="1"/>
          <p:nvPr/>
        </p:nvSpPr>
        <p:spPr>
          <a:xfrm>
            <a:off x="176470" y="785277"/>
            <a:ext cx="7122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expansion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273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EEC43-9785-B418-A413-888A25DFE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CBD5B10-AF94-8C55-2462-0AF96F992B60}"/>
                  </a:ext>
                </a:extLst>
              </p:cNvPr>
              <p:cNvSpPr txBox="1"/>
              <p:nvPr/>
            </p:nvSpPr>
            <p:spPr>
              <a:xfrm>
                <a:off x="0" y="2401104"/>
                <a:ext cx="4054956" cy="7057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CBD5B10-AF94-8C55-2462-0AF96F992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01104"/>
                <a:ext cx="4054956" cy="7057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9D015C0-3F3D-A65E-D035-21C8196B315E}"/>
                  </a:ext>
                </a:extLst>
              </p:cNvPr>
              <p:cNvSpPr txBox="1"/>
              <p:nvPr/>
            </p:nvSpPr>
            <p:spPr>
              <a:xfrm>
                <a:off x="0" y="3325925"/>
                <a:ext cx="5605316" cy="7057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9D015C0-3F3D-A65E-D035-21C8196B3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25925"/>
                <a:ext cx="5605316" cy="7057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4F6C36B-785F-F51D-A00A-C3C746F4A879}"/>
                  </a:ext>
                </a:extLst>
              </p:cNvPr>
              <p:cNvSpPr txBox="1"/>
              <p:nvPr/>
            </p:nvSpPr>
            <p:spPr>
              <a:xfrm>
                <a:off x="0" y="4248213"/>
                <a:ext cx="7146380" cy="7067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4F6C36B-785F-F51D-A00A-C3C746F4A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48213"/>
                <a:ext cx="7146380" cy="7067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B9B24CE5-815F-5530-EBD2-F95CAC8AF732}"/>
                  </a:ext>
                </a:extLst>
              </p:cNvPr>
              <p:cNvSpPr txBox="1"/>
              <p:nvPr/>
            </p:nvSpPr>
            <p:spPr>
              <a:xfrm>
                <a:off x="0" y="5169459"/>
                <a:ext cx="8687442" cy="715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B9B24CE5-815F-5530-EBD2-F95CAC8AF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169459"/>
                <a:ext cx="8687442" cy="715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B51B5BC-DE7B-0821-0CE5-F6CE2CBDE1B2}"/>
                  </a:ext>
                </a:extLst>
              </p:cNvPr>
              <p:cNvSpPr txBox="1"/>
              <p:nvPr/>
            </p:nvSpPr>
            <p:spPr>
              <a:xfrm>
                <a:off x="0" y="1479244"/>
                <a:ext cx="25165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B51B5BC-DE7B-0821-0CE5-F6CE2CBDE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79244"/>
                <a:ext cx="2516586" cy="461665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B05A7377-B305-9971-0825-BCE9F1812732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6593A7D-D8D3-B850-F2FE-1CDAE9E79F53}"/>
              </a:ext>
            </a:extLst>
          </p:cNvPr>
          <p:cNvSpPr txBox="1"/>
          <p:nvPr/>
        </p:nvSpPr>
        <p:spPr>
          <a:xfrm>
            <a:off x="176470" y="785277"/>
            <a:ext cx="7122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expansion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6274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43532-58E9-215E-CC21-DD9F4ACBF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63A92E5-9351-2AB5-A3CC-9366080B2ABF}"/>
                  </a:ext>
                </a:extLst>
              </p:cNvPr>
              <p:cNvSpPr txBox="1"/>
              <p:nvPr/>
            </p:nvSpPr>
            <p:spPr>
              <a:xfrm>
                <a:off x="0" y="2401104"/>
                <a:ext cx="37019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63A92E5-9351-2AB5-A3CC-9366080B2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01104"/>
                <a:ext cx="3701911" cy="461665"/>
              </a:xfrm>
              <a:prstGeom prst="rect">
                <a:avLst/>
              </a:prstGeom>
              <a:blipFill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67EE12F-187D-E4F9-1548-849F3299809F}"/>
                  </a:ext>
                </a:extLst>
              </p:cNvPr>
              <p:cNvSpPr txBox="1"/>
              <p:nvPr/>
            </p:nvSpPr>
            <p:spPr>
              <a:xfrm>
                <a:off x="0" y="3325925"/>
                <a:ext cx="48992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67EE12F-187D-E4F9-1548-849F32998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25925"/>
                <a:ext cx="4899226" cy="461665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31C9DD8-8836-EED7-0ADA-AC8EEE9D9E75}"/>
                  </a:ext>
                </a:extLst>
              </p:cNvPr>
              <p:cNvSpPr txBox="1"/>
              <p:nvPr/>
            </p:nvSpPr>
            <p:spPr>
              <a:xfrm>
                <a:off x="0" y="4248213"/>
                <a:ext cx="60872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+4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31C9DD8-8836-EED7-0ADA-AC8EEE9D9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48213"/>
                <a:ext cx="6087244" cy="461665"/>
              </a:xfrm>
              <a:prstGeom prst="rect">
                <a:avLst/>
              </a:prstGeom>
              <a:blipFill>
                <a:blip r:embed="rId4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FEFBA70-9AED-D262-79C0-64302C243CD5}"/>
                  </a:ext>
                </a:extLst>
              </p:cNvPr>
              <p:cNvSpPr txBox="1"/>
              <p:nvPr/>
            </p:nvSpPr>
            <p:spPr>
              <a:xfrm>
                <a:off x="0" y="5169459"/>
                <a:ext cx="761509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FEFBA70-9AED-D262-79C0-64302C243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169459"/>
                <a:ext cx="7615098" cy="465833"/>
              </a:xfrm>
              <a:prstGeom prst="rect">
                <a:avLst/>
              </a:prstGeom>
              <a:blipFill>
                <a:blip r:embed="rId5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BF0FC36-66CF-47AF-C2A2-0279688963AA}"/>
                  </a:ext>
                </a:extLst>
              </p:cNvPr>
              <p:cNvSpPr txBox="1"/>
              <p:nvPr/>
            </p:nvSpPr>
            <p:spPr>
              <a:xfrm>
                <a:off x="0" y="1479244"/>
                <a:ext cx="25165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BF0FC36-66CF-47AF-C2A2-027968896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79244"/>
                <a:ext cx="2516586" cy="461665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Obraz 9">
            <a:extLst>
              <a:ext uri="{FF2B5EF4-FFF2-40B4-BE49-F238E27FC236}">
                <a16:creationId xmlns:a16="http://schemas.microsoft.com/office/drawing/2014/main" id="{A7A0C376-870C-372C-ED4D-07319DE9D8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791" y="1298957"/>
            <a:ext cx="3423699" cy="3127624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23C4CCA5-8DC8-96B7-DB76-139342CAEB86}"/>
              </a:ext>
            </a:extLst>
          </p:cNvPr>
          <p:cNvSpPr txBox="1"/>
          <p:nvPr/>
        </p:nvSpPr>
        <p:spPr>
          <a:xfrm>
            <a:off x="2990823" y="-45720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coefficient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A99B667B-98FC-359F-5233-98BB876A2E11}"/>
              </a:ext>
            </a:extLst>
          </p:cNvPr>
          <p:cNvSpPr txBox="1"/>
          <p:nvPr/>
        </p:nvSpPr>
        <p:spPr>
          <a:xfrm>
            <a:off x="176470" y="785277"/>
            <a:ext cx="7122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binomial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expansion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8BCB2F33-B10D-CE2F-FB42-C0D10261DD4F}"/>
                  </a:ext>
                </a:extLst>
              </p14:cNvPr>
              <p14:cNvContentPartPr/>
              <p14:nvPr/>
            </p14:nvContentPartPr>
            <p14:xfrm>
              <a:off x="5454720" y="1359000"/>
              <a:ext cx="4883400" cy="41468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8BCB2F33-B10D-CE2F-FB42-C0D10261DD4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45360" y="1349640"/>
                <a:ext cx="4902120" cy="416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602460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2072</TotalTime>
  <Words>1310</Words>
  <Application>Microsoft Office PowerPoint</Application>
  <PresentationFormat>Panoramiczny</PresentationFormat>
  <Paragraphs>159</Paragraphs>
  <Slides>28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64</cp:revision>
  <dcterms:created xsi:type="dcterms:W3CDTF">2024-10-31T12:17:59Z</dcterms:created>
  <dcterms:modified xsi:type="dcterms:W3CDTF">2025-09-19T15:51:52Z</dcterms:modified>
</cp:coreProperties>
</file>