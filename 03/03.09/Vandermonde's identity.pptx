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25T12:42:29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24359 3616 0,'0'-18'0,"18"18"16,-18-17-1,0-1 16,-18 53 1,18 1-17,-35 193 1,17-159 0,1 283-1,87-123 16,-52-213-15,17 1-16,-17-1 0</inkml:trace>
  <inkml:trace contextRef="#ctx0" brushRef="#br0" timeOffset="1035.96">24800 3616 0,'18'0'16,"35"-18"15,-36 1-15,1-1 0,17-35-1,-35 18 1,0 17-16,0-35 15,-17 53 1,-19-35 0,19 35-1,-1 0 1,-17 35 0,35 36-1,0-36 1,18 124-1,-36 0 17,18-142-17,-35 36 1,-1-123 15,36 52-15,0-70-1,18 70 1,17-17 0,-17 35-1</inkml:trace>
  <inkml:trace contextRef="#ctx0" brushRef="#br0" timeOffset="1897.12">24836 4075 0,'0'35'31,"-18"35"-15,18-34-1,0 70 17,18-89-17,17-52 1,-18 17-16,1 18 16,35-53-1,-71 124 16,1 17-15,17-53 0,0 18-1</inkml:trace>
  <inkml:trace contextRef="#ctx0" brushRef="#br0" timeOffset="2459.71">25206 3228 0,'0'0'15,"18"70"16,17 248 1,18 211-1,-53-441-31,-18 177 31,-17-195-15</inkml:trace>
  <inkml:trace contextRef="#ctx0" brushRef="#br0" timeOffset="2795.35">25541 4022 0,'0'0'0,"71"35"31,-54-17-31,1-18 16,70 53 15</inkml:trace>
  <inkml:trace contextRef="#ctx0" brushRef="#br0" timeOffset="2955.88">25647 3881 0,'0'0'0,"35"0"32,-17 17-32,17-17 31</inkml:trace>
  <inkml:trace contextRef="#ctx0" brushRef="#br0" timeOffset="3843.52">26317 3281 0,'18'0'16,"-18"17"-1,18-17-15,52-17 32,-52 17-17,52-71 1,-70 54 0,0-36-1,-17 35 1,-36-17-1,0 52 32,35 125-15,18-107-32,-17 159 31,-54-35 0,36-212 0,52-71 1,-17 107-32,89-36 31,-72 35-31</inkml:trace>
  <inkml:trace contextRef="#ctx0" brushRef="#br0" timeOffset="4134.83">26723 2963 0,'0'53'31,"0"-106"-31,-18 300 31,1-211-31,17 16 0,-18 37 16</inkml:trace>
  <inkml:trace contextRef="#ctx0" brushRef="#br0" timeOffset="4301.8">26723 3563 0,'0'18'16,"0"-36"-16,-18 71 31,1-53-15</inkml:trace>
  <inkml:trace contextRef="#ctx0" brushRef="#br0" timeOffset="4654.82">25947 3810 0,'17'-18'16,"1"18"-16,141 18 31,-106-18-16,194 35 1,-124-17 0,54 0-1</inkml:trace>
  <inkml:trace contextRef="#ctx0" brushRef="#br0" timeOffset="5128.47">26070 3933 0,'0'0'0,"18"0"16,-18 0 15,-18 159 0,54-35 0,-1-107-15,35-52 15,-105 123 0,17-52-31,-17 105 32</inkml:trace>
  <inkml:trace contextRef="#ctx0" brushRef="#br0" timeOffset="5388.89">26353 4039 0,'0'0'15,"0"-35"1,0 17 0,0 124 15,0 106 0,17-177-15</inkml:trace>
  <inkml:trace contextRef="#ctx0" brushRef="#br0" timeOffset="5564.93">26388 4392 0,'-18'35'31,"36"-70"-31,-36 88 16,18-71 0</inkml:trace>
  <inkml:trace contextRef="#ctx0" brushRef="#br0" timeOffset="6095.09">26599 3969 0,'0'0'0,"0"-18"16,18 0 0,0 18-1,-1-17 1,-17 34 31,-17 54-16,-1-53-15,18-1-16,0 72 15,0-72 1,0 18-1,35-35 1,-17 0 0,17-17-1,-35 70 17,0-18-17,0 36 1</inkml:trace>
  <inkml:trace contextRef="#ctx0" brushRef="#br0" timeOffset="6331.16">26899 3986 0,'0'0'0,"18"-17"16,-18-1-16,0 89 31,0-54-15,-18 89 0,18-71-1,0-17-15,0 0 0</inkml:trace>
  <inkml:trace contextRef="#ctx0" brushRef="#br0" timeOffset="6479.7">27058 4410 0,'0'0'0,"-53"88"15,36-106 16</inkml:trace>
  <inkml:trace contextRef="#ctx0" brushRef="#br0" timeOffset="7423.73">27358 3898 0,'0'18'0,"18"-18"0,34 0 31,-34-18-31</inkml:trace>
  <inkml:trace contextRef="#ctx0" brushRef="#br0" timeOffset="7552.26">27376 3739 0,'17'36'31,"71"-1"1</inkml:trace>
  <inkml:trace contextRef="#ctx0" brushRef="#br0" timeOffset="8427.04">27869 3140 0,'0'-18'16,"-17"36"-1,-1 105 17,18-88-17,35 54 1,-17-72 0,70 1-1,-70-18 1,0 0-16,17 35 15,-35 1 1,-71 69 0,36-69-1,0-54 17</inkml:trace>
  <inkml:trace contextRef="#ctx0" brushRef="#br0" timeOffset="8576.59">27905 3193 0,'0'0'0,"35"-36"15,71 19 1,0 52 15</inkml:trace>
  <inkml:trace contextRef="#ctx0" brushRef="#br0" timeOffset="8781.2">28240 3387 0,'18'-18'47,"17"0"-32</inkml:trace>
  <inkml:trace contextRef="#ctx0" brushRef="#br0" timeOffset="9161.32">28610 3122 0,'0'-18'15,"-35"54"16,-18 70-15,35 105 15,107-140 1,-72-89-32,19-17 15,-19-53 16,-34 70-31,-72 71 32,54 35-1</inkml:trace>
  <inkml:trace contextRef="#ctx0" brushRef="#br0" timeOffset="9343.74">28822 3369 0,'0'0'0,"-35"18"32,35-1-1,17-34-31</inkml:trace>
  <inkml:trace contextRef="#ctx0" brushRef="#br0" timeOffset="9781.86">28998 3069 0,'0'0'0,"0"-17"15,36 34 16,-19 1-15,36 17 0,-35-35-1,17 0 1,-53 35 15,1 1-15,-1-1-16,1 0 15,-36 142 1,53-160-16,-18 54 31</inkml:trace>
  <inkml:trace contextRef="#ctx0" brushRef="#br0" timeOffset="9920.93">28963 3351 0,'35'0'32,"36"36"-1,-71-19-31</inkml:trace>
  <inkml:trace contextRef="#ctx0" brushRef="#br0" timeOffset="10111">29245 3404 0,'0'0'32,"0"18"-1,18-18-31</inkml:trace>
  <inkml:trace contextRef="#ctx0" brushRef="#br0" timeOffset="10579.12">29510 3351 0,'0'0'0,"53"-53"31,35-17 0,-35-36 1,-88 53-1,-18 36 0,53 34-31,-36 107 31,19 17-15,-36 88 15,18-158-15,-1-36-1,-17-53 17,71-35-17,88-88 17,-88 141-32,-18-17 15,17-1-15</inkml:trace>
  <inkml:trace contextRef="#ctx0" brushRef="#br0" timeOffset="11140.26">27852 3722 0,'-18'0'15,"1"0"1,34 0-1,36 0 1,35 35 0,177 18-1,-195-35 1,1-1-16,264 36 16,-264-53-1,17 18-15,229 17 16,-264-17-1,141 35 1,-141-53 0</inkml:trace>
  <inkml:trace contextRef="#ctx0" brushRef="#br0" timeOffset="11640.94">27834 4145 0,'18'0'0,"-18"-17"16,88-54 15,-53 53-31,53-52 32,-88 105-1,-35 71-16,18 17 17</inkml:trace>
  <inkml:trace contextRef="#ctx0" brushRef="#br0" timeOffset="11799">28169 4163 0,'0'0'16,"0"17"15,53-52 1</inkml:trace>
  <inkml:trace contextRef="#ctx0" brushRef="#br0" timeOffset="12110.03">28399 3986 0,'53'0'31,"-106"0"-31,158 53 31,-105-35-31,0 0 16,-17-1-16,-18 124 31,52-35 0,89-141 0</inkml:trace>
  <inkml:trace contextRef="#ctx0" brushRef="#br0" timeOffset="12267.57">28663 4198 0,'-17'0'31,"17"18"-16,35-36 17</inkml:trace>
  <inkml:trace contextRef="#ctx0" brushRef="#br0" timeOffset="12705.23">28857 4075 0,'0'0'0,"36"-18"16,-19 0-1,36 18 1,-18 36 15,-52-1-15,17 0-1,-36 0 1,19-35 0,34 18-1,54 0 16,-71-1-15,18-17-16,-1 53 16,-34-35-1,-54 0 1,53-18 0,-17-18-1</inkml:trace>
  <inkml:trace contextRef="#ctx0" brushRef="#br0" timeOffset="12886.78">29157 4198 0,'0'0'0,"18"18"47,-36-18-31</inkml:trace>
  <inkml:trace contextRef="#ctx0" brushRef="#br0" timeOffset="13282.7">29492 4022 0,'0'0'0,"0"17"31,-70 72 0,70-19-15,0-52-16,53 17 31,52-70 1,-87 52-17,-71 107 16,-53-36 1</inkml:trace>
  <inkml:trace contextRef="#ctx0" brushRef="#br0" timeOffset="14094.96">28240 4427 0,'70'-35'16,"36"-18"0,-53 18-16,124-71 15,-125 71-15,1 0 16</inkml:trace>
  <inkml:trace contextRef="#ctx0" brushRef="#br0" timeOffset="14468.56">29404 4410 0,'71'-71'31,"-142"142"-31,371-301 32,-159 54-1</inkml:trace>
  <inkml:trace contextRef="#ctx0" brushRef="#br0" timeOffset="14892.79">29369 3563 0,'106'-106'15,"-212"212"-15,317-282 16,-34 17 0,-89 71-1</inkml:trace>
  <inkml:trace contextRef="#ctx0" brushRef="#br0" timeOffset="16379.41">28875 4269 0,'35'0'16,"159"-106"-1,-70 0 17</inkml:trace>
  <inkml:trace contextRef="#ctx0" brushRef="#br0" timeOffset="17063.93">28399 3440 0,'17'0'16,"36"-36"0,0 19-1,18-19 1,-36 19-16,106-71 16</inkml:trace>
  <inkml:trace contextRef="#ctx0" brushRef="#br0" timeOffset="17546.24">28681 2681 0,'17'0'0,"-34"0"0,52 0 16,-17 0 0,35-18-1,-53 36 1,-36 35-1,19-35 1,17 105 0,0-105-1,106 35 1</inkml:trace>
  <inkml:trace contextRef="#ctx0" brushRef="#br0" timeOffset="21811.83">30092 4110 0,'18'-18'31,"70"18"0,-71 0-31,89-35 32,-88 17-32</inkml:trace>
  <inkml:trace contextRef="#ctx0" brushRef="#br0" timeOffset="21988.4">30180 3916 0,'0'-18'16,"18"18"-1,176-35 16,-177 35-15</inkml:trace>
  <inkml:trace contextRef="#ctx0" brushRef="#br0" timeOffset="22437.58">30692 3581 0,'35'-53'31,"-35"35"-31,-35 89 0,88-142 16,-53 54-16,17-1 15,19 0 1,-19 18-16,18 0 15,54 0 1,-72 0 0,54-17-1,-54 17 1,1-18 0,-18 71-1,-18-35 1,18 17-16,-70 124 15,17-71 1,-35 123 0,70-158-1,-17-17-15,-18 105 16,18-106 0</inkml:trace>
  <inkml:trace contextRef="#ctx0" brushRef="#br0" timeOffset="22609.62">30639 4004 0,'0'-18'0,"0"36"0,17-53 16,54 52 0,-53-17-1,17 0-15,88-17 16,-87 17-1,-1-18-15,0 18 0</inkml:trace>
  <inkml:trace contextRef="#ctx0" brushRef="#br0" timeOffset="22955.54">31415 3687 0,'0'0'0,"-18"0"16,-70 176 15,70 141 1,195-264-1,17-335 0,-229-18 0,-195 300 1,107 212-1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0" Type="http://schemas.openxmlformats.org/officeDocument/2006/relationships/image" Target="../media/image2.png"/><Relationship Id="rId9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.png"/><Relationship Id="rId10" Type="http://schemas.openxmlformats.org/officeDocument/2006/relationships/image" Target="../media/image120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2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CDAB851-A39E-3BF4-027F-6F0E3E0234DD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CDAB851-A39E-3BF4-027F-6F0E3E02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E339ED0E-790D-19D5-451D-EAADEA771026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7A76D-CCF9-046B-35AB-D9238566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9019890-2BE8-EE64-B545-E99ECFC7325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9019890-2BE8-EE64-B545-E99ECFC73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38068203-59E1-1069-83CD-08E8E21DC631}"/>
              </a:ext>
            </a:extLst>
          </p:cNvPr>
          <p:cNvSpPr txBox="1"/>
          <p:nvPr/>
        </p:nvSpPr>
        <p:spPr>
          <a:xfrm>
            <a:off x="176469" y="234782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E5E48AA-0BAE-87B6-1A54-13DD5D98CA28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C3DF7C7-D1D8-423B-C817-6BACE2B1551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C3DF7C7-D1D8-423B-C817-6BACE2B15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4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96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0A7D5-4465-6F04-6CD6-C0518FE5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2245629-99BA-C228-2D4E-067F982F5E5A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2245629-99BA-C228-2D4E-067F982F5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4882C74-944A-64B3-71ED-B71E5AAF2BC1}"/>
                  </a:ext>
                </a:extLst>
              </p:cNvPr>
              <p:cNvSpPr txBox="1"/>
              <p:nvPr/>
            </p:nvSpPr>
            <p:spPr>
              <a:xfrm>
                <a:off x="176470" y="280948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4882C74-944A-64B3-71ED-B71E5AAF2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9486"/>
                <a:ext cx="11839060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C2D75AF-AF5C-9118-FA15-5EBFC233178A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F1258D8-E386-959D-784D-687EFA742A10}"/>
              </a:ext>
            </a:extLst>
          </p:cNvPr>
          <p:cNvSpPr txBox="1"/>
          <p:nvPr/>
        </p:nvSpPr>
        <p:spPr>
          <a:xfrm>
            <a:off x="176469" y="234782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11933C4-7CD9-3C56-9F32-593CDDF7A06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11933C4-7CD9-3C56-9F32-593CDDF7A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5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231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2756-E699-DE59-2093-1B862443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6E2FEC3-DB8B-97D7-16B2-F0697E6200C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6E2FEC3-DB8B-97D7-16B2-F0697E62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781E860-14FB-3A01-E6C7-66F85A9379EE}"/>
                  </a:ext>
                </a:extLst>
              </p:cNvPr>
              <p:cNvSpPr txBox="1"/>
              <p:nvPr/>
            </p:nvSpPr>
            <p:spPr>
              <a:xfrm>
                <a:off x="176470" y="2809486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5+3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781E860-14FB-3A01-E6C7-66F85A937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9486"/>
                <a:ext cx="11839060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A90904D-273E-9972-D8E8-DD33497DE698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00142A1-BC30-BED5-8332-25B7EBAD38AD}"/>
              </a:ext>
            </a:extLst>
          </p:cNvPr>
          <p:cNvSpPr txBox="1"/>
          <p:nvPr/>
        </p:nvSpPr>
        <p:spPr>
          <a:xfrm>
            <a:off x="176469" y="234782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1594EA6-96D8-52C2-D965-6B9C61F92C8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1594EA6-96D8-52C2-D965-6B9C61F92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5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42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8AAA-AD5C-0F37-9401-527D9990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0D9D732-61AE-747A-3CB8-D318978E563D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0D9D732-61AE-747A-3CB8-D318978E5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72B71E-41A8-56B9-5C05-80CA53955CC5}"/>
                  </a:ext>
                </a:extLst>
              </p:cNvPr>
              <p:cNvSpPr txBox="1"/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5+3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72B71E-41A8-56B9-5C05-80CA53955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AAC2ABD3-D41E-F3FF-1588-E9C503C97060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C6996D6-D236-A968-6A55-B7A937B777B7}"/>
              </a:ext>
            </a:extLst>
          </p:cNvPr>
          <p:cNvSpPr txBox="1"/>
          <p:nvPr/>
        </p:nvSpPr>
        <p:spPr>
          <a:xfrm>
            <a:off x="176469" y="234782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2E80D85-54E7-347D-EC6A-8A7A1DB9AB1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2E80D85-54E7-347D-EC6A-8A7A1DB9A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5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75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0FF8C-4D50-0A48-8857-C675D955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FACFB6B-C76F-01CF-38D0-A69441E0E77C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FACFB6B-C76F-01CF-38D0-A69441E0E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2719E35-B7A5-B5DB-5598-29FB689C1CF8}"/>
                  </a:ext>
                </a:extLst>
              </p:cNvPr>
              <p:cNvSpPr txBox="1"/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5+3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2719E35-B7A5-B5DB-5598-29FB689C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F7D5E80-B2FF-B4A6-3F3A-3A2AD8B72669}"/>
                  </a:ext>
                </a:extLst>
              </p:cNvPr>
              <p:cNvSpPr txBox="1"/>
              <p:nvPr/>
            </p:nvSpPr>
            <p:spPr>
              <a:xfrm>
                <a:off x="176470" y="3835857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F7D5E80-B2FF-B4A6-3F3A-3A2AD8B72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5857"/>
                <a:ext cx="11839060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36D76E2E-DE35-4A01-83C5-AF5184657BE6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A609239-C907-6A6D-9B09-A037F265A791}"/>
              </a:ext>
            </a:extLst>
          </p:cNvPr>
          <p:cNvSpPr txBox="1"/>
          <p:nvPr/>
        </p:nvSpPr>
        <p:spPr>
          <a:xfrm>
            <a:off x="176469" y="234782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0F3A103-D793-A63D-7F5B-CCDE88B40DA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0F3A103-D793-A63D-7F5B-CCDE88B40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6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727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6C5A-12CD-2D0D-9CA3-88C5FA1B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3A93E5-B0FC-C38A-9655-153224B2CB4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3A93E5-B0FC-C38A-9655-153224B2C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52A7B01-05A3-6BFA-AE17-91E15942E691}"/>
                  </a:ext>
                </a:extLst>
              </p:cNvPr>
              <p:cNvSpPr txBox="1"/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5+3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52A7B01-05A3-6BFA-AE17-91E15942E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E8F9FA8-58B1-148E-645C-A4CAD20827FB}"/>
                  </a:ext>
                </a:extLst>
              </p:cNvPr>
              <p:cNvSpPr txBox="1"/>
              <p:nvPr/>
            </p:nvSpPr>
            <p:spPr>
              <a:xfrm>
                <a:off x="176470" y="4692395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E8F9FA8-58B1-148E-645C-A4CAD2082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92395"/>
                <a:ext cx="11839060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B341ECD-0A79-EBFE-6733-956135910A34}"/>
                  </a:ext>
                </a:extLst>
              </p:cNvPr>
              <p:cNvSpPr txBox="1"/>
              <p:nvPr/>
            </p:nvSpPr>
            <p:spPr>
              <a:xfrm>
                <a:off x="176470" y="3835857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B341ECD-0A79-EBFE-6733-956135910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5857"/>
                <a:ext cx="11839060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F3793F91-D70D-66B6-1E08-2A35BAE877F7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1A46544-DF6C-74BD-3617-FA3A614EBB0D}"/>
              </a:ext>
            </a:extLst>
          </p:cNvPr>
          <p:cNvSpPr txBox="1"/>
          <p:nvPr/>
        </p:nvSpPr>
        <p:spPr>
          <a:xfrm>
            <a:off x="176469" y="234782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39CC134-C705-37F8-FC38-56DE8E4286B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39CC134-C705-37F8-FC38-56DE8E428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7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14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9AE6F-4655-9053-E8A8-89C1A477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036D07D-BD58-5B70-927A-F3F9984E19F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036D07D-BD58-5B70-927A-F3F9984E1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FAED7B-5EE6-49A7-7EC1-1FECE0707F4E}"/>
                  </a:ext>
                </a:extLst>
              </p:cNvPr>
              <p:cNvSpPr txBox="1"/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5+3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4−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FAED7B-5EE6-49A7-7EC1-1FECE0707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9486"/>
                <a:ext cx="11839060" cy="1129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5464536-070D-E12D-A4C8-D590BFC5387C}"/>
                  </a:ext>
                </a:extLst>
              </p:cNvPr>
              <p:cNvSpPr txBox="1"/>
              <p:nvPr/>
            </p:nvSpPr>
            <p:spPr>
              <a:xfrm>
                <a:off x="176470" y="4692395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=5⋅1+10⋅3+10⋅3+5⋅1=70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5464536-070D-E12D-A4C8-D590BFC53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92395"/>
                <a:ext cx="11839060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AF47836-E8EA-B9B4-F178-C994307DF7A7}"/>
                  </a:ext>
                </a:extLst>
              </p:cNvPr>
              <p:cNvSpPr txBox="1"/>
              <p:nvPr/>
            </p:nvSpPr>
            <p:spPr>
              <a:xfrm>
                <a:off x="176470" y="3835857"/>
                <a:ext cx="1183906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AF47836-E8EA-B9B4-F178-C994307DF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5857"/>
                <a:ext cx="11839060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949D8DF-8949-2004-D08B-13698195AF03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96269B0-AEDD-3E05-679F-F830A9D3B39B}"/>
              </a:ext>
            </a:extLst>
          </p:cNvPr>
          <p:cNvSpPr txBox="1"/>
          <p:nvPr/>
        </p:nvSpPr>
        <p:spPr>
          <a:xfrm>
            <a:off x="176469" y="234782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0C456F2-C596-71C6-2DFF-696F70A071C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E0C456F2-C596-71C6-2DFF-696F70A07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7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FBBDCCF-7710-E88F-1456-1B730A9E7C8F}"/>
                  </a:ext>
                </a:extLst>
              </p14:cNvPr>
              <p14:cNvContentPartPr/>
              <p14:nvPr/>
            </p14:nvContentPartPr>
            <p14:xfrm>
              <a:off x="8744040" y="958680"/>
              <a:ext cx="2654640" cy="6861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FBBDCCF-7710-E88F-1456-1B730A9E7C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34680" y="949320"/>
                <a:ext cx="2673360" cy="70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5627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A9FA-2378-3809-47CA-F481D932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47CCBB9-564B-F60A-A14D-15EED97B9545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47CCBB9-564B-F60A-A14D-15EED97B9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AAF0010D-5D35-1F63-403E-8FE79B27FD07}"/>
              </a:ext>
            </a:extLst>
          </p:cNvPr>
          <p:cNvSpPr txBox="1"/>
          <p:nvPr/>
        </p:nvSpPr>
        <p:spPr>
          <a:xfrm>
            <a:off x="176469" y="2347821"/>
            <a:ext cx="109985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Vandermonde’s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identity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a powerful proof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tool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many theorems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related to operations on Newton’s binomial coefficients can be proved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using this formula.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2521E68-3C63-5C58-A20E-54BD5E7A3D32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BF1AC96-F4FD-490A-E7CC-442FD70730F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BF1AC96-F4FD-490A-E7CC-442FD7073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4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311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2D5F5-AD28-F642-C381-2C0F53BD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A63D502-F19D-D0E7-B3E2-9F5CC055FB1F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19A8C22-782B-C5D4-CAB1-7E595E7D4759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19A8C22-782B-C5D4-CAB1-7E595E7D4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341F0397-95E5-57A9-834B-75A6A9E261D5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A4A7D4B-1AB2-498B-4863-F6B5444610C3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A4A7D4B-1AB2-498B-4863-F6B544461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A99E7EB-EB81-5442-9D18-47B4E6619B1F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71E2-BE0A-96F1-3D42-82584B3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C5A4111-76BE-0276-F293-98263EB0BA2F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C5A4111-76BE-0276-F293-98263EB0B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829E1394-829F-E6DC-3CE8-53B9FF5B8569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0F8F381-F965-716E-7E8A-C92A69A7E64F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0F8F381-F965-716E-7E8A-C92A69A7E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8FFFE98E-AB97-BDE4-4242-AC5C4B928DAC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2D5F502-E625-06CB-A983-8ACB6D287A15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82AA150-DDBC-0BD6-D30B-AFADA3282922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84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C697A-7254-C848-6A31-5C3DDB2C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3526CA0-A928-3DF2-ECE8-5EDFD7A6039B}"/>
                  </a:ext>
                </a:extLst>
              </p:cNvPr>
              <p:cNvSpPr txBox="1"/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Applying Vandermonde’s identity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3526CA0-A928-3DF2-ECE8-5EDFD7A60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blipFill>
                <a:blip r:embed="rId2"/>
                <a:stretch>
                  <a:fillRect l="-1075" t="-11842" r="-13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8C4B416-0ACE-4122-B8A1-2E355E2B9FFB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8C4B416-0ACE-4122-B8A1-2E355E2B9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BDFB602-7002-5C79-22B0-51C489120BED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BDFB602-7002-5C79-22B0-51C489120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31AF29E-C840-E940-FD61-972DFC807B40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41DBAD5-B28C-0B74-EF26-749333F81535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FE420B9-0579-9DE3-959E-1831CC8629C5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DBC785A-1486-5F75-A28C-9C09C3012B98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82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7F5B-9819-7D84-2FA4-C1604516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BD45DC9-CC6D-D9A2-3865-D0D0ADADF2A5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BD45DC9-CC6D-D9A2-3865-D0D0ADADF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F7D1485-A659-7CD4-E577-B2A411A46C3D}"/>
                  </a:ext>
                </a:extLst>
              </p:cNvPr>
              <p:cNvSpPr txBox="1"/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F7D1485-A659-7CD4-E577-B2A411A4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0513FE8-42B0-2339-B3E4-C7E410D3C350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0513FE8-42B0-2339-B3E4-C7E410D3C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CFB1011-8A1A-6256-347B-574EBA34123C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576D116-35D2-86C8-9766-9EA9DDD153D6}"/>
                  </a:ext>
                </a:extLst>
              </p:cNvPr>
              <p:cNvSpPr txBox="1"/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Applying Vandermonde’s identity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6576D116-35D2-86C8-9766-9EA9DDD15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blipFill>
                <a:blip r:embed="rId6"/>
                <a:stretch>
                  <a:fillRect l="-1075" t="-11842" r="-13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210BE7D-CDD3-7725-9741-E800AADCFA1C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E0AE2A6-FBB3-A096-A315-9F967703B593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27D6BC5D-B650-791F-84E7-48ED885172B7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755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E00C-E203-ED4C-DF95-D6285A8B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2A129DD-A10C-528C-4EFC-6AFF16DD204B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2A129DD-A10C-528C-4EFC-6AFF16DD2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3E6444F-2498-36B0-612B-DC770959F7A8}"/>
                  </a:ext>
                </a:extLst>
              </p:cNvPr>
              <p:cNvSpPr txBox="1"/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3E6444F-2498-36B0-612B-DC770959F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7BA9AC9-F678-F661-66E3-7BB20F8F929C}"/>
                  </a:ext>
                </a:extLst>
              </p:cNvPr>
              <p:cNvSpPr txBox="1"/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7BA9AC9-F678-F661-66E3-7BB20F8F9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C6078F9-1A59-A5CE-63A8-83CE2F1B0F22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C6078F9-1A59-A5CE-63A8-83CE2F1B0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603F03F-EF4E-0B4F-4CFB-0F5C65AF214E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4B060C3-649A-769C-FF2D-B38E428B1D8A}"/>
                  </a:ext>
                </a:extLst>
              </p:cNvPr>
              <p:cNvSpPr txBox="1"/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Applying Vandermonde’s identity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4B060C3-649A-769C-FF2D-B38E428B1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blipFill>
                <a:blip r:embed="rId7"/>
                <a:stretch>
                  <a:fillRect l="-1075" t="-11842" r="-13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A4F22E3-9CBC-78E8-A704-C7631D76F493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CE1A793-C5FB-BAF0-5116-C43A7276A8F3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71F4A05F-A3E3-A427-DF94-25301AA28F6A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941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DA2E-FEDF-D6D9-DA06-3C9EF30A7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B831EBC-EF47-7982-E504-1507110D0C57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B831EBC-EF47-7982-E504-1507110D0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EA14073-61A3-1126-79C0-73214EC4E685}"/>
                  </a:ext>
                </a:extLst>
              </p:cNvPr>
              <p:cNvSpPr txBox="1"/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EA14073-61A3-1126-79C0-73214EC4E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47E2CD9-F0EA-EAA0-81FF-EB6B4E5D1488}"/>
                  </a:ext>
                </a:extLst>
              </p:cNvPr>
              <p:cNvSpPr txBox="1"/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47E2CD9-F0EA-EAA0-81FF-EB6B4E5D1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B3AFE03-CAC3-48DC-1EA2-9CE4BD06A6BB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B3AFE03-CAC3-48DC-1EA2-9CE4BD06A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0C90CE2-6A2C-0B47-88A8-E63F5D5AF375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BFAEAA9-62AB-DC30-907B-A49B3F858CEB}"/>
                  </a:ext>
                </a:extLst>
              </p:cNvPr>
              <p:cNvSpPr txBox="1"/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Applying Vandermonde’s identity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DBFAEAA9-62AB-DC30-907B-A49B3F858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blipFill>
                <a:blip r:embed="rId7"/>
                <a:stretch>
                  <a:fillRect l="-1075" t="-11842" r="-13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5AA3405-7DDE-D069-61B8-8EAD10EFCDFA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09A5A301-2E11-F128-6A63-0F93925E59F9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3F74AF97-3D17-ACF7-201F-6BAB2AAA4FB1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755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54B46-362F-F700-3027-877118FD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5CFD5AF-9EAD-483F-2169-438F64BD0576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5CFD5AF-9EAD-483F-2169-438F64BD0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4356EE3-C4FF-6028-E1B8-025DDAA5BDF6}"/>
                  </a:ext>
                </a:extLst>
              </p:cNvPr>
              <p:cNvSpPr txBox="1"/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4356EE3-C4FF-6028-E1B8-025DDAA5B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3EC5534-5F13-C26B-599C-EE31D4D713D5}"/>
                  </a:ext>
                </a:extLst>
              </p:cNvPr>
              <p:cNvSpPr txBox="1"/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3EC5534-5F13-C26B-599C-EE31D4D71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4DDA269-7F1F-E9F4-6AFB-4C857582B950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84DDA269-7F1F-E9F4-6AFB-4C857582B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F6A34AF-1267-370C-9600-319997ABCC9B}"/>
                  </a:ext>
                </a:extLst>
              </p:cNvPr>
              <p:cNvSpPr txBox="1"/>
              <p:nvPr/>
            </p:nvSpPr>
            <p:spPr>
              <a:xfrm>
                <a:off x="8569973" y="1712465"/>
                <a:ext cx="4007341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F6A34AF-1267-370C-9600-319997ABC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973" y="1712465"/>
                <a:ext cx="4007341" cy="7248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58468AE-E17B-EBEE-DF14-EDB3CE0081F4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F852ABC9-AB6F-EED1-F729-7977127B0067}"/>
                  </a:ext>
                </a:extLst>
              </p:cNvPr>
              <p:cNvSpPr txBox="1"/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Applying Vandermonde’s identity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F852ABC9-AB6F-EED1-F729-7977127B0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blipFill>
                <a:blip r:embed="rId8"/>
                <a:stretch>
                  <a:fillRect l="-1075" t="-11842" r="-13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105F6D6-3CD3-EB19-EFE3-A2A3C7B1F273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72E9D52-B01B-23A5-FB72-EB25ABE961E1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397A55BE-59C9-4C1A-E604-6CEC9BAE3E1E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76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AEE9-17EE-1BF8-3A05-FE30AEFD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6C9E8D1-2F41-590E-E3ED-3682D09BC566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6C9E8D1-2F41-590E-E3ED-3682D09BC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733E03B-8B62-EBE5-719B-4954FF89B485}"/>
                  </a:ext>
                </a:extLst>
              </p:cNvPr>
              <p:cNvSpPr txBox="1"/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733E03B-8B62-EBE5-719B-4954FF89B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F06994F-2DB1-10AD-276B-8B33FCBB87BC}"/>
                  </a:ext>
                </a:extLst>
              </p:cNvPr>
              <p:cNvSpPr txBox="1"/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F06994F-2DB1-10AD-276B-8B33FCBB8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8869F99-573D-BBFF-53F2-BAD9CDFC72B2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68869F99-573D-BBFF-53F2-BAD9CDFC7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99A885-C172-5F16-16D6-DADB113EA7E1}"/>
                  </a:ext>
                </a:extLst>
              </p:cNvPr>
              <p:cNvSpPr txBox="1"/>
              <p:nvPr/>
            </p:nvSpPr>
            <p:spPr>
              <a:xfrm>
                <a:off x="8569973" y="1712465"/>
                <a:ext cx="4007341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99A885-C172-5F16-16D6-DADB113EA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973" y="1712465"/>
                <a:ext cx="4007341" cy="7248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563FB50-F24B-AA00-FADB-E996525C5598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BC6C227-AB5A-B29B-B96B-E7C1002671FD}"/>
                  </a:ext>
                </a:extLst>
              </p:cNvPr>
              <p:cNvSpPr txBox="1"/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Applying Vandermonde’s identity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8BC6C227-AB5A-B29B-B96B-E7C100267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blipFill>
                <a:blip r:embed="rId8"/>
                <a:stretch>
                  <a:fillRect l="-1075" t="-11842" r="-13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4E7E5FF-488B-0CA3-1DE3-6E553A8C2171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E5E529A-69A2-904B-05AB-8F4D5313C3DE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1704D148-4118-925A-7256-8F05D5CF6F54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267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8A183-B714-E3C0-6F11-CEC957BD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829372A-B1B1-D066-7D4F-E48D79015E60}"/>
                  </a:ext>
                </a:extLst>
              </p:cNvPr>
              <p:cNvSpPr txBox="1"/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829372A-B1B1-D066-7D4F-E48D79015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08607"/>
                <a:ext cx="11916698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1C18E40-75B9-14E2-46B8-3803BA81B92D}"/>
                  </a:ext>
                </a:extLst>
              </p:cNvPr>
              <p:cNvSpPr txBox="1"/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1C18E40-75B9-14E2-46B8-3803BA81B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52959"/>
                <a:ext cx="11916698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3E3ACEE-607F-3A4E-927B-D65D28E1FA71}"/>
                  </a:ext>
                </a:extLst>
              </p:cNvPr>
              <p:cNvSpPr txBox="1"/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3E3ACEE-607F-3A4E-927B-D65D28E1F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2" y="4471247"/>
                <a:ext cx="11916698" cy="1100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C5C2E9D-7FD6-6847-105F-86EB8B9B8109}"/>
                  </a:ext>
                </a:extLst>
              </p:cNvPr>
              <p:cNvSpPr txBox="1"/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C5C2E9D-7FD6-6847-105F-86EB8B9B8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659" y="607728"/>
                <a:ext cx="4007341" cy="1100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CAC4D8-774B-28BA-46E4-FAAB40A3C874}"/>
                  </a:ext>
                </a:extLst>
              </p:cNvPr>
              <p:cNvSpPr txBox="1"/>
              <p:nvPr/>
            </p:nvSpPr>
            <p:spPr>
              <a:xfrm>
                <a:off x="8569973" y="1712465"/>
                <a:ext cx="4007341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CAC4D8-774B-28BA-46E4-FAAB40A3C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973" y="1712465"/>
                <a:ext cx="4007341" cy="7248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468DE5B-D460-F008-4D8F-CEAB332E2B1E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161491D-4666-5DD3-C7C0-C561BF610482}"/>
                  </a:ext>
                </a:extLst>
              </p:cNvPr>
              <p:cNvSpPr txBox="1"/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Applying Vandermonde’s identity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B161491D-4666-5DD3-C7C0-C561BF610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087406"/>
                <a:ext cx="9078447" cy="461665"/>
              </a:xfrm>
              <a:prstGeom prst="rect">
                <a:avLst/>
              </a:prstGeom>
              <a:blipFill>
                <a:blip r:embed="rId8"/>
                <a:stretch>
                  <a:fillRect l="-1075" t="-11842" r="-13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9F363C7-5030-5483-D85F-FC0506B66B52}"/>
              </a:ext>
            </a:extLst>
          </p:cNvPr>
          <p:cNvSpPr txBox="1"/>
          <p:nvPr/>
        </p:nvSpPr>
        <p:spPr>
          <a:xfrm>
            <a:off x="176470" y="263078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FABCF709-9010-0452-CA68-F916BBA5085D}"/>
              </a:ext>
            </a:extLst>
          </p:cNvPr>
          <p:cNvSpPr txBox="1"/>
          <p:nvPr/>
        </p:nvSpPr>
        <p:spPr>
          <a:xfrm>
            <a:off x="176470" y="1246942"/>
            <a:ext cx="1922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A528CD24-44A1-A16D-4F41-E1C08E087709}"/>
              </a:ext>
            </a:extLst>
          </p:cNvPr>
          <p:cNvSpPr txBox="1"/>
          <p:nvPr/>
        </p:nvSpPr>
        <p:spPr>
          <a:xfrm>
            <a:off x="176470" y="785277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01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2B2C-5154-B776-3EF6-0A7DB498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70D2E0D-F6F8-6A5E-7D6C-CF296051C165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70D2E0D-F6F8-6A5E-7D6C-CF296051C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F1D9F3B-A7D0-C0AA-9FA3-345243E0EDBE}"/>
                  </a:ext>
                </a:extLst>
              </p:cNvPr>
              <p:cNvSpPr txBox="1"/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(for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):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F1D9F3B-A7D0-C0AA-9FA3-345243E0E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blipFill>
                <a:blip r:embed="rId4"/>
                <a:stretch>
                  <a:fillRect l="-2392" t="-11842" r="-1345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4852CEEF-485C-9146-AEC8-6CC3E0501CFC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63F4568-6ECF-85E8-E021-D2B33F8B68F3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63F4568-6ECF-85E8-E021-D2B33F8B6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5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90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4370-9B08-1BCB-5594-44327128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230B5E6-207E-2F6D-58A8-EB8DA7E47E79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230B5E6-207E-2F6D-58A8-EB8DA7E47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E6AA760-778C-B261-CCBA-7D0D9146D66D}"/>
                  </a:ext>
                </a:extLst>
              </p:cNvPr>
              <p:cNvSpPr txBox="1"/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holds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will prove the formula by induction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 respect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(while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varies):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E6AA760-778C-B261-CCBA-7D0D9146D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blipFill>
                <a:blip r:embed="rId4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A2840349-F9BB-04E5-6F31-628DA199D9D7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1D354A3-0E1C-A8F5-334A-832FF45F78C6}"/>
                  </a:ext>
                </a:extLst>
              </p:cNvPr>
              <p:cNvSpPr txBox="1"/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(for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):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1D354A3-0E1C-A8F5-334A-832FF45F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blipFill>
                <a:blip r:embed="rId5"/>
                <a:stretch>
                  <a:fillRect l="-2392" t="-11842" r="-1345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AC16188-76F5-D782-592D-FD8A2EA8DF1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AC16188-76F5-D782-592D-FD8A2EA8D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6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873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F149-8F18-D268-A46C-3D0F6FEE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A46AA49-E729-0669-BA31-118C9403AD63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A46AA49-E729-0669-BA31-118C9403A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5A02158-8C32-56D6-6AFD-487F4C77628B}"/>
                  </a:ext>
                </a:extLst>
              </p:cNvPr>
              <p:cNvSpPr txBox="1"/>
              <p:nvPr/>
            </p:nvSpPr>
            <p:spPr>
              <a:xfrm>
                <a:off x="176467" y="3640483"/>
                <a:ext cx="11413509" cy="113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5A02158-8C32-56D6-6AFD-487F4C776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" y="3640483"/>
                <a:ext cx="11413509" cy="1130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A43C84B-B3CD-B08A-5F54-C226020EC368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2D23EFD-E849-4B92-7B19-0723F17AB9A3}"/>
                  </a:ext>
                </a:extLst>
              </p:cNvPr>
              <p:cNvSpPr txBox="1"/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holds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will prove the formula by induction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 respect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(while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varies):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2D23EFD-E849-4B92-7B19-0723F17AB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blipFill>
                <a:blip r:embed="rId7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EDE51DA-7973-BF54-D5B7-4C4856B9842C}"/>
                  </a:ext>
                </a:extLst>
              </p:cNvPr>
              <p:cNvSpPr txBox="1"/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(for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):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EDE51DA-7973-BF54-D5B7-4C4856B98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blipFill>
                <a:blip r:embed="rId8"/>
                <a:stretch>
                  <a:fillRect l="-2392" t="-11842" r="-1345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C3470B9-EBFE-34F0-1789-B8A1CE81880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C3470B9-EBFE-34F0-1789-B8A1CE818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9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936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B61C-C38E-3B56-F407-3F1E8EAB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18482EE-C718-91ED-F331-BF97CEC8E65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18482EE-C718-91ED-F331-BF97CEC8E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03EA899-8FC8-07F3-1737-0F51588897DE}"/>
                  </a:ext>
                </a:extLst>
              </p:cNvPr>
              <p:cNvSpPr txBox="1"/>
              <p:nvPr/>
            </p:nvSpPr>
            <p:spPr>
              <a:xfrm>
                <a:off x="176467" y="3640483"/>
                <a:ext cx="11413509" cy="113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03EA899-8FC8-07F3-1737-0F5158889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" y="3640483"/>
                <a:ext cx="11413509" cy="1130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2E9BAE9-22D5-7F63-C6F3-669836886EFB}"/>
                  </a:ext>
                </a:extLst>
              </p:cNvPr>
              <p:cNvSpPr txBox="1"/>
              <p:nvPr/>
            </p:nvSpPr>
            <p:spPr>
              <a:xfrm>
                <a:off x="176466" y="4741362"/>
                <a:ext cx="10697480" cy="113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−1−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2E9BAE9-22D5-7F63-C6F3-669836886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6" y="4741362"/>
                <a:ext cx="10697480" cy="1130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99A8BE50-684C-3D9D-E381-99032E459024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AD191B2-620D-15E6-2734-D1D6DF9F25E2}"/>
                  </a:ext>
                </a:extLst>
              </p:cNvPr>
              <p:cNvSpPr txBox="1"/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holds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will prove the formula by induction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 respect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(while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varies):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AD191B2-620D-15E6-2734-D1D6DF9F2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blipFill>
                <a:blip r:embed="rId8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FBFD9E6-FB5B-7D97-0C4F-49C431F1B6B0}"/>
                  </a:ext>
                </a:extLst>
              </p:cNvPr>
              <p:cNvSpPr txBox="1"/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(for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):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FBFD9E6-FB5B-7D97-0C4F-49C431F1B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blipFill>
                <a:blip r:embed="rId9"/>
                <a:stretch>
                  <a:fillRect l="-2392" t="-11842" r="-1345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6C7902AF-3AD3-B35C-B0E3-94F473D72C23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6C7902AF-3AD3-B35C-B0E3-94F473D7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10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1E65A-F626-ECEC-C4CE-38BB4998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A59F097-2C1A-F431-3961-05925419EF08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𝑚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𝑟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A59F097-2C1A-F431-3961-05925419E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1100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6DF9BD3-5461-A4AF-4B22-F8ACAA9B2190}"/>
                  </a:ext>
                </a:extLst>
              </p:cNvPr>
              <p:cNvSpPr txBox="1"/>
              <p:nvPr/>
            </p:nvSpPr>
            <p:spPr>
              <a:xfrm>
                <a:off x="176467" y="3640483"/>
                <a:ext cx="11413509" cy="113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6DF9BD3-5461-A4AF-4B22-F8ACAA9B2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" y="3640483"/>
                <a:ext cx="11413509" cy="1130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E48EED4-03ED-CEB7-4F73-BCBFAFB95459}"/>
                  </a:ext>
                </a:extLst>
              </p:cNvPr>
              <p:cNvSpPr txBox="1"/>
              <p:nvPr/>
            </p:nvSpPr>
            <p:spPr>
              <a:xfrm>
                <a:off x="176466" y="4741362"/>
                <a:ext cx="10697480" cy="113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−1−</m:t>
                                      </m:r>
                                      <m:r>
                                        <a:rPr lang="pl-PL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E48EED4-03ED-CEB7-4F73-BCBFAFB95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6" y="4741362"/>
                <a:ext cx="10697480" cy="1130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A38407F-F216-76C3-E24E-BC185D08C1BD}"/>
                  </a:ext>
                </a:extLst>
              </p:cNvPr>
              <p:cNvSpPr txBox="1"/>
              <p:nvPr/>
            </p:nvSpPr>
            <p:spPr>
              <a:xfrm>
                <a:off x="176466" y="5881675"/>
                <a:ext cx="2128211" cy="844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A38407F-F216-76C3-E24E-BC185D08C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6" y="5881675"/>
                <a:ext cx="2128211" cy="8444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84D6FE9-3595-CFDA-DCE6-2D280B1591AB}"/>
              </a:ext>
            </a:extLst>
          </p:cNvPr>
          <p:cNvSpPr txBox="1"/>
          <p:nvPr/>
        </p:nvSpPr>
        <p:spPr>
          <a:xfrm>
            <a:off x="2353341" y="-45720"/>
            <a:ext cx="7485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Vandermonde's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36CD655-E2D1-C5EC-1162-04C05C7BF061}"/>
                  </a:ext>
                </a:extLst>
              </p:cNvPr>
              <p:cNvSpPr txBox="1"/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holds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will prove the formula by induction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 respect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(while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varies):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36CD655-E2D1-C5EC-1162-04C05C7BF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2809486"/>
                <a:ext cx="11918263" cy="830997"/>
              </a:xfrm>
              <a:prstGeom prst="rect">
                <a:avLst/>
              </a:prstGeom>
              <a:blipFill>
                <a:blip r:embed="rId9"/>
                <a:stretch>
                  <a:fillRect l="-81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BBC7873-3D3F-2A20-56AB-CFFA01EE6F94}"/>
                  </a:ext>
                </a:extLst>
              </p:cNvPr>
              <p:cNvSpPr txBox="1"/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(for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):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BBC7873-3D3F-2A20-56AB-CFFA01EE6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347821"/>
                <a:ext cx="4077398" cy="461665"/>
              </a:xfrm>
              <a:prstGeom prst="rect">
                <a:avLst/>
              </a:prstGeom>
              <a:blipFill>
                <a:blip r:embed="rId10"/>
                <a:stretch>
                  <a:fillRect l="-2392" t="-11842" r="-1345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685CF99-F226-F306-229D-0BF610DA7FA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certain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𝑚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C685CF99-F226-F306-229D-0BF610DA7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4309000" cy="461665"/>
              </a:xfrm>
              <a:prstGeom prst="rect">
                <a:avLst/>
              </a:prstGeom>
              <a:blipFill>
                <a:blip r:embed="rId11"/>
                <a:stretch>
                  <a:fillRect l="-2263" t="-11842" r="-14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15189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1012</Words>
  <Application>Microsoft Office PowerPoint</Application>
  <PresentationFormat>Panoramiczny</PresentationFormat>
  <Paragraphs>151</Paragraphs>
  <Slides>24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133</cp:revision>
  <dcterms:created xsi:type="dcterms:W3CDTF">2024-10-31T12:17:59Z</dcterms:created>
  <dcterms:modified xsi:type="dcterms:W3CDTF">2025-09-25T12:52:55Z</dcterms:modified>
</cp:coreProperties>
</file>