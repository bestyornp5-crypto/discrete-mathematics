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70" r:id="rId7"/>
    <p:sldId id="269" r:id="rId8"/>
    <p:sldId id="268" r:id="rId9"/>
    <p:sldId id="265" r:id="rId10"/>
    <p:sldId id="266" r:id="rId11"/>
    <p:sldId id="271" r:id="rId12"/>
    <p:sldId id="272" r:id="rId13"/>
    <p:sldId id="273" r:id="rId14"/>
    <p:sldId id="274" r:id="rId15"/>
    <p:sldId id="28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5" r:id="rId26"/>
    <p:sldId id="286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22T12:24:46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11095 8996 0,'-18'0'32,"36"0"15,0 0-32,34 17 1,54 19-1,-35-19 1,17 19 0,-53-19-16,1 1 15,34-36 17</inkml:trace>
  <inkml:trace contextRef="#ctx0" brushRef="#br0" timeOffset="264.5">11236 8855 0,'18'17'15,"-1"-17"-15,89 36 32,-35-19-17,-36-17-15,0 0 0,-17 0 16</inkml:trace>
  <inkml:trace contextRef="#ctx0" brushRef="#br0" timeOffset="1432.6">9066 8449 0,'0'-18'0,"-35"1"31,17 17-15,-70 17-1,-35 142 17,88-106-17,17 18-15,-70 228 16,88-228 0,88 141-1,-53-212 1,53-18-1</inkml:trace>
  <inkml:trace contextRef="#ctx0" brushRef="#br0" timeOffset="12306.09">9543 8255 0,'-18'-18'15,"18"36"1,-18 0-1,1 17 1,17 0 0,-18 159-1,18-123-15,-35 352 32,52-194-17,72-17 16</inkml:trace>
  <inkml:trace contextRef="#ctx0" brushRef="#br0" timeOffset="13403.51">9701 8890 0,'0'35'15,"0"-17"1,0 141-1,0-124 1,18 88 15,17-105 1,1-88-17,-19 52-15,54-123 16,-18 35 15,-53 88-15,17 18-16,1 53 15,-18-18 1,18-17-16,-1 106 16,-17-89-1,18 0 1</inkml:trace>
  <inkml:trace contextRef="#ctx0" brushRef="#br0" timeOffset="13655.92">10160 9331 0,'18'18'0,"-18"17"0,-18-88 0,36 212 31</inkml:trace>
  <inkml:trace contextRef="#ctx0" brushRef="#br0" timeOffset="14027.81">10389 8484 0,'0'0'0,"0"106"32,0-71-32,0 18 0,0 0 15,-17 106 1,-19 159 15,36-301-31</inkml:trace>
  <inkml:trace contextRef="#ctx0" brushRef="#br0" timeOffset="14252.65">10513 9049 0,'-18'17'0,"36"-34"0,-89 140 32,71-87-32,0-19 15,106 18 17</inkml:trace>
  <inkml:trace contextRef="#ctx0" brushRef="#br0" timeOffset="14681.28">10707 8255 0,'17'0'0,"-34"0"0,34 18 16,1 17-16,35 247 31,-53-17-15,0-177-16,0 0 15,-53 212 1,-35-106-1</inkml:trace>
  <inkml:trace contextRef="#ctx0" brushRef="#br0" timeOffset="32714.27">13829 8890 0,'-18'0'79,"18"18"-17,0-1-46,0 89 15,0 18 0,0-89-31,0-17 0,0 87 31,-17-52-15,17-35-16,0 35 16,0 17-1,0-17 1,0-35 15,17-18-15,19 18 15,52-1 0,0-17-15,-53-17 0,106-1-1,-105 18-15,122-18 31,-122 1-15,-1 17-16,71 17 16,-71-17-1,71 0 1,-89 0 0,54 18-1,-53-18-15,35 18 31,0-18 1,-36 0-17,18 0 1,-17 17 15,0-17 32,-36-17-48,18-72 17,0 54-17,0 17-15,0-105 31,18 52-15,-18 36-16,-18-35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22T12:30:03.9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8908 13212 0,'0'-18'78,"-18"0"-47,-70 1 0,53 17-15,17 0-16,-123 53 15,123-36 1,-52 54 0,34-36-16,-105 265 31,124 35-15,17-282-1,35 0-15,18 17 16,176-17 15,-176-70-31,70-54 16</inkml:trace>
  <inkml:trace contextRef="#ctx0" brushRef="#br0" timeOffset="805.68">8467 12876 0,'17'0'31,"107"-35"1,-89 35-32,194-18 31,-70 54 0</inkml:trace>
  <inkml:trace contextRef="#ctx0" brushRef="#br0" timeOffset="3245.82">9525 12718 0,'-18'0'16,"18"-18"15,0 36 32,-53 105-32,53-52 0,71-54 0,-53-34-31,35 17 32,-36 0-32,-34 88 31,-19 106 0,36-176-31,0-1 16</inkml:trace>
  <inkml:trace contextRef="#ctx0" brushRef="#br0" timeOffset="5057.84">9331 13917 0,'18'0'63,"-18"-18"-32,17 18-16,19 0 17,-1 18-17,-18-18-15,1 18 32,-18-1-1,0 1-16,-35 17 1,17-35-16,18 18 31,35 17-15,71 71 15,-88-88-15,-18-1-16,18 1 15,-54 53 1,19-54-16,-124 18 31,88-52-15,35-1 0,-17-70-1</inkml:trace>
  <inkml:trace contextRef="#ctx0" brushRef="#br0" timeOffset="7426.71">10019 13635 0,'18'0'0,"34"0"16,1 0 0,18 18-1,35-36 1,-89 18-16,19-18 0,-19 1 16</inkml:trace>
  <inkml:trace contextRef="#ctx0" brushRef="#br0" timeOffset="7616.82">10160 13406 0,'0'0'0,"88"-36"31,-70 36-31,88 36 31,-89-36-15</inkml:trace>
  <inkml:trace contextRef="#ctx0" brushRef="#br0" timeOffset="8539.45">11183 12753 0,'0'-18'0,"0"1"16,-53 17 0,36 17-1,-142 213 1,0 405 15,159-530-15,0-16-16,18 16 15,176 266 1</inkml:trace>
  <inkml:trace contextRef="#ctx0" brushRef="#br0" timeOffset="12558.19">11959 12647 0,'0'-18'0,"-17"1"32,-54-1-1,53 18-16,-87 106 17,87-71-17,-35 159 1,53-158-16,0 17 0,35 88 31,-17-124-31,0-17 16,87-17-1,-87-1-15,0-70 32,-159 53-1,105 52-31,-52 54 31</inkml:trace>
  <inkml:trace contextRef="#ctx0" brushRef="#br0" timeOffset="14849.23">11606 13811 0,'18'-17'32,"35"-19"-1,18 19 0,-36 34-15,-35 54 15,-53 52 0,35-105-31,54 35 31,16-35-15,-34-1-16,35 36 31,-71-53-31,18 18 16,-123 52 15,105-70-31,-88-70 31,89-1-15</inkml:trace>
  <inkml:trace contextRef="#ctx0" brushRef="#br0" timeOffset="15501.42">12277 12400 0,'17'0'32,"1"18"-32,0 17 15,158 671 17,-158-565-32,-1 0 15,-70 406 1,36-424-16,-19 1 15,-140 193 1,-124 1 0</inkml:trace>
  <inkml:trace contextRef="#ctx0" brushRef="#br0" timeOffset="22115.81">12823 13635 0,'0'-18'0,"18"-17"47,123 53-15,-105-18-32,158 35 31,-36-35 0,-140-18-31</inkml:trace>
  <inkml:trace contextRef="#ctx0" brushRef="#br0" timeOffset="22457.2">12876 13353 0,'106'-18'31,"-212"36"-31,442-18 31,-301 0-31,88 17 16</inkml:trace>
  <inkml:trace contextRef="#ctx0" brushRef="#br0" timeOffset="31569.7">14640 12559 0,'-35'18'16,"-36"34"-1,71-16 1,-70 122 0,88-16 15,-1-125-15,1 1-16,88 0 31,17-89 0,-123 53-31,-70-35 31,-19 36-15,-16 70 15,87-18-31</inkml:trace>
  <inkml:trace contextRef="#ctx0" brushRef="#br0" timeOffset="31942.11">15134 12294 0,'0'0'0,"-17"18"31,-54 229 0,53-194-31,1 35 16,17 0 0,0-70-16,17 35 15</inkml:trace>
  <inkml:trace contextRef="#ctx0" brushRef="#br0" timeOffset="32178.93">15011 12982 0,'0'36'32,"17"34"-1,-34-70-15</inkml:trace>
  <inkml:trace contextRef="#ctx0" brushRef="#br0" timeOffset="32853.69">13847 13229 0,'0'0'0,"105"0"31,-69 0-31,-1 18 16,159 17-1,-71-35 1,195 0-1,158-18 17,-35 107-1,-388-72-31,141 54 31,-159-71-15</inkml:trace>
  <inkml:trace contextRef="#ctx0" brushRef="#br0" timeOffset="33827.55">13970 13600 0,'-18'0'15,"36"0"17,35-18-1,-18 18-16,-17 0 1,17 18 0,-53 35 15,18-36-15,0 1-16,36 52 15,-19-52 1,54 105-1,-106-34 17,17-72-17,0 1-15,-87 17 16,87-35 0,0 0-16,1 0 15,17-35 1</inkml:trace>
  <inkml:trace contextRef="#ctx0" brushRef="#br0" timeOffset="34129.33">14429 13529 0,'0'0'0,"17"0"16,19 71 15,-36 34-15,17 142 15</inkml:trace>
  <inkml:trace contextRef="#ctx0" brushRef="#br0" timeOffset="34259.5">14499 14252 0,'-17'18'0,"34"-36"0,-34 106 32,34-105-17</inkml:trace>
  <inkml:trace contextRef="#ctx0" brushRef="#br0" timeOffset="36231.69">15046 13617 0,'-18'-17'0,"18"-1"16,36 18 15,-19 0-15,89-18-1,-88 18 1,35 0 0,-71 36 15,36 34 0,-1-52-15,36 70-1,-35-53 1,-36 71 0,1-88-1,-107 52 1,106-52-1,-34-18 1</inkml:trace>
  <inkml:trace contextRef="#ctx0" brushRef="#br0" timeOffset="36613.67">15628 13600 0,'0'-18'0,"0"-17"16,0 17 0,0 53 15,0 71-16,-18-71-15,1 142 32</inkml:trace>
  <inkml:trace contextRef="#ctx0" brushRef="#br0" timeOffset="36786.29">15681 14199 0,'-18'36'0,"18"-19"31,18-34-15,0-1-16,-18 0 0</inkml:trace>
  <inkml:trace contextRef="#ctx0" brushRef="#br0" timeOffset="37161.66">16316 13564 0,'53'0'0,"-35"0"0,123 36 31,-53-19 1</inkml:trace>
  <inkml:trace contextRef="#ctx0" brushRef="#br0" timeOffset="37319.79">16510 13300 0,'18'0'0,"-36"0"0,71 0 16,-35 17-16,17-17 16,106 18-1,-106-18 1</inkml:trace>
  <inkml:trace contextRef="#ctx0" brushRef="#br0" timeOffset="38773.18">17709 12559 0,'0'-18'0,"18"18"15,-36 0 16,-52 106 1,52-35-17,18-54-15,53 54 32,53-71-1,-88 0-31,-1 88 31,-70 88 0,53-158-31</inkml:trace>
  <inkml:trace contextRef="#ctx0" brushRef="#br0" timeOffset="38945.76">18045 12806 0,'0'0'0,"-18"0"32,36 17-17,-1-34 1</inkml:trace>
  <inkml:trace contextRef="#ctx0" brushRef="#br0" timeOffset="39398">18327 12665 0,'-18'-18'15,"1"53"16,52 1-15,-18-19-16,1-17 16,106 53 15,-107-35-31,1-1 16,-36 107 15,1-106-31,-1-1 15,-106-17 17,89-88-1</inkml:trace>
  <inkml:trace contextRef="#ctx0" brushRef="#br0" timeOffset="39517.54">18397 12629 0,'18'-17'0,"0"-1"0,-54 53 0,89-70 15,-35 18-15,17 17 0,89 17 32,-54 1-17</inkml:trace>
  <inkml:trace contextRef="#ctx0" brushRef="#br0" timeOffset="39758.49">18733 12912 0,'17'0'31,"18"0"-15,-35-18-16</inkml:trace>
  <inkml:trace contextRef="#ctx0" brushRef="#br0" timeOffset="40113.64">19279 12577 0,'0'-36'0,"0"72"0,0-89 16,-17 53 0,-36 35-1,35 0 1,-35 142-1,53-142-15,71 141 32,-54-176-32,107-35 31,-177-71 0,18 106-31,-1 0 16,-105 35-1,88-17-15,0 0 16,1-1-16</inkml:trace>
  <inkml:trace contextRef="#ctx0" brushRef="#br0" timeOffset="40601.54">17480 13247 0,'18'0'0,"-1"0"0,230 17 32,-176 1-32,511 35 31,-176-35-15,-265-1-16,-35 1 15,246 52 1,-299-52-16,-17 0 15</inkml:trace>
  <inkml:trace contextRef="#ctx0" brushRef="#br0" timeOffset="41427.18">17568 13952 0,'-17'0'0,"87"-35"31,89-88 1,-124 87-32,1 19 15,87-89 1,-105 88-16,-18 1 15,0 52 1,-53 71 0,35-53-1,-35 158 1,53-175-16,18-1 16,-1 0-1</inkml:trace>
  <inkml:trace contextRef="#ctx0" brushRef="#br0" timeOffset="41614.25">18239 14005 0,'17'0'15,"-17"18"16,0-36-15</inkml:trace>
  <inkml:trace contextRef="#ctx0" brushRef="#br0" timeOffset="42539.22">18503 13688 0,'0'-18'0,"35"18"31,-17 0-15,35 0 0,-18 35-1,-17-35 1,-18 71 0,-18-36-1,-35 106 1,0-52-1,53-54-15,36 88 32,-19-123-17,1 0-15,53-35 16</inkml:trace>
  <inkml:trace contextRef="#ctx0" brushRef="#br0" timeOffset="42730.34">18944 13952 0,'0'18'0,"0"-36"0,-17 36 15,34-18 16,1 0-15</inkml:trace>
  <inkml:trace contextRef="#ctx0" brushRef="#br0" timeOffset="43328.26">19156 13670 0,'35'-17'15,"-17"17"1,35 0 0,53 17-1,-89-17-15,36 35 31,-53-17-15,-18-18-16,1 35 16,-36 18-1,53-35-15,0 0 16,35 17 0,0-35-16,-17 17 15,88 19 1,-88-19-16,17 72 31,-53-72-15,1 1-16,-125 52 15,107-52 1,-141-18 0,140-18-16</inkml:trace>
  <inkml:trace contextRef="#ctx0" brushRef="#br0" timeOffset="44025.96">18239 14217 0,'0'-18'16,"141"-17"15,388-106 0,-423 123-31,388-88 31,-265 54-15</inkml:trace>
  <inkml:trace contextRef="#ctx0" brushRef="#br0" timeOffset="44870.24">18979 13018 0,'0'-18'0,"124"-70"31,-89 70-15,230-105-1,-106 70 1,70-53 0</inkml:trace>
  <inkml:trace contextRef="#ctx0" brushRef="#br0" timeOffset="45427.13">20126 13529 0,'35'0'0,"-17"0"0,0 0 16,105 18-1,-105-18 1,70-36 0</inkml:trace>
  <inkml:trace contextRef="#ctx0" brushRef="#br0" timeOffset="45588.56">20267 13317 0,'0'0'0,"18"-17"32,105 17-1,-88 0-31,18-18 15</inkml:trace>
  <inkml:trace contextRef="#ctx0" brushRef="#br0" timeOffset="46512.2">20832 13070 0,'0'-17'0,"35"-18"32,18 35-17,70 0 16,-70 17-15,-35 54 15,-71 17-15,35-53-16,-70 194 31,106-70 0,176-71 1,-53-140-17</inkml:trace>
  <inkml:trace contextRef="#ctx0" brushRef="#br0" timeOffset="47087.36">21890 13247 0,'-18'-35'16,"-17"-18"15,-53 70 0,70 1-15,-52 123-1,52-88-15,0 0 0,36 106 32,35-106-17,-18-36-15,0-17 0,230-106 31,-212 71-15,-18-18-16,53-106 16,-141 54-1,36 69 1,-160 1 0,142 35-16,0 18 15,-106 87 1,123-69-1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C218EBC-CBB1-E815-1C0E-EC19EA3B30D4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34CDD4A-0F2A-0EE0-E185-3404D5C98516}"/>
              </a:ext>
            </a:extLst>
          </p:cNvPr>
          <p:cNvSpPr txBox="1"/>
          <p:nvPr/>
        </p:nvSpPr>
        <p:spPr>
          <a:xfrm>
            <a:off x="176470" y="785277"/>
            <a:ext cx="10974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8EC3-36B2-45A4-F4CB-79BF10D3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533FD9D-17B8-0ED0-8153-9051D44DBF09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8A3B46A-75C1-2694-66A3-8470FCF8B1E4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56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751FD-102D-6A3E-C7E6-E44E4193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76ED4F8-99DF-5E1E-6E08-518C21EB6313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335D83E-5FD8-A824-401A-0FFFD800EE6D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A32C4FF-DE83-9C56-FA48-3B0C77FEFE28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</p:spTree>
    <p:extLst>
      <p:ext uri="{BB962C8B-B14F-4D97-AF65-F5344CB8AC3E}">
        <p14:creationId xmlns:p14="http://schemas.microsoft.com/office/powerpoint/2010/main" val="58812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C488-A408-6F83-6593-A791A00D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506AD1-B987-2004-6A92-FF1BFD18E327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506AD1-B987-2004-6A92-FF1BFD18E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461665"/>
              </a:xfrm>
              <a:prstGeom prst="rect">
                <a:avLst/>
              </a:prstGeom>
              <a:blipFill>
                <a:blip r:embed="rId2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C4A36FC5-EFDE-3AB1-1B5F-4A7DA19E7FD3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6706DE6-4A67-D578-2F2A-FF2139F6A347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1CCD04B-8995-FBF1-7DB4-177C0A041AE7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0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329B-6F49-65BC-1A85-FB4FC280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2E8070E-62CA-03C8-C12C-06F9D3E171D6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2E8070E-62CA-03C8-C12C-06F9D3E17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830997"/>
              </a:xfrm>
              <a:prstGeom prst="rect">
                <a:avLst/>
              </a:prstGeom>
              <a:blipFill>
                <a:blip r:embed="rId2"/>
                <a:stretch>
                  <a:fillRect l="-824" t="-6569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D0422CCB-EA73-3A5C-DEA8-C35A09B3A127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8F3118B-F85E-391E-31E5-98C159E7E626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0C3EEE9-0F20-8606-A849-920A5937FF55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34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E960-A71F-7518-CA6F-C29C28CA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DDA291-0AFE-6054-46FC-6DB10E8DA0D2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DDA291-0AFE-6054-46FC-6DB10E8DA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1200329"/>
              </a:xfrm>
              <a:prstGeom prst="rect">
                <a:avLst/>
              </a:prstGeom>
              <a:blipFill>
                <a:blip r:embed="rId2"/>
                <a:stretch>
                  <a:fillRect l="-824" t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084D209-51F9-FC76-FDEE-ED425114478A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D885F8E-885C-6E90-B283-03CB4ACE2D4C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1214F88-087C-9266-9746-E588B7004A5E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7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DE84-083E-7697-8BE4-83CE4A3F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9A00D7-4FE9-E34A-BA06-1C8A4437F56A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9A00D7-4FE9-E34A-BA06-1C8A4437F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1569660"/>
              </a:xfrm>
              <a:prstGeom prst="rect">
                <a:avLst/>
              </a:prstGeom>
              <a:blipFill>
                <a:blip r:embed="rId2"/>
                <a:stretch>
                  <a:fillRect l="-824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B46A681-A893-B42B-8B33-B34507315911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4CD052B-70D7-F366-C223-39607BE28307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006FB53-06C2-14E7-1301-4611E82D9FC1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0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A500-2A42-F8BF-7BDC-EAB59FE3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F07EC5-9811-5986-1548-EE358E705651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F07EC5-9811-5986-1548-EE358E705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1938992"/>
              </a:xfrm>
              <a:prstGeom prst="rect">
                <a:avLst/>
              </a:prstGeom>
              <a:blipFill>
                <a:blip r:embed="rId2"/>
                <a:stretch>
                  <a:fillRect l="-824"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AADB161-FD19-D16F-0654-662FCA842AD8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363D70C-059A-9580-14D5-A9E3E5A1EB22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17298D6-A81C-F3D1-1BEB-C5D9C50E2716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91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CA47-D7A6-A6F4-EDD1-0419E080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985E58-EB95-3D2B-E6B5-5BD7253CD5E7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985E58-EB95-3D2B-E6B5-5BD7253CD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2308324"/>
              </a:xfrm>
              <a:prstGeom prst="rect">
                <a:avLst/>
              </a:prstGeom>
              <a:blipFill>
                <a:blip r:embed="rId2"/>
                <a:stretch>
                  <a:fillRect l="-824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2857EBEB-8F0A-A47D-A886-60D92AACC067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3813CAD-BAC4-684B-8B58-D77DF0766C8F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136C647-A00E-D4A1-9375-8C0A334CE485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52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1631-C1C1-3A45-5EC9-AC89E797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6E86B0-2A08-66FF-95F1-234B92F99E28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6E86B0-2A08-66FF-95F1-234B92F99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blipFill>
                <a:blip r:embed="rId2"/>
                <a:stretch>
                  <a:fillRect l="-824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90B20D18-59BD-FD4C-1D3B-597ABFD2542C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D365D10-BA82-5D47-49CA-D47B7579F231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6E0281B-E812-358E-07CA-CBCF4600FB8E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886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53CC-C5A5-D0F3-685E-33C881D7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AC3132-1235-A790-C285-F76E52258E61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AC3132-1235-A790-C285-F76E5225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blipFill>
                <a:blip r:embed="rId2"/>
                <a:stretch>
                  <a:fillRect l="-824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559AAA0-EB0D-0991-71F5-200F8B44F87E}"/>
                  </a:ext>
                </a:extLst>
              </p:cNvPr>
              <p:cNvSpPr txBox="1"/>
              <p:nvPr/>
            </p:nvSpPr>
            <p:spPr>
              <a:xfrm>
                <a:off x="156359" y="2816603"/>
                <a:ext cx="973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559AAA0-EB0D-0991-71F5-200F8B44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59" y="2816603"/>
                <a:ext cx="973719" cy="2308324"/>
              </a:xfrm>
              <a:prstGeom prst="rect">
                <a:avLst/>
              </a:prstGeom>
              <a:blipFill>
                <a:blip r:embed="rId3"/>
                <a:stretch>
                  <a:fillRect l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2C3D95A-4ED3-486B-2E6F-2904FCFBFEA5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CA15ED7-6E19-CC9E-FCA0-0D317FCDF227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F6FC45B-EB2A-1B88-1304-946A98D01534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50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67EB-3E8F-D9F5-9C25-E0E32605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60C98A-D38A-B669-987D-68147638B2B6}"/>
                  </a:ext>
                </a:extLst>
              </p:cNvPr>
              <p:cNvSpPr txBox="1"/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60C98A-D38A-B669-987D-68147638B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447271"/>
                <a:ext cx="11839062" cy="2677656"/>
              </a:xfrm>
              <a:prstGeom prst="rect">
                <a:avLst/>
              </a:prstGeom>
              <a:blipFill>
                <a:blip r:embed="rId2"/>
                <a:stretch>
                  <a:fillRect l="-824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3C6B7EC-D045-2D60-3F3C-79733DB84A4C}"/>
                  </a:ext>
                </a:extLst>
              </p:cNvPr>
              <p:cNvSpPr txBox="1"/>
              <p:nvPr/>
            </p:nvSpPr>
            <p:spPr>
              <a:xfrm>
                <a:off x="156359" y="2816603"/>
                <a:ext cx="973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3C6B7EC-D045-2D60-3F3C-79733DB8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59" y="2816603"/>
                <a:ext cx="973719" cy="2308324"/>
              </a:xfrm>
              <a:prstGeom prst="rect">
                <a:avLst/>
              </a:prstGeom>
              <a:blipFill>
                <a:blip r:embed="rId3"/>
                <a:stretch>
                  <a:fillRect l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54B8290-BFCD-3206-BAAF-C6748F9475BD}"/>
                  </a:ext>
                </a:extLst>
              </p:cNvPr>
              <p:cNvSpPr txBox="1"/>
              <p:nvPr/>
            </p:nvSpPr>
            <p:spPr>
              <a:xfrm>
                <a:off x="2054650" y="5194619"/>
                <a:ext cx="9100616" cy="544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54B8290-BFCD-3206-BAAF-C6748F947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650" y="5194619"/>
                <a:ext cx="9100616" cy="544060"/>
              </a:xfrm>
              <a:prstGeom prst="rect">
                <a:avLst/>
              </a:prstGeom>
              <a:blipFill>
                <a:blip r:embed="rId4"/>
                <a:stretch>
                  <a:fillRect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3AE1B55-9343-0D83-7268-E5CAAF76A316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1E2ED05-BB52-542D-E99D-A4FC8D145A9A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BA956D9-4D5C-FB3F-97EF-E82D03F6AF56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51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BE82-8D32-EBA1-ECD9-CAB8AF98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A8313CD-D3A5-B3EA-BE0D-A5CA5BFDF42E}"/>
                  </a:ext>
                </a:extLst>
              </p:cNvPr>
              <p:cNvSpPr txBox="1"/>
              <p:nvPr/>
            </p:nvSpPr>
            <p:spPr>
              <a:xfrm>
                <a:off x="176469" y="2022635"/>
                <a:ext cx="11839062" cy="1574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𝑘–element combinations of an 𝑛–element set is given by the formula: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A8313CD-D3A5-B3EA-BE0D-A5CA5BFDF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022635"/>
                <a:ext cx="11839062" cy="1574662"/>
              </a:xfrm>
              <a:prstGeom prst="rect">
                <a:avLst/>
              </a:prstGeom>
              <a:blipFill>
                <a:blip r:embed="rId2"/>
                <a:stretch>
                  <a:fillRect l="-824" t="-3488" r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A0E0574C-63CC-AF69-BB9F-6FB2FD30389A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547AFA9-34A9-F69E-86E2-2B4A9B725A45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</p:spTree>
    <p:extLst>
      <p:ext uri="{BB962C8B-B14F-4D97-AF65-F5344CB8AC3E}">
        <p14:creationId xmlns:p14="http://schemas.microsoft.com/office/powerpoint/2010/main" val="325295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20C4-2835-6010-847C-CC3B45DF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60A832E-56CA-1333-0A79-54481F828877}"/>
                  </a:ext>
                </a:extLst>
              </p:cNvPr>
              <p:cNvSpPr txBox="1"/>
              <p:nvPr/>
            </p:nvSpPr>
            <p:spPr>
              <a:xfrm>
                <a:off x="176469" y="2022635"/>
                <a:ext cx="11839062" cy="158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𝑘–element combinations of an 𝑛–element set is given by the formula: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</m:sSub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</m:sSub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60A832E-56CA-1333-0A79-54481F828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022635"/>
                <a:ext cx="11839062" cy="1587935"/>
              </a:xfrm>
              <a:prstGeom prst="rect">
                <a:avLst/>
              </a:prstGeom>
              <a:blipFill>
                <a:blip r:embed="rId2"/>
                <a:stretch>
                  <a:fillRect l="-824" t="-3462" r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EAC1BE3C-9C70-7CC9-1F89-8D52549D2510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37F931B-AAF9-ECA5-3932-BA8489AB1E46}"/>
              </a:ext>
            </a:extLst>
          </p:cNvPr>
          <p:cNvSpPr txBox="1"/>
          <p:nvPr/>
        </p:nvSpPr>
        <p:spPr>
          <a:xfrm>
            <a:off x="176470" y="785277"/>
            <a:ext cx="10974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with distinct elements.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order of elements in the set is not important.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5EB9C68A-EA73-D6AE-58AD-153C7FA97795}"/>
                  </a:ext>
                </a:extLst>
              </p14:cNvPr>
              <p14:cNvContentPartPr/>
              <p14:nvPr/>
            </p14:nvContentPartPr>
            <p14:xfrm>
              <a:off x="3117960" y="2965320"/>
              <a:ext cx="2286360" cy="49572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5EB9C68A-EA73-D6AE-58AD-153C7FA977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8600" y="2955960"/>
                <a:ext cx="2305080" cy="5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4656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FE8A-E55C-9E43-2F58-02134C01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7E06AAA-1C1B-D885-7239-17169AD2A3EF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B7FF7AE-4673-A11B-057B-4F8FFE71C8C0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8C5EE55-565E-9B28-B363-C4036128AEA3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2692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8C5EE55-565E-9B28-B363-C4036128A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269239" cy="461665"/>
              </a:xfrm>
              <a:prstGeom prst="rect">
                <a:avLst/>
              </a:prstGeom>
              <a:blipFill>
                <a:blip r:embed="rId2"/>
                <a:stretch>
                  <a:fillRect l="-86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B5B6169-7100-6520-F32F-164F9A7EC99C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476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D17A-0C06-569E-0880-F0C229FC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89B1DCD-3BE8-F5AD-ED92-2C2E7830BE6C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89B1DCD-3BE8-F5AD-ED92-2C2E7830B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830997"/>
              </a:xfrm>
              <a:prstGeom prst="rect">
                <a:avLst/>
              </a:prstGeom>
              <a:blipFill>
                <a:blip r:embed="rId2"/>
                <a:stretch>
                  <a:fillRect l="-824" t="-6569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BE00739E-52B4-A1D6-2181-6E60D6D5708C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48585D2-FD21-A86B-14C6-0E7771B20A2C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115C5D4-AD0B-616F-3F7C-AE8C4B302FC6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47B9-E9CD-30FB-F3E8-9F65A1E8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9BA096A-859F-EFFD-E78D-947277330A37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9BA096A-859F-EFFD-E78D-94727733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1200329"/>
              </a:xfrm>
              <a:prstGeom prst="rect">
                <a:avLst/>
              </a:prstGeom>
              <a:blipFill>
                <a:blip r:embed="rId2"/>
                <a:stretch>
                  <a:fillRect l="-824" t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7ACD29E8-67F5-3E1B-8530-B31615327651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481771C-C5D9-9402-8E8E-CF4A97FD43CB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6A8B44A-72B7-6D97-9100-FD9BF8F518A4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903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88C3-7FF2-0B83-871E-86A31F4F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0E6B57-5B6C-582F-5C8C-4CF0F76C084F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0E6B57-5B6C-582F-5C8C-4CF0F76C0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1569660"/>
              </a:xfrm>
              <a:prstGeom prst="rect">
                <a:avLst/>
              </a:prstGeom>
              <a:blipFill>
                <a:blip r:embed="rId2"/>
                <a:stretch>
                  <a:fillRect l="-824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C122443B-8BE1-5C72-8FD4-C28394BBA628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A2C58CC-81AA-E441-2964-532174D8CD39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EB31AAB-023E-1CD5-A992-E1908896AECB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74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C36F-1292-AA80-5FE2-85C5D1DB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4E73EF6-385F-6A8C-33C0-F97619AE52E7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4E73EF6-385F-6A8C-33C0-F97619AE5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2308324"/>
              </a:xfrm>
              <a:prstGeom prst="rect">
                <a:avLst/>
              </a:prstGeom>
              <a:blipFill>
                <a:blip r:embed="rId2"/>
                <a:stretch>
                  <a:fillRect l="-824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B20C9B33-97D2-2BF7-EA72-601EE65D834F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500872A-4E7B-DA6E-28D4-E4AFF70DCBEB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79B5C40-990F-F304-E794-10C8D6F081F4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14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7222-6E7B-1FE9-F7B5-3269DA49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199C165-5814-3DB1-B2AA-1AAE304B4E9F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199C165-5814-3DB1-B2AA-1AAE304B4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2308324"/>
              </a:xfrm>
              <a:prstGeom prst="rect">
                <a:avLst/>
              </a:prstGeom>
              <a:blipFill>
                <a:blip r:embed="rId2"/>
                <a:stretch>
                  <a:fillRect l="-824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F3E56C6-75DB-ECDA-C88E-12DD2D0D271D}"/>
                  </a:ext>
                </a:extLst>
              </p:cNvPr>
              <p:cNvSpPr txBox="1"/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F3E56C6-75DB-ECDA-C88E-12DD2D0D2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blipFill>
                <a:blip r:embed="rId3"/>
                <a:stretch>
                  <a:fillRect l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20F7689-7ACA-23B9-9253-2B78BE5B9356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48A0559-0608-37EA-0022-538EF4FDC845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F58295B-FA82-80C0-D21C-21E5C1C51BF8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89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D9B8-EB5D-F151-BCF2-10C99F59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34E5191-4D1F-24B9-84C6-443879522500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Next,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four-element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34E5191-4D1F-24B9-84C6-443879522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2677656"/>
              </a:xfrm>
              <a:prstGeom prst="rect">
                <a:avLst/>
              </a:prstGeom>
              <a:blipFill>
                <a:blip r:embed="rId2"/>
                <a:stretch>
                  <a:fillRect l="-824" t="-2045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1D32AF-C106-17E2-B5E2-3BCCDA3AE5FA}"/>
                  </a:ext>
                </a:extLst>
              </p:cNvPr>
              <p:cNvSpPr txBox="1"/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1D32AF-C106-17E2-B5E2-3BCCDA3AE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blipFill>
                <a:blip r:embed="rId3"/>
                <a:stretch>
                  <a:fillRect l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B6AB684-DB6D-A158-6836-1532D46D46D0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F1CE294-32E5-4838-D300-2B8A320E259E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7DECFA0-ABA1-7AAB-249B-229B1966B52B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19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78A7-D452-44C2-F19A-D11E86E17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45C43AD-ED1D-DD57-038D-66B5931653F4}"/>
                  </a:ext>
                </a:extLst>
              </p:cNvPr>
              <p:cNvSpPr txBox="1"/>
              <p:nvPr/>
            </p:nvSpPr>
            <p:spPr>
              <a:xfrm>
                <a:off x="176469" y="2447271"/>
                <a:ext cx="11839061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∅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Next, we have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four-element combinations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five-element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𝑐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45C43AD-ED1D-DD57-038D-66B593165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47271"/>
                <a:ext cx="11839061" cy="3046988"/>
              </a:xfrm>
              <a:prstGeom prst="rect">
                <a:avLst/>
              </a:prstGeom>
              <a:blipFill>
                <a:blip r:embed="rId2"/>
                <a:stretch>
                  <a:fillRect l="-824" t="-18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33B7F0-C2B9-4307-CF3A-B961CEEFF437}"/>
                  </a:ext>
                </a:extLst>
              </p:cNvPr>
              <p:cNvSpPr txBox="1"/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33B7F0-C2B9-4307-CF3A-B961CEEFF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20" y="2816603"/>
                <a:ext cx="633507" cy="1569660"/>
              </a:xfrm>
              <a:prstGeom prst="rect">
                <a:avLst/>
              </a:prstGeom>
              <a:blipFill>
                <a:blip r:embed="rId3"/>
                <a:stretch>
                  <a:fillRect l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274DFA3E-1566-93CE-6696-A93E5A8DD348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D3F56FD-C870-0843-F54D-4B511E3B4B63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C98BC3B-6983-0822-9E53-626B40E2298F}"/>
              </a:ext>
            </a:extLst>
          </p:cNvPr>
          <p:cNvSpPr txBox="1"/>
          <p:nvPr/>
        </p:nvSpPr>
        <p:spPr>
          <a:xfrm>
            <a:off x="176470" y="1985606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58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E333-E51F-BEBD-A3E6-DDEB5C7D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D980B9-2D25-F128-3FA8-5E1F6954CEE3}"/>
                  </a:ext>
                </a:extLst>
              </p:cNvPr>
              <p:cNvSpPr txBox="1"/>
              <p:nvPr/>
            </p:nvSpPr>
            <p:spPr>
              <a:xfrm>
                <a:off x="176470" y="2031773"/>
                <a:ext cx="99558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case of combinations with repetition,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conditio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D980B9-2D25-F128-3FA8-5E1F6954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3"/>
                <a:ext cx="9955867" cy="830997"/>
              </a:xfrm>
              <a:prstGeom prst="rect">
                <a:avLst/>
              </a:prstGeom>
              <a:blipFill>
                <a:blip r:embed="rId2"/>
                <a:stretch>
                  <a:fillRect l="-980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5E2C7527-B2FB-E826-F2CF-219DC712034A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0C30B83-C71F-1769-12A0-731D7A0D6276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</p:spTree>
    <p:extLst>
      <p:ext uri="{BB962C8B-B14F-4D97-AF65-F5344CB8AC3E}">
        <p14:creationId xmlns:p14="http://schemas.microsoft.com/office/powerpoint/2010/main" val="3597809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DCF9-1C15-76A0-18C2-DD01B71A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51D4F2A-01C6-33F2-426C-AD1EFBEAE465}"/>
                  </a:ext>
                </a:extLst>
              </p:cNvPr>
              <p:cNvSpPr txBox="1"/>
              <p:nvPr/>
            </p:nvSpPr>
            <p:spPr>
              <a:xfrm>
                <a:off x="176468" y="2814176"/>
                <a:ext cx="11839062" cy="1660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repetitionsof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</m:sSub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</m:sSub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51D4F2A-01C6-33F2-426C-AD1EFBEA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814176"/>
                <a:ext cx="11839062" cy="1660839"/>
              </a:xfrm>
              <a:prstGeom prst="rect">
                <a:avLst/>
              </a:prstGeom>
              <a:blipFill>
                <a:blip r:embed="rId2"/>
                <a:stretch>
                  <a:fillRect l="-824" t="-3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35755FE-84C9-055C-B775-E3CFB7CC5B45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EC34253-5C18-907E-FED4-5F1D8B53DACD}"/>
              </a:ext>
            </a:extLst>
          </p:cNvPr>
          <p:cNvSpPr txBox="1"/>
          <p:nvPr/>
        </p:nvSpPr>
        <p:spPr>
          <a:xfrm>
            <a:off x="176470" y="785277"/>
            <a:ext cx="1107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 with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defined as any subset of a finite set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distinct elements, where elements (in subsets) may be repeated.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the order of elements is not important.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F2A5725-E89B-701B-BE25-CA5247C32A1A}"/>
                  </a:ext>
                </a:extLst>
              </p:cNvPr>
              <p:cNvSpPr txBox="1"/>
              <p:nvPr/>
            </p:nvSpPr>
            <p:spPr>
              <a:xfrm>
                <a:off x="176470" y="2031773"/>
                <a:ext cx="99558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case of combinations with repetition,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conditio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F2A5725-E89B-701B-BE25-CA5247C32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3"/>
                <a:ext cx="9955867" cy="830997"/>
              </a:xfrm>
              <a:prstGeom prst="rect">
                <a:avLst/>
              </a:prstGeom>
              <a:blipFill>
                <a:blip r:embed="rId3"/>
                <a:stretch>
                  <a:fillRect l="-980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6C30A430-2FFF-5766-1304-D666A60DCBBF}"/>
                  </a:ext>
                </a:extLst>
              </p14:cNvPr>
              <p14:cNvContentPartPr/>
              <p14:nvPr/>
            </p14:nvContentPartPr>
            <p14:xfrm>
              <a:off x="2997360" y="4425840"/>
              <a:ext cx="4997520" cy="92772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6C30A430-2FFF-5766-1304-D666A60DCB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8000" y="4416480"/>
                <a:ext cx="5016240" cy="9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8008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BFEC-CC36-6BD6-A08E-F7DD9195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8B163CB-C2C8-F2DC-487A-6FC9929D3133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22B458C-BA3D-1A10-F442-9A5945F6E2D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 or without repetition)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in that, in combinations, the order of elements does not matter.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22B458C-BA3D-1A10-F442-9A5945F6E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blipFill>
                <a:blip r:embed="rId2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180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2949-E6A2-2A12-F16B-B3A54424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B3771E2-6FF8-74F2-DCAF-098D95F1E2E1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D4B44C0-2372-FAA0-8A4A-07369627F357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C949697-3CAB-632B-04CA-D2F58D08ED1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 or without repetition)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in that, in combinations, the order of elements does not matter.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C949697-3CAB-632B-04CA-D2F58D08E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blipFill>
                <a:blip r:embed="rId2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505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E6FC-9F6E-D303-2A9A-A4503E22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914D03BD-7B9F-6D8B-146F-6B09EB06471E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F86CE31-0EEA-E88C-14D4-4130FC4FC7EA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A66DE74-1D66-BBD7-66BC-0543B7C30100}"/>
              </a:ext>
            </a:extLst>
          </p:cNvPr>
          <p:cNvSpPr txBox="1"/>
          <p:nvPr/>
        </p:nvSpPr>
        <p:spPr>
          <a:xfrm>
            <a:off x="176470" y="2077939"/>
            <a:ext cx="1182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choose two people out of five?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98AE3DB-93B8-5474-2BAB-CB738DBE8BBA}"/>
                  </a:ext>
                </a:extLst>
              </p:cNvPr>
              <p:cNvSpPr txBox="1"/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order of people matters: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5⋅4=20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98AE3DB-93B8-5474-2BAB-CB738DBE8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blipFill>
                <a:blip r:embed="rId2"/>
                <a:stretch>
                  <a:fillRect l="-825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74C1D8D-EB56-BAAE-15AF-11C55CBB0DB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 or without repetition)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in that, in combinations, the order of elements does not matter.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74C1D8D-EB56-BAAE-15AF-11C55CBB0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blipFill>
                <a:blip r:embed="rId3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26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58EE-42C5-7D1F-463C-D631EB24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7C32329-5A51-EDE9-9495-8436F4E28E7E}"/>
                  </a:ext>
                </a:extLst>
              </p:cNvPr>
              <p:cNvSpPr txBox="1"/>
              <p:nvPr/>
            </p:nvSpPr>
            <p:spPr>
              <a:xfrm>
                <a:off x="194672" y="3001269"/>
                <a:ext cx="11820858" cy="631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order of people does not matter: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2!⋅3!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4⋅5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7C32329-5A51-EDE9-9495-8436F4E28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2" y="3001269"/>
                <a:ext cx="11820858" cy="631391"/>
              </a:xfrm>
              <a:prstGeom prst="rect">
                <a:avLst/>
              </a:prstGeom>
              <a:blipFill>
                <a:blip r:embed="rId2"/>
                <a:stretch>
                  <a:fillRect l="-825" b="-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03E75B3-7938-670C-2AC5-6A0A9FF8FA26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4871A57-0A0E-1FCA-A454-DC16DB5C1681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83BC5CA-6C01-1970-6A46-46D4353889A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 or without repetition)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in that, in combinations, the order of elements does not matter.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83BC5CA-6C01-1970-6A46-46D435388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blipFill>
                <a:blip r:embed="rId3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AD1F3B5D-8F29-190A-0FD6-A81396CF8578}"/>
              </a:ext>
            </a:extLst>
          </p:cNvPr>
          <p:cNvSpPr txBox="1"/>
          <p:nvPr/>
        </p:nvSpPr>
        <p:spPr>
          <a:xfrm>
            <a:off x="176470" y="2077939"/>
            <a:ext cx="1182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choose two people out of five?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F01005F-7252-AF7F-51EE-D1546ED56DE0}"/>
                  </a:ext>
                </a:extLst>
              </p:cNvPr>
              <p:cNvSpPr txBox="1"/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order of people matters: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5⋅4=20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F01005F-7252-AF7F-51EE-D1546ED56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blipFill>
                <a:blip r:embed="rId4"/>
                <a:stretch>
                  <a:fillRect l="-825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793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F1C1-766A-EC9D-BFDF-483F4D7D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3D080A9-F603-FB68-306D-B66E61D5C1FB}"/>
                  </a:ext>
                </a:extLst>
              </p:cNvPr>
              <p:cNvSpPr txBox="1"/>
              <p:nvPr/>
            </p:nvSpPr>
            <p:spPr>
              <a:xfrm>
                <a:off x="176470" y="3856732"/>
                <a:ext cx="11820858" cy="1601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 that the formula for combinations without 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!</m:t>
                        </m:r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e>
                        </m:d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formula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e>
                        </m:d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 by the number of permutations of the subset 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3D080A9-F603-FB68-306D-B66E61D5C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2"/>
                <a:ext cx="11820858" cy="1601464"/>
              </a:xfrm>
              <a:prstGeom prst="rect">
                <a:avLst/>
              </a:prstGeom>
              <a:blipFill>
                <a:blip r:embed="rId2"/>
                <a:stretch>
                  <a:fillRect l="-825" r="-670" b="-7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FCC8FD8-FF91-0A08-B293-5E5ECB555862}"/>
              </a:ext>
            </a:extLst>
          </p:cNvPr>
          <p:cNvSpPr txBox="1"/>
          <p:nvPr/>
        </p:nvSpPr>
        <p:spPr>
          <a:xfrm>
            <a:off x="3899726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71B0757-9A8D-4184-4B11-47786D784FF6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43FA299-4CB6-8337-A9E8-3507620C845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 or without repetition)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in that, in combinations, the order of elements does not matter.</a:t>
                </a:r>
              </a:p>
            </p:txBody>
          </p:sp>
        </mc:Choice>
        <mc:Fallback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43FA299-4CB6-8337-A9E8-3507620C8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30574" cy="830997"/>
              </a:xfrm>
              <a:prstGeom prst="rect">
                <a:avLst/>
              </a:prstGeom>
              <a:blipFill>
                <a:blip r:embed="rId3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57D0991-118B-62AF-8832-E461B96ADB52}"/>
                  </a:ext>
                </a:extLst>
              </p:cNvPr>
              <p:cNvSpPr txBox="1"/>
              <p:nvPr/>
            </p:nvSpPr>
            <p:spPr>
              <a:xfrm>
                <a:off x="194672" y="3001269"/>
                <a:ext cx="11820858" cy="631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order of people does not matter: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2!⋅3!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4⋅5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57D0991-118B-62AF-8832-E461B96AD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2" y="3001269"/>
                <a:ext cx="11820858" cy="631391"/>
              </a:xfrm>
              <a:prstGeom prst="rect">
                <a:avLst/>
              </a:prstGeom>
              <a:blipFill>
                <a:blip r:embed="rId4"/>
                <a:stretch>
                  <a:fillRect l="-825" b="-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9D61D37-815D-AA2D-CCDE-61AE2B4A8ADE}"/>
              </a:ext>
            </a:extLst>
          </p:cNvPr>
          <p:cNvSpPr txBox="1"/>
          <p:nvPr/>
        </p:nvSpPr>
        <p:spPr>
          <a:xfrm>
            <a:off x="176470" y="2077939"/>
            <a:ext cx="11820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choose two people out of five?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E1AA6DB-B342-7745-8CF7-CA9162E12D01}"/>
                  </a:ext>
                </a:extLst>
              </p:cNvPr>
              <p:cNvSpPr txBox="1"/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order of people matters: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5⋅4=20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E1AA6DB-B342-7745-8CF7-CA9162E12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2" y="2539604"/>
                <a:ext cx="11820858" cy="461665"/>
              </a:xfrm>
              <a:prstGeom prst="rect">
                <a:avLst/>
              </a:prstGeom>
              <a:blipFill>
                <a:blip r:embed="rId5"/>
                <a:stretch>
                  <a:fillRect l="-825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9437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2328</TotalTime>
  <Words>2163</Words>
  <Application>Microsoft Office PowerPoint</Application>
  <PresentationFormat>Panoramiczny</PresentationFormat>
  <Paragraphs>202</Paragraphs>
  <Slides>30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111</cp:revision>
  <dcterms:created xsi:type="dcterms:W3CDTF">2024-10-31T12:17:59Z</dcterms:created>
  <dcterms:modified xsi:type="dcterms:W3CDTF">2025-09-22T13:59:40Z</dcterms:modified>
</cp:coreProperties>
</file>